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Press Start 2P"/>
      <p:regular r:id="rId30"/>
    </p:embeddedFont>
    <p:embeddedFont>
      <p:font typeface="Roboto Mono"/>
      <p:regular r:id="rId31"/>
      <p:bold r:id="rId32"/>
      <p:italic r:id="rId33"/>
      <p:boldItalic r:id="rId34"/>
    </p:embeddedFont>
    <p:embeddedFont>
      <p:font typeface="Archiv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regular.fntdata"/><Relationship Id="rId30" Type="http://schemas.openxmlformats.org/officeDocument/2006/relationships/font" Target="fonts/PressStart2P-regular.fntdata"/><Relationship Id="rId11" Type="http://schemas.openxmlformats.org/officeDocument/2006/relationships/slide" Target="slides/slide6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bold.fntdata"/><Relationship Id="rId13" Type="http://schemas.openxmlformats.org/officeDocument/2006/relationships/slide" Target="slides/slide8.xml"/><Relationship Id="rId35" Type="http://schemas.openxmlformats.org/officeDocument/2006/relationships/font" Target="fonts/Archivo-regular.fntdata"/><Relationship Id="rId12" Type="http://schemas.openxmlformats.org/officeDocument/2006/relationships/slide" Target="slides/slide7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37" Type="http://schemas.openxmlformats.org/officeDocument/2006/relationships/font" Target="fonts/Archivo-italic.fntdata"/><Relationship Id="rId14" Type="http://schemas.openxmlformats.org/officeDocument/2006/relationships/slide" Target="slides/slide9.xml"/><Relationship Id="rId36" Type="http://schemas.openxmlformats.org/officeDocument/2006/relationships/font" Target="fonts/Archivo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Archiv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ba4806b127_0_5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ba4806b127_0_5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3c83cf678a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3c83cf678a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3ba4806b127_1_1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6" name="Google Shape;1446;g3ba4806b127_1_1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g3c83cf678a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8" name="Google Shape;1798;g3c83cf678a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0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g3c83cf678a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2" name="Google Shape;1812;g3c83cf678a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g3c83cf678a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5" name="Google Shape;1825;g3c83cf678a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0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g3c83cf678a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2" name="Google Shape;1832;g3c83cf678a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g3ba4806b127_1_2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9" name="Google Shape;1839;g3ba4806b127_1_2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6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g3ba4806b127_1_4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8" name="Google Shape;2258;g3ba4806b127_1_4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used a nested loop to go through every position on the grid.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 get that classic checkerboard look, we used a simple math formula: if the row plus the column is an even number, it’s a light square; otherwise, it’s dark.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Depending on the theme you choose, the code either draws a pre-loaded image texture or a solid color using the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drawRect</a:t>
            </a:r>
            <a:r>
              <a:rPr lang="en">
                <a:solidFill>
                  <a:schemeClr val="dk1"/>
                </a:solidFill>
              </a:rPr>
              <a:t> function.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6" name="Shape 2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7" name="Google Shape;2267;g3c6c01538d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8" name="Google Shape;2268;g3c6c01538d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implemented three different board sizes to cater to different skill levels and time constraints.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6x6 'Small' board is great for fast-paced 'Blitz' games.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8x8 'Medium' board is the standard competitive size.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Finally, the 10x10 'Large' board is for 'Professional' matches where you need the most strategic depth.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1" name="Shape 2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Google Shape;2282;g3c6c01538d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3" name="Google Shape;2283;g3c6c01538d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Visual variety is a big part of the user experience.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offer traditional looks like 'Wooden' or 'Tournament,' and modern styles like 'Ice' and 'Diamond.'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even included a 'Bubblegum' theme.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But my favorite feature is the 'Custom' theme, which gives users a tool to create their own style by picking their own colors for light and dark tiles using a color picker.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1" name="Shape 2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Google Shape;2302;g3c6c01538d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3" name="Google Shape;2303;g3c6c01538d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Our game supports three modes: Player vs. Player for local fun, Player vs. AI to test your skills, and an 'AI vs. AI' Spectator Mode where you can watch two computers play each other.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 make Spectator Mode more useful, I added an animation speed slider. This allows you to adjust the pace from slow, cinematic movements to near-instantaneous play.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8" name="Shape 2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g3c6fcee856b_0_1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0" name="Google Shape;2310;g3c6fcee856b_0_1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slide covers how users can customize their experience.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have three AI levels: 'Easy' is beatable for beginners, 'Medium' is a challenge for intermediate players, and 'Hard' is designed to be almost unbeatable for experts.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Beyond difficulty, the settings allow you to choose from 6 different languages, 3 board sizes, and 7 board styles plus our custom color-picker mode.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6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g3c6c01538d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8" name="Google Shape;2328;g3c6c01538d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For the main gameplay, we have three essential buttons.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'New Game' button resets the board.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'Undo' button is very helpful—it allows players to roll back queen movement if they haven't placed an arrow yet.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also added a 'Stop AI' button, which is a safety feature that kills the AI's search threads if they are taking too long.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At the bottom, We added a Status Bar which provide real-time feedback, showing whose turn it is and the current phase of the move.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8" name="Shape 2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9" name="Google Shape;2339;g3c6c01538d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0" name="Google Shape;2340;g3c6c01538d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keep the screen clean, we designed a three-page system using a Navigator and Switcher.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allows the user to switch between the main Game page, the Rules, and the Move Logs without cluttering the main board area.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provides a modern, 'App-like' feel to the desktop software.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2" name="Shape 2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3" name="Google Shape;2353;g3ba4806b127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4" name="Google Shape;2354;g3ba4806b127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8" name="Shape 3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9" name="Google Shape;3449;g3c84c414d25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0" name="Google Shape;3450;g3c84c414d25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5" name="Shape 3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6" name="Google Shape;3456;g3c84c414d25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7" name="Google Shape;3457;g3c84c414d25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4" name="Shape 3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5" name="Google Shape;3465;g3ba4806b127_1_4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6" name="Google Shape;3466;g3ba4806b127_1_4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4" name="Shape 3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5" name="Google Shape;3475;g3c84c414d25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6" name="Google Shape;3476;g3c84c414d25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3" name="Shape 3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4" name="Google Shape;3484;g3c6fcee856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5" name="Google Shape;3485;g3c6fcee856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3" name="Shape 3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4" name="Google Shape;3814;g3c83cf678a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5" name="Google Shape;3815;g3c83cf678a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0" name="Shape 3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1" name="Google Shape;3821;g3c6fcee856b_0_1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2" name="Google Shape;3822;g3c6fcee856b_0_1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wrap up, I want to compare our original plan with what we delivered.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met all core goals, like the AI engine, board sizes, and basic GUI.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However, we went much further by adding an Undo system, a Custom Theme creator, and expanding to 6 languages.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also added the Spectator mode and the Move History log to provide a much more polished feel to the application.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7" name="Shape 3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8" name="Google Shape;3828;g3ba4806b12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9" name="Google Shape;3829;g3ba4806b12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680900" y="1285850"/>
            <a:ext cx="5782200" cy="157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680900" y="3379750"/>
            <a:ext cx="5782200" cy="4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2"/>
          <p:cNvSpPr txBox="1"/>
          <p:nvPr>
            <p:ph idx="2" type="ctrTitle"/>
          </p:nvPr>
        </p:nvSpPr>
        <p:spPr>
          <a:xfrm>
            <a:off x="1680900" y="2721350"/>
            <a:ext cx="5782200" cy="62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1800">
                <a:solidFill>
                  <a:schemeClr val="lt2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3715838" y="281238"/>
            <a:ext cx="1712300" cy="178225"/>
            <a:chOff x="3715838" y="281238"/>
            <a:chExt cx="1712300" cy="178225"/>
          </a:xfrm>
        </p:grpSpPr>
        <p:sp>
          <p:nvSpPr>
            <p:cNvPr id="13" name="Google Shape;13;p2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" name="Google Shape;14;p2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" name="Google Shape;20;p2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6" name="Google Shape;26;p2"/>
          <p:cNvGrpSpPr/>
          <p:nvPr/>
        </p:nvGrpSpPr>
        <p:grpSpPr>
          <a:xfrm>
            <a:off x="3768188" y="4684025"/>
            <a:ext cx="1607575" cy="178225"/>
            <a:chOff x="3768188" y="4684025"/>
            <a:chExt cx="1607575" cy="178225"/>
          </a:xfrm>
        </p:grpSpPr>
        <p:sp>
          <p:nvSpPr>
            <p:cNvPr id="27" name="Google Shape;27;p2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" name="Google Shape;29;p2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30" name="Google Shape;30;p2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" name="Google Shape;35;p2"/>
          <p:cNvGrpSpPr/>
          <p:nvPr/>
        </p:nvGrpSpPr>
        <p:grpSpPr>
          <a:xfrm>
            <a:off x="401038" y="333613"/>
            <a:ext cx="8355300" cy="4476275"/>
            <a:chOff x="401038" y="333613"/>
            <a:chExt cx="8355300" cy="4476275"/>
          </a:xfrm>
        </p:grpSpPr>
        <p:sp>
          <p:nvSpPr>
            <p:cNvPr id="36" name="Google Shape;36;p2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 txBox="1"/>
          <p:nvPr>
            <p:ph type="title"/>
          </p:nvPr>
        </p:nvSpPr>
        <p:spPr>
          <a:xfrm>
            <a:off x="2038200" y="2207942"/>
            <a:ext cx="5067600" cy="1154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2" name="Google Shape;42;p3"/>
          <p:cNvSpPr txBox="1"/>
          <p:nvPr>
            <p:ph hasCustomPrompt="1" idx="2" type="title"/>
          </p:nvPr>
        </p:nvSpPr>
        <p:spPr>
          <a:xfrm>
            <a:off x="3949050" y="1403063"/>
            <a:ext cx="1245900" cy="841800"/>
          </a:xfrm>
          <a:prstGeom prst="rect">
            <a:avLst/>
          </a:prstGeom>
          <a:noFill/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8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3" name="Google Shape;43;p3"/>
          <p:cNvSpPr txBox="1"/>
          <p:nvPr>
            <p:ph idx="1" type="subTitle"/>
          </p:nvPr>
        </p:nvSpPr>
        <p:spPr>
          <a:xfrm>
            <a:off x="2038200" y="3307225"/>
            <a:ext cx="5067600" cy="433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4" name="Google Shape;44;p3"/>
          <p:cNvGrpSpPr/>
          <p:nvPr/>
        </p:nvGrpSpPr>
        <p:grpSpPr>
          <a:xfrm>
            <a:off x="3715838" y="4684025"/>
            <a:ext cx="1712300" cy="178225"/>
            <a:chOff x="3715838" y="281238"/>
            <a:chExt cx="1712300" cy="178225"/>
          </a:xfrm>
        </p:grpSpPr>
        <p:sp>
          <p:nvSpPr>
            <p:cNvPr id="45" name="Google Shape;45;p3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" name="Google Shape;46;p3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47" name="Google Shape;47;p3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" name="Google Shape;51;p3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" name="Google Shape;52;p3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8" name="Google Shape;58;p3"/>
          <p:cNvGrpSpPr/>
          <p:nvPr/>
        </p:nvGrpSpPr>
        <p:grpSpPr>
          <a:xfrm>
            <a:off x="3768188" y="4684025"/>
            <a:ext cx="1607575" cy="178225"/>
            <a:chOff x="3768188" y="4684025"/>
            <a:chExt cx="1607575" cy="178225"/>
          </a:xfrm>
        </p:grpSpPr>
        <p:sp>
          <p:nvSpPr>
            <p:cNvPr id="59" name="Google Shape;59;p3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" name="Google Shape;61;p3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62" name="Google Shape;62;p3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7" name="Google Shape;67;p3"/>
          <p:cNvGrpSpPr/>
          <p:nvPr/>
        </p:nvGrpSpPr>
        <p:grpSpPr>
          <a:xfrm>
            <a:off x="401038" y="333625"/>
            <a:ext cx="8341875" cy="4476263"/>
            <a:chOff x="401038" y="333625"/>
            <a:chExt cx="8341875" cy="4476263"/>
          </a:xfrm>
        </p:grpSpPr>
        <p:sp>
          <p:nvSpPr>
            <p:cNvPr id="68" name="Google Shape;68;p3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" name="Google Shape;70;p3"/>
          <p:cNvGrpSpPr/>
          <p:nvPr/>
        </p:nvGrpSpPr>
        <p:grpSpPr>
          <a:xfrm>
            <a:off x="401038" y="333613"/>
            <a:ext cx="8355300" cy="4476275"/>
            <a:chOff x="401038" y="333613"/>
            <a:chExt cx="8355300" cy="4476275"/>
          </a:xfrm>
        </p:grpSpPr>
        <p:sp>
          <p:nvSpPr>
            <p:cNvPr id="71" name="Google Shape;71;p3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" name="Google Shape;75;p3"/>
          <p:cNvGrpSpPr/>
          <p:nvPr/>
        </p:nvGrpSpPr>
        <p:grpSpPr>
          <a:xfrm>
            <a:off x="3768188" y="281250"/>
            <a:ext cx="1607575" cy="178225"/>
            <a:chOff x="3768188" y="4684025"/>
            <a:chExt cx="1607575" cy="178225"/>
          </a:xfrm>
        </p:grpSpPr>
        <p:sp>
          <p:nvSpPr>
            <p:cNvPr id="76" name="Google Shape;76;p3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8" name="Google Shape;78;p3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79" name="Google Shape;79;p3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idx="1" type="body"/>
          </p:nvPr>
        </p:nvSpPr>
        <p:spPr>
          <a:xfrm>
            <a:off x="713225" y="1073075"/>
            <a:ext cx="7717500" cy="3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Didact Gothic"/>
              <a:buChar char="■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■"/>
              <a:defRPr/>
            </a:lvl9pPr>
          </a:lstStyle>
          <a:p/>
        </p:txBody>
      </p:sp>
      <p:sp>
        <p:nvSpPr>
          <p:cNvPr id="86" name="Google Shape;86;p4"/>
          <p:cNvSpPr txBox="1"/>
          <p:nvPr>
            <p:ph type="title"/>
          </p:nvPr>
        </p:nvSpPr>
        <p:spPr>
          <a:xfrm>
            <a:off x="713225" y="521225"/>
            <a:ext cx="77175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87" name="Google Shape;87;p4"/>
          <p:cNvGrpSpPr/>
          <p:nvPr/>
        </p:nvGrpSpPr>
        <p:grpSpPr>
          <a:xfrm>
            <a:off x="3715838" y="4684025"/>
            <a:ext cx="1712300" cy="178225"/>
            <a:chOff x="3715838" y="281238"/>
            <a:chExt cx="1712300" cy="178225"/>
          </a:xfrm>
        </p:grpSpPr>
        <p:sp>
          <p:nvSpPr>
            <p:cNvPr id="88" name="Google Shape;88;p4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9" name="Google Shape;89;p4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90" name="Google Shape;90;p4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4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4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" name="Google Shape;95;p4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96" name="Google Shape;96;p4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4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4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4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4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1" name="Google Shape;101;p4"/>
          <p:cNvGrpSpPr/>
          <p:nvPr/>
        </p:nvGrpSpPr>
        <p:grpSpPr>
          <a:xfrm>
            <a:off x="401025" y="333613"/>
            <a:ext cx="8341875" cy="4476263"/>
            <a:chOff x="401038" y="333625"/>
            <a:chExt cx="8341875" cy="4476263"/>
          </a:xfrm>
        </p:grpSpPr>
        <p:sp>
          <p:nvSpPr>
            <p:cNvPr id="102" name="Google Shape;102;p4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/>
          <p:nvPr>
            <p:ph type="title"/>
          </p:nvPr>
        </p:nvSpPr>
        <p:spPr>
          <a:xfrm>
            <a:off x="1095150" y="521225"/>
            <a:ext cx="69537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p5"/>
          <p:cNvSpPr txBox="1"/>
          <p:nvPr>
            <p:ph idx="1" type="subTitle"/>
          </p:nvPr>
        </p:nvSpPr>
        <p:spPr>
          <a:xfrm>
            <a:off x="1051706" y="1776125"/>
            <a:ext cx="3103200" cy="896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"/>
          <p:cNvSpPr txBox="1"/>
          <p:nvPr>
            <p:ph idx="2" type="subTitle"/>
          </p:nvPr>
        </p:nvSpPr>
        <p:spPr>
          <a:xfrm>
            <a:off x="1051719" y="2612575"/>
            <a:ext cx="3103200" cy="1601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5"/>
          <p:cNvSpPr txBox="1"/>
          <p:nvPr>
            <p:ph idx="3" type="subTitle"/>
          </p:nvPr>
        </p:nvSpPr>
        <p:spPr>
          <a:xfrm>
            <a:off x="4989083" y="1776125"/>
            <a:ext cx="3103200" cy="896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"/>
          <p:cNvSpPr txBox="1"/>
          <p:nvPr>
            <p:ph idx="4" type="subTitle"/>
          </p:nvPr>
        </p:nvSpPr>
        <p:spPr>
          <a:xfrm>
            <a:off x="4989094" y="2612575"/>
            <a:ext cx="3103200" cy="1601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0" name="Google Shape;110;p5"/>
          <p:cNvGrpSpPr/>
          <p:nvPr/>
        </p:nvGrpSpPr>
        <p:grpSpPr>
          <a:xfrm>
            <a:off x="3768188" y="4684025"/>
            <a:ext cx="1607575" cy="178225"/>
            <a:chOff x="3768188" y="4684025"/>
            <a:chExt cx="1607575" cy="178225"/>
          </a:xfrm>
        </p:grpSpPr>
        <p:sp>
          <p:nvSpPr>
            <p:cNvPr id="111" name="Google Shape;111;p5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" name="Google Shape;113;p5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114" name="Google Shape;114;p5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5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5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5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5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9" name="Google Shape;119;p5"/>
          <p:cNvGrpSpPr/>
          <p:nvPr/>
        </p:nvGrpSpPr>
        <p:grpSpPr>
          <a:xfrm>
            <a:off x="401038" y="333613"/>
            <a:ext cx="8355300" cy="4476263"/>
            <a:chOff x="401038" y="333613"/>
            <a:chExt cx="8355300" cy="4476263"/>
          </a:xfrm>
        </p:grpSpPr>
        <p:sp>
          <p:nvSpPr>
            <p:cNvPr id="120" name="Google Shape;120;p5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>
            <p:ph type="title"/>
          </p:nvPr>
        </p:nvSpPr>
        <p:spPr>
          <a:xfrm>
            <a:off x="713225" y="521225"/>
            <a:ext cx="77175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24" name="Google Shape;124;p6"/>
          <p:cNvGrpSpPr/>
          <p:nvPr/>
        </p:nvGrpSpPr>
        <p:grpSpPr>
          <a:xfrm>
            <a:off x="3715838" y="4684025"/>
            <a:ext cx="1712300" cy="178225"/>
            <a:chOff x="3715838" y="281238"/>
            <a:chExt cx="1712300" cy="178225"/>
          </a:xfrm>
        </p:grpSpPr>
        <p:sp>
          <p:nvSpPr>
            <p:cNvPr id="125" name="Google Shape;125;p6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6" name="Google Shape;126;p6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127" name="Google Shape;127;p6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6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6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2" name="Google Shape;132;p6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133" name="Google Shape;133;p6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6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6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6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6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8" name="Google Shape;138;p6"/>
          <p:cNvGrpSpPr/>
          <p:nvPr/>
        </p:nvGrpSpPr>
        <p:grpSpPr>
          <a:xfrm>
            <a:off x="401038" y="333613"/>
            <a:ext cx="8355300" cy="4476263"/>
            <a:chOff x="401038" y="333613"/>
            <a:chExt cx="8355300" cy="4476263"/>
          </a:xfrm>
        </p:grpSpPr>
        <p:sp>
          <p:nvSpPr>
            <p:cNvPr id="139" name="Google Shape;139;p6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/>
          <p:nvPr>
            <p:ph idx="2" type="pic"/>
          </p:nvPr>
        </p:nvSpPr>
        <p:spPr>
          <a:xfrm>
            <a:off x="5838175" y="745800"/>
            <a:ext cx="3305700" cy="3651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  <p:sp>
        <p:nvSpPr>
          <p:cNvPr id="143" name="Google Shape;143;p7"/>
          <p:cNvSpPr txBox="1"/>
          <p:nvPr>
            <p:ph idx="1" type="subTitle"/>
          </p:nvPr>
        </p:nvSpPr>
        <p:spPr>
          <a:xfrm>
            <a:off x="713225" y="1520125"/>
            <a:ext cx="3722700" cy="30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Light"/>
              <a:buChar char="●"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○"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Light"/>
              <a:buChar char="■"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Light"/>
              <a:buChar char="●"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 Light"/>
              <a:buChar char="●"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 Light"/>
              <a:buChar char="○"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2100"/>
            </a:lvl9pPr>
          </a:lstStyle>
          <a:p/>
        </p:txBody>
      </p:sp>
      <p:sp>
        <p:nvSpPr>
          <p:cNvPr id="144" name="Google Shape;144;p7"/>
          <p:cNvSpPr txBox="1"/>
          <p:nvPr>
            <p:ph type="title"/>
          </p:nvPr>
        </p:nvSpPr>
        <p:spPr>
          <a:xfrm>
            <a:off x="713225" y="521225"/>
            <a:ext cx="4761000" cy="8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45" name="Google Shape;145;p7"/>
          <p:cNvGrpSpPr/>
          <p:nvPr/>
        </p:nvGrpSpPr>
        <p:grpSpPr>
          <a:xfrm>
            <a:off x="3768188" y="4684025"/>
            <a:ext cx="1607575" cy="178225"/>
            <a:chOff x="3768188" y="4684025"/>
            <a:chExt cx="1607575" cy="178225"/>
          </a:xfrm>
        </p:grpSpPr>
        <p:sp>
          <p:nvSpPr>
            <p:cNvPr id="146" name="Google Shape;146;p7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8" name="Google Shape;148;p7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149" name="Google Shape;149;p7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7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7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7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4" name="Google Shape;154;p7"/>
          <p:cNvGrpSpPr/>
          <p:nvPr/>
        </p:nvGrpSpPr>
        <p:grpSpPr>
          <a:xfrm>
            <a:off x="401038" y="333613"/>
            <a:ext cx="8355300" cy="4476263"/>
            <a:chOff x="401038" y="333613"/>
            <a:chExt cx="8355300" cy="4476263"/>
          </a:xfrm>
        </p:grpSpPr>
        <p:sp>
          <p:nvSpPr>
            <p:cNvPr id="155" name="Google Shape;155;p7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7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59" name="Google Shape;159;p8"/>
          <p:cNvGrpSpPr/>
          <p:nvPr/>
        </p:nvGrpSpPr>
        <p:grpSpPr>
          <a:xfrm>
            <a:off x="3715838" y="4684025"/>
            <a:ext cx="1712300" cy="178225"/>
            <a:chOff x="3715838" y="281238"/>
            <a:chExt cx="1712300" cy="178225"/>
          </a:xfrm>
        </p:grpSpPr>
        <p:sp>
          <p:nvSpPr>
            <p:cNvPr id="160" name="Google Shape;160;p8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" name="Google Shape;161;p8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162" name="Google Shape;162;p8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8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8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8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8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" name="Google Shape;167;p8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168" name="Google Shape;168;p8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8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8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8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8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3" name="Google Shape;173;p8"/>
          <p:cNvGrpSpPr/>
          <p:nvPr/>
        </p:nvGrpSpPr>
        <p:grpSpPr>
          <a:xfrm>
            <a:off x="401038" y="333613"/>
            <a:ext cx="8355300" cy="4476275"/>
            <a:chOff x="401038" y="333613"/>
            <a:chExt cx="8355300" cy="4476275"/>
          </a:xfrm>
        </p:grpSpPr>
        <p:sp>
          <p:nvSpPr>
            <p:cNvPr id="174" name="Google Shape;174;p8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" name="Google Shape;178;p8"/>
          <p:cNvGrpSpPr/>
          <p:nvPr/>
        </p:nvGrpSpPr>
        <p:grpSpPr>
          <a:xfrm>
            <a:off x="3768188" y="281250"/>
            <a:ext cx="1607575" cy="178225"/>
            <a:chOff x="3768188" y="4684025"/>
            <a:chExt cx="1607575" cy="178225"/>
          </a:xfrm>
        </p:grpSpPr>
        <p:sp>
          <p:nvSpPr>
            <p:cNvPr id="179" name="Google Shape;179;p8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1" name="Google Shape;181;p8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182" name="Google Shape;182;p8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8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8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8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8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 txBox="1"/>
          <p:nvPr>
            <p:ph type="title"/>
          </p:nvPr>
        </p:nvSpPr>
        <p:spPr>
          <a:xfrm>
            <a:off x="25494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9" name="Google Shape;189;p9"/>
          <p:cNvSpPr txBox="1"/>
          <p:nvPr>
            <p:ph idx="1" type="subTitle"/>
          </p:nvPr>
        </p:nvSpPr>
        <p:spPr>
          <a:xfrm>
            <a:off x="25494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190" name="Google Shape;190;p9"/>
          <p:cNvGrpSpPr/>
          <p:nvPr/>
        </p:nvGrpSpPr>
        <p:grpSpPr>
          <a:xfrm>
            <a:off x="401025" y="333613"/>
            <a:ext cx="8341875" cy="4476263"/>
            <a:chOff x="401038" y="333625"/>
            <a:chExt cx="8341875" cy="4476263"/>
          </a:xfrm>
        </p:grpSpPr>
        <p:sp>
          <p:nvSpPr>
            <p:cNvPr id="191" name="Google Shape;191;p9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3" name="Google Shape;193;p9"/>
          <p:cNvGrpSpPr/>
          <p:nvPr/>
        </p:nvGrpSpPr>
        <p:grpSpPr>
          <a:xfrm>
            <a:off x="3768188" y="4684025"/>
            <a:ext cx="1607575" cy="178225"/>
            <a:chOff x="3768188" y="4684025"/>
            <a:chExt cx="1607575" cy="178225"/>
          </a:xfrm>
        </p:grpSpPr>
        <p:sp>
          <p:nvSpPr>
            <p:cNvPr id="194" name="Google Shape;194;p9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6" name="Google Shape;196;p9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197" name="Google Shape;197;p9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9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9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10"/>
          <p:cNvSpPr txBox="1"/>
          <p:nvPr>
            <p:ph type="title"/>
          </p:nvPr>
        </p:nvSpPr>
        <p:spPr>
          <a:xfrm>
            <a:off x="713225" y="521225"/>
            <a:ext cx="7717500" cy="763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7" name="Google Shape;20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208" name="Google Shape;208;p11"/>
          <p:cNvGrpSpPr/>
          <p:nvPr/>
        </p:nvGrpSpPr>
        <p:grpSpPr>
          <a:xfrm>
            <a:off x="401038" y="333613"/>
            <a:ext cx="8355300" cy="4476263"/>
            <a:chOff x="401038" y="333613"/>
            <a:chExt cx="8355300" cy="4476263"/>
          </a:xfrm>
        </p:grpSpPr>
        <p:sp>
          <p:nvSpPr>
            <p:cNvPr id="209" name="Google Shape;209;p11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1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" name="Google Shape;211;p11"/>
          <p:cNvGrpSpPr/>
          <p:nvPr/>
        </p:nvGrpSpPr>
        <p:grpSpPr>
          <a:xfrm>
            <a:off x="3715838" y="4684025"/>
            <a:ext cx="1712300" cy="178225"/>
            <a:chOff x="3715838" y="281238"/>
            <a:chExt cx="1712300" cy="178225"/>
          </a:xfrm>
        </p:grpSpPr>
        <p:sp>
          <p:nvSpPr>
            <p:cNvPr id="212" name="Google Shape;212;p11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3" name="Google Shape;213;p11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214" name="Google Shape;214;p11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1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220" name="Google Shape;220;p11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1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11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"/>
          <p:cNvSpPr txBox="1"/>
          <p:nvPr>
            <p:ph type="title"/>
          </p:nvPr>
        </p:nvSpPr>
        <p:spPr>
          <a:xfrm>
            <a:off x="713225" y="521225"/>
            <a:ext cx="77175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8" name="Google Shape;228;p13"/>
          <p:cNvSpPr txBox="1"/>
          <p:nvPr>
            <p:ph idx="1" type="subTitle"/>
          </p:nvPr>
        </p:nvSpPr>
        <p:spPr>
          <a:xfrm>
            <a:off x="804550" y="2253982"/>
            <a:ext cx="2388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13"/>
          <p:cNvSpPr txBox="1"/>
          <p:nvPr>
            <p:ph idx="2" type="subTitle"/>
          </p:nvPr>
        </p:nvSpPr>
        <p:spPr>
          <a:xfrm>
            <a:off x="804550" y="2675425"/>
            <a:ext cx="2388600" cy="10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13"/>
          <p:cNvSpPr txBox="1"/>
          <p:nvPr>
            <p:ph idx="3" type="subTitle"/>
          </p:nvPr>
        </p:nvSpPr>
        <p:spPr>
          <a:xfrm>
            <a:off x="3377700" y="2253985"/>
            <a:ext cx="2388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13"/>
          <p:cNvSpPr txBox="1"/>
          <p:nvPr>
            <p:ph idx="4" type="subTitle"/>
          </p:nvPr>
        </p:nvSpPr>
        <p:spPr>
          <a:xfrm>
            <a:off x="3377700" y="2675428"/>
            <a:ext cx="2388600" cy="10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13"/>
          <p:cNvSpPr txBox="1"/>
          <p:nvPr>
            <p:ph idx="5" type="subTitle"/>
          </p:nvPr>
        </p:nvSpPr>
        <p:spPr>
          <a:xfrm>
            <a:off x="5950850" y="2253985"/>
            <a:ext cx="2388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13"/>
          <p:cNvSpPr txBox="1"/>
          <p:nvPr>
            <p:ph idx="6" type="subTitle"/>
          </p:nvPr>
        </p:nvSpPr>
        <p:spPr>
          <a:xfrm>
            <a:off x="5950850" y="2675428"/>
            <a:ext cx="2388600" cy="10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13"/>
          <p:cNvSpPr txBox="1"/>
          <p:nvPr>
            <p:ph hasCustomPrompt="1" idx="7" type="title"/>
          </p:nvPr>
        </p:nvSpPr>
        <p:spPr>
          <a:xfrm>
            <a:off x="1528150" y="1676925"/>
            <a:ext cx="941400" cy="572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3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35" name="Google Shape;235;p13"/>
          <p:cNvSpPr txBox="1"/>
          <p:nvPr>
            <p:ph hasCustomPrompt="1" idx="8" type="title"/>
          </p:nvPr>
        </p:nvSpPr>
        <p:spPr>
          <a:xfrm>
            <a:off x="4101300" y="1676925"/>
            <a:ext cx="941400" cy="572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3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36" name="Google Shape;236;p13"/>
          <p:cNvSpPr txBox="1"/>
          <p:nvPr>
            <p:ph hasCustomPrompt="1" idx="9" type="title"/>
          </p:nvPr>
        </p:nvSpPr>
        <p:spPr>
          <a:xfrm>
            <a:off x="6674450" y="1676925"/>
            <a:ext cx="941400" cy="572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3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grpSp>
        <p:nvGrpSpPr>
          <p:cNvPr id="237" name="Google Shape;237;p13"/>
          <p:cNvGrpSpPr/>
          <p:nvPr/>
        </p:nvGrpSpPr>
        <p:grpSpPr>
          <a:xfrm>
            <a:off x="3768188" y="4684025"/>
            <a:ext cx="1607575" cy="178225"/>
            <a:chOff x="3768188" y="4684025"/>
            <a:chExt cx="1607575" cy="178225"/>
          </a:xfrm>
        </p:grpSpPr>
        <p:sp>
          <p:nvSpPr>
            <p:cNvPr id="238" name="Google Shape;238;p13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3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0" name="Google Shape;240;p13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241" name="Google Shape;241;p13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3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3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3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3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6" name="Google Shape;246;p13"/>
          <p:cNvGrpSpPr/>
          <p:nvPr/>
        </p:nvGrpSpPr>
        <p:grpSpPr>
          <a:xfrm>
            <a:off x="401038" y="333625"/>
            <a:ext cx="8341875" cy="4476263"/>
            <a:chOff x="401038" y="333625"/>
            <a:chExt cx="8341875" cy="4476263"/>
          </a:xfrm>
        </p:grpSpPr>
        <p:sp>
          <p:nvSpPr>
            <p:cNvPr id="247" name="Google Shape;247;p13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3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"/>
          <p:cNvSpPr txBox="1"/>
          <p:nvPr>
            <p:ph type="title"/>
          </p:nvPr>
        </p:nvSpPr>
        <p:spPr>
          <a:xfrm flipH="1">
            <a:off x="1803150" y="3412850"/>
            <a:ext cx="5537700" cy="4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1" name="Google Shape;251;p14"/>
          <p:cNvSpPr txBox="1"/>
          <p:nvPr>
            <p:ph idx="1" type="subTitle"/>
          </p:nvPr>
        </p:nvSpPr>
        <p:spPr>
          <a:xfrm flipH="1">
            <a:off x="1803150" y="1103500"/>
            <a:ext cx="5537700" cy="220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2" name="Google Shape;252;p14"/>
          <p:cNvGrpSpPr/>
          <p:nvPr/>
        </p:nvGrpSpPr>
        <p:grpSpPr>
          <a:xfrm>
            <a:off x="3715838" y="4684025"/>
            <a:ext cx="1712300" cy="178225"/>
            <a:chOff x="3715838" y="281238"/>
            <a:chExt cx="1712300" cy="178225"/>
          </a:xfrm>
        </p:grpSpPr>
        <p:sp>
          <p:nvSpPr>
            <p:cNvPr id="253" name="Google Shape;253;p14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4" name="Google Shape;254;p14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255" name="Google Shape;255;p14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4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4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4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4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0" name="Google Shape;260;p14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261" name="Google Shape;261;p14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4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4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14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4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66" name="Google Shape;266;p14"/>
          <p:cNvGrpSpPr/>
          <p:nvPr/>
        </p:nvGrpSpPr>
        <p:grpSpPr>
          <a:xfrm>
            <a:off x="401038" y="333625"/>
            <a:ext cx="8341875" cy="4476263"/>
            <a:chOff x="401038" y="333625"/>
            <a:chExt cx="8341875" cy="4476263"/>
          </a:xfrm>
        </p:grpSpPr>
        <p:sp>
          <p:nvSpPr>
            <p:cNvPr id="267" name="Google Shape;267;p14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9" name="Google Shape;269;p14"/>
          <p:cNvGrpSpPr/>
          <p:nvPr/>
        </p:nvGrpSpPr>
        <p:grpSpPr>
          <a:xfrm>
            <a:off x="3768188" y="281250"/>
            <a:ext cx="1607575" cy="178225"/>
            <a:chOff x="3768188" y="4684025"/>
            <a:chExt cx="1607575" cy="178225"/>
          </a:xfrm>
        </p:grpSpPr>
        <p:sp>
          <p:nvSpPr>
            <p:cNvPr id="270" name="Google Shape;270;p14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2" name="Google Shape;272;p14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273" name="Google Shape;273;p14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14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14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14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14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3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"/>
          <p:cNvSpPr txBox="1"/>
          <p:nvPr>
            <p:ph type="title"/>
          </p:nvPr>
        </p:nvSpPr>
        <p:spPr>
          <a:xfrm>
            <a:off x="713225" y="521225"/>
            <a:ext cx="77175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0" name="Google Shape;280;p15"/>
          <p:cNvGrpSpPr/>
          <p:nvPr/>
        </p:nvGrpSpPr>
        <p:grpSpPr>
          <a:xfrm>
            <a:off x="3768188" y="4684025"/>
            <a:ext cx="1607575" cy="178225"/>
            <a:chOff x="3768188" y="4684025"/>
            <a:chExt cx="1607575" cy="178225"/>
          </a:xfrm>
        </p:grpSpPr>
        <p:sp>
          <p:nvSpPr>
            <p:cNvPr id="281" name="Google Shape;281;p15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3" name="Google Shape;283;p15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284" name="Google Shape;284;p15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15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15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15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15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9" name="Google Shape;289;p15"/>
          <p:cNvGrpSpPr/>
          <p:nvPr/>
        </p:nvGrpSpPr>
        <p:grpSpPr>
          <a:xfrm>
            <a:off x="401038" y="333613"/>
            <a:ext cx="8355300" cy="4476263"/>
            <a:chOff x="401038" y="333613"/>
            <a:chExt cx="8355300" cy="4476263"/>
          </a:xfrm>
        </p:grpSpPr>
        <p:sp>
          <p:nvSpPr>
            <p:cNvPr id="290" name="Google Shape;290;p15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5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"/>
          <p:cNvSpPr txBox="1"/>
          <p:nvPr>
            <p:ph type="title"/>
          </p:nvPr>
        </p:nvSpPr>
        <p:spPr>
          <a:xfrm>
            <a:off x="713225" y="521225"/>
            <a:ext cx="77175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94" name="Google Shape;294;p16"/>
          <p:cNvGrpSpPr/>
          <p:nvPr/>
        </p:nvGrpSpPr>
        <p:grpSpPr>
          <a:xfrm>
            <a:off x="3715838" y="4684025"/>
            <a:ext cx="1712300" cy="178225"/>
            <a:chOff x="3715838" y="281238"/>
            <a:chExt cx="1712300" cy="178225"/>
          </a:xfrm>
        </p:grpSpPr>
        <p:sp>
          <p:nvSpPr>
            <p:cNvPr id="295" name="Google Shape;295;p16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6" name="Google Shape;296;p16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297" name="Google Shape;297;p16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16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16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16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16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2" name="Google Shape;302;p16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303" name="Google Shape;303;p16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16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16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16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16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08" name="Google Shape;308;p16"/>
          <p:cNvGrpSpPr/>
          <p:nvPr/>
        </p:nvGrpSpPr>
        <p:grpSpPr>
          <a:xfrm>
            <a:off x="401025" y="333613"/>
            <a:ext cx="8341875" cy="4476263"/>
            <a:chOff x="401038" y="333625"/>
            <a:chExt cx="8341875" cy="4476263"/>
          </a:xfrm>
        </p:grpSpPr>
        <p:sp>
          <p:nvSpPr>
            <p:cNvPr id="309" name="Google Shape;309;p16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6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7"/>
          <p:cNvSpPr/>
          <p:nvPr>
            <p:ph idx="2" type="pic"/>
          </p:nvPr>
        </p:nvSpPr>
        <p:spPr>
          <a:xfrm>
            <a:off x="0" y="745800"/>
            <a:ext cx="3305700" cy="3651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  <p:sp>
        <p:nvSpPr>
          <p:cNvPr id="313" name="Google Shape;313;p17"/>
          <p:cNvSpPr txBox="1"/>
          <p:nvPr>
            <p:ph idx="1" type="subTitle"/>
          </p:nvPr>
        </p:nvSpPr>
        <p:spPr>
          <a:xfrm>
            <a:off x="4066400" y="1596325"/>
            <a:ext cx="4364400" cy="28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hivo"/>
              <a:buChar char="■"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2CB8"/>
              </a:buClr>
              <a:buSzPts val="1200"/>
              <a:buFont typeface="Chivo"/>
              <a:buChar char="○"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2CB8"/>
              </a:buClr>
              <a:buSzPts val="1200"/>
              <a:buFont typeface="Chivo"/>
              <a:buChar char="■"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2CB8"/>
              </a:buClr>
              <a:buSzPts val="1200"/>
              <a:buFont typeface="Chivo"/>
              <a:buChar char="●"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2CB8"/>
              </a:buClr>
              <a:buSzPts val="1200"/>
              <a:buFont typeface="Chivo"/>
              <a:buChar char="○"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2CB8"/>
              </a:buClr>
              <a:buSzPts val="1200"/>
              <a:buFont typeface="Chivo"/>
              <a:buChar char="■"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2CB8"/>
              </a:buClr>
              <a:buSzPts val="1200"/>
              <a:buFont typeface="Chivo"/>
              <a:buChar char="●"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2CB8"/>
              </a:buClr>
              <a:buSzPts val="1200"/>
              <a:buFont typeface="Chivo"/>
              <a:buChar char="○"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2CB8"/>
              </a:buClr>
              <a:buSzPts val="1200"/>
              <a:buFont typeface="Chivo"/>
              <a:buChar char="■"/>
              <a:defRPr sz="2100"/>
            </a:lvl9pPr>
          </a:lstStyle>
          <a:p/>
        </p:txBody>
      </p:sp>
      <p:sp>
        <p:nvSpPr>
          <p:cNvPr id="314" name="Google Shape;314;p17"/>
          <p:cNvSpPr txBox="1"/>
          <p:nvPr>
            <p:ph type="title"/>
          </p:nvPr>
        </p:nvSpPr>
        <p:spPr>
          <a:xfrm>
            <a:off x="4066400" y="521225"/>
            <a:ext cx="4364400" cy="8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15" name="Google Shape;315;p17"/>
          <p:cNvGrpSpPr/>
          <p:nvPr/>
        </p:nvGrpSpPr>
        <p:grpSpPr>
          <a:xfrm>
            <a:off x="3715838" y="4684025"/>
            <a:ext cx="1712300" cy="178225"/>
            <a:chOff x="3715838" y="281238"/>
            <a:chExt cx="1712300" cy="178225"/>
          </a:xfrm>
        </p:grpSpPr>
        <p:sp>
          <p:nvSpPr>
            <p:cNvPr id="316" name="Google Shape;316;p17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7" name="Google Shape;317;p17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318" name="Google Shape;318;p17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17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17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17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17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3" name="Google Shape;323;p17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324" name="Google Shape;324;p17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17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17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17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17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29" name="Google Shape;329;p17"/>
          <p:cNvGrpSpPr/>
          <p:nvPr/>
        </p:nvGrpSpPr>
        <p:grpSpPr>
          <a:xfrm>
            <a:off x="401038" y="333625"/>
            <a:ext cx="8341875" cy="4476263"/>
            <a:chOff x="401038" y="333625"/>
            <a:chExt cx="8341875" cy="4476263"/>
          </a:xfrm>
        </p:grpSpPr>
        <p:sp>
          <p:nvSpPr>
            <p:cNvPr id="330" name="Google Shape;330;p17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7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8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"/>
          <p:cNvSpPr txBox="1"/>
          <p:nvPr>
            <p:ph idx="1" type="body"/>
          </p:nvPr>
        </p:nvSpPr>
        <p:spPr>
          <a:xfrm>
            <a:off x="713225" y="1073075"/>
            <a:ext cx="7717500" cy="12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Didact Gothic"/>
              <a:buChar char="■"/>
              <a:defRPr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○"/>
              <a:defRPr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■"/>
              <a:defRPr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●"/>
              <a:defRPr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■"/>
              <a:defRPr/>
            </a:lvl9pPr>
          </a:lstStyle>
          <a:p/>
        </p:txBody>
      </p:sp>
      <p:sp>
        <p:nvSpPr>
          <p:cNvPr id="334" name="Google Shape;334;p18"/>
          <p:cNvSpPr txBox="1"/>
          <p:nvPr>
            <p:ph type="title"/>
          </p:nvPr>
        </p:nvSpPr>
        <p:spPr>
          <a:xfrm>
            <a:off x="713225" y="521225"/>
            <a:ext cx="77175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35" name="Google Shape;335;p18"/>
          <p:cNvGrpSpPr/>
          <p:nvPr/>
        </p:nvGrpSpPr>
        <p:grpSpPr>
          <a:xfrm>
            <a:off x="3715838" y="4684025"/>
            <a:ext cx="1712300" cy="178225"/>
            <a:chOff x="3715838" y="281238"/>
            <a:chExt cx="1712300" cy="178225"/>
          </a:xfrm>
        </p:grpSpPr>
        <p:sp>
          <p:nvSpPr>
            <p:cNvPr id="336" name="Google Shape;336;p18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7" name="Google Shape;337;p18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338" name="Google Shape;338;p18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18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18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18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18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3" name="Google Shape;343;p18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344" name="Google Shape;344;p18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18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18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18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18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9" name="Google Shape;349;p18"/>
          <p:cNvGrpSpPr/>
          <p:nvPr/>
        </p:nvGrpSpPr>
        <p:grpSpPr>
          <a:xfrm>
            <a:off x="401038" y="333613"/>
            <a:ext cx="8355300" cy="4476263"/>
            <a:chOff x="401038" y="333613"/>
            <a:chExt cx="8355300" cy="4476263"/>
          </a:xfrm>
        </p:grpSpPr>
        <p:sp>
          <p:nvSpPr>
            <p:cNvPr id="350" name="Google Shape;350;p18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8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4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9"/>
          <p:cNvSpPr txBox="1"/>
          <p:nvPr>
            <p:ph type="title"/>
          </p:nvPr>
        </p:nvSpPr>
        <p:spPr>
          <a:xfrm>
            <a:off x="713225" y="521225"/>
            <a:ext cx="77175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4" name="Google Shape;354;p19"/>
          <p:cNvSpPr txBox="1"/>
          <p:nvPr>
            <p:ph idx="1" type="subTitle"/>
          </p:nvPr>
        </p:nvSpPr>
        <p:spPr>
          <a:xfrm>
            <a:off x="910563" y="1480500"/>
            <a:ext cx="3385500" cy="2412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19"/>
          <p:cNvSpPr txBox="1"/>
          <p:nvPr>
            <p:ph idx="2" type="subTitle"/>
          </p:nvPr>
        </p:nvSpPr>
        <p:spPr>
          <a:xfrm>
            <a:off x="4847938" y="1480500"/>
            <a:ext cx="3385500" cy="2412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56" name="Google Shape;356;p19"/>
          <p:cNvGrpSpPr/>
          <p:nvPr/>
        </p:nvGrpSpPr>
        <p:grpSpPr>
          <a:xfrm>
            <a:off x="3768188" y="4684025"/>
            <a:ext cx="1607575" cy="178225"/>
            <a:chOff x="3768188" y="4684025"/>
            <a:chExt cx="1607575" cy="178225"/>
          </a:xfrm>
        </p:grpSpPr>
        <p:sp>
          <p:nvSpPr>
            <p:cNvPr id="357" name="Google Shape;357;p19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9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9" name="Google Shape;359;p19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360" name="Google Shape;360;p19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19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19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19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19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65" name="Google Shape;365;p19"/>
          <p:cNvGrpSpPr/>
          <p:nvPr/>
        </p:nvGrpSpPr>
        <p:grpSpPr>
          <a:xfrm>
            <a:off x="401038" y="333613"/>
            <a:ext cx="8355300" cy="4476263"/>
            <a:chOff x="401038" y="333613"/>
            <a:chExt cx="8355300" cy="4476263"/>
          </a:xfrm>
        </p:grpSpPr>
        <p:sp>
          <p:nvSpPr>
            <p:cNvPr id="366" name="Google Shape;366;p19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9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6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0"/>
          <p:cNvSpPr txBox="1"/>
          <p:nvPr>
            <p:ph type="title"/>
          </p:nvPr>
        </p:nvSpPr>
        <p:spPr>
          <a:xfrm>
            <a:off x="2257500" y="576063"/>
            <a:ext cx="4629000" cy="104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0" name="Google Shape;370;p20"/>
          <p:cNvSpPr txBox="1"/>
          <p:nvPr>
            <p:ph idx="1" type="subTitle"/>
          </p:nvPr>
        </p:nvSpPr>
        <p:spPr>
          <a:xfrm>
            <a:off x="2964800" y="1524450"/>
            <a:ext cx="3214500" cy="10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71" name="Google Shape;371;p20"/>
          <p:cNvGrpSpPr/>
          <p:nvPr/>
        </p:nvGrpSpPr>
        <p:grpSpPr>
          <a:xfrm>
            <a:off x="3715838" y="281238"/>
            <a:ext cx="1712300" cy="178225"/>
            <a:chOff x="3715838" y="281238"/>
            <a:chExt cx="1712300" cy="178225"/>
          </a:xfrm>
        </p:grpSpPr>
        <p:sp>
          <p:nvSpPr>
            <p:cNvPr id="372" name="Google Shape;372;p20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3" name="Google Shape;373;p20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374" name="Google Shape;374;p20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20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20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20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20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9" name="Google Shape;379;p20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380" name="Google Shape;380;p20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20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20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20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20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85" name="Google Shape;385;p20"/>
          <p:cNvGrpSpPr/>
          <p:nvPr/>
        </p:nvGrpSpPr>
        <p:grpSpPr>
          <a:xfrm>
            <a:off x="3768188" y="4684025"/>
            <a:ext cx="1607575" cy="178225"/>
            <a:chOff x="3768188" y="4684025"/>
            <a:chExt cx="1607575" cy="178225"/>
          </a:xfrm>
        </p:grpSpPr>
        <p:sp>
          <p:nvSpPr>
            <p:cNvPr id="386" name="Google Shape;386;p20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0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8" name="Google Shape;388;p20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389" name="Google Shape;389;p20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20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20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20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20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94" name="Google Shape;394;p20"/>
          <p:cNvGrpSpPr/>
          <p:nvPr/>
        </p:nvGrpSpPr>
        <p:grpSpPr>
          <a:xfrm>
            <a:off x="401038" y="333613"/>
            <a:ext cx="8355300" cy="4476275"/>
            <a:chOff x="401038" y="333613"/>
            <a:chExt cx="8355300" cy="4476275"/>
          </a:xfrm>
        </p:grpSpPr>
        <p:sp>
          <p:nvSpPr>
            <p:cNvPr id="395" name="Google Shape;395;p20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0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0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0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9" name="Google Shape;399;p20"/>
          <p:cNvGrpSpPr/>
          <p:nvPr/>
        </p:nvGrpSpPr>
        <p:grpSpPr>
          <a:xfrm>
            <a:off x="3715838" y="4684025"/>
            <a:ext cx="1712300" cy="178225"/>
            <a:chOff x="3715838" y="281238"/>
            <a:chExt cx="1712300" cy="178225"/>
          </a:xfrm>
        </p:grpSpPr>
        <p:sp>
          <p:nvSpPr>
            <p:cNvPr id="400" name="Google Shape;400;p20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1" name="Google Shape;401;p20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402" name="Google Shape;402;p20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20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0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20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20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7" name="Google Shape;407;p20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408" name="Google Shape;408;p20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20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20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20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20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13" name="Google Shape;413;p20"/>
          <p:cNvGrpSpPr/>
          <p:nvPr/>
        </p:nvGrpSpPr>
        <p:grpSpPr>
          <a:xfrm>
            <a:off x="401038" y="333613"/>
            <a:ext cx="8355300" cy="4476263"/>
            <a:chOff x="401038" y="333613"/>
            <a:chExt cx="8355300" cy="4476263"/>
          </a:xfrm>
        </p:grpSpPr>
        <p:sp>
          <p:nvSpPr>
            <p:cNvPr id="414" name="Google Shape;414;p20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0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6" name="Google Shape;416;p20"/>
          <p:cNvSpPr txBox="1"/>
          <p:nvPr/>
        </p:nvSpPr>
        <p:spPr>
          <a:xfrm>
            <a:off x="2689350" y="3427938"/>
            <a:ext cx="37653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sz="1000" u="sng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8" name="Google Shape;418;p21"/>
          <p:cNvGrpSpPr/>
          <p:nvPr/>
        </p:nvGrpSpPr>
        <p:grpSpPr>
          <a:xfrm>
            <a:off x="3768188" y="4684025"/>
            <a:ext cx="1607575" cy="178225"/>
            <a:chOff x="3768188" y="4684025"/>
            <a:chExt cx="1607575" cy="178225"/>
          </a:xfrm>
        </p:grpSpPr>
        <p:sp>
          <p:nvSpPr>
            <p:cNvPr id="419" name="Google Shape;419;p21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1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1" name="Google Shape;421;p21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422" name="Google Shape;422;p21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21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21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21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21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27" name="Google Shape;427;p21"/>
          <p:cNvGrpSpPr/>
          <p:nvPr/>
        </p:nvGrpSpPr>
        <p:grpSpPr>
          <a:xfrm>
            <a:off x="401038" y="333613"/>
            <a:ext cx="8355300" cy="4476263"/>
            <a:chOff x="401038" y="333613"/>
            <a:chExt cx="8355300" cy="4476263"/>
          </a:xfrm>
        </p:grpSpPr>
        <p:sp>
          <p:nvSpPr>
            <p:cNvPr id="428" name="Google Shape;428;p21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1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7_1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" name="Google Shape;431;p22"/>
          <p:cNvGrpSpPr/>
          <p:nvPr/>
        </p:nvGrpSpPr>
        <p:grpSpPr>
          <a:xfrm>
            <a:off x="3715838" y="4684025"/>
            <a:ext cx="1712300" cy="178225"/>
            <a:chOff x="3715838" y="281238"/>
            <a:chExt cx="1712300" cy="178225"/>
          </a:xfrm>
        </p:grpSpPr>
        <p:sp>
          <p:nvSpPr>
            <p:cNvPr id="432" name="Google Shape;432;p22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3" name="Google Shape;433;p22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434" name="Google Shape;434;p22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22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22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22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22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9" name="Google Shape;439;p22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440" name="Google Shape;440;p22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22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22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22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22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45" name="Google Shape;445;p22"/>
          <p:cNvGrpSpPr/>
          <p:nvPr/>
        </p:nvGrpSpPr>
        <p:grpSpPr>
          <a:xfrm>
            <a:off x="401025" y="333613"/>
            <a:ext cx="8341875" cy="4476263"/>
            <a:chOff x="401038" y="333625"/>
            <a:chExt cx="8341875" cy="4476263"/>
          </a:xfrm>
        </p:grpSpPr>
        <p:sp>
          <p:nvSpPr>
            <p:cNvPr id="446" name="Google Shape;446;p22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2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50" name="Google Shape;450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51" name="Google Shape;45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Char char="●"/>
              <a:defRPr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ehadziabdic/GameOfTheAmazons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chess.com" TargetMode="External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4"/>
          <p:cNvSpPr txBox="1"/>
          <p:nvPr>
            <p:ph type="ctrTitle"/>
          </p:nvPr>
        </p:nvSpPr>
        <p:spPr>
          <a:xfrm>
            <a:off x="1558625" y="1285850"/>
            <a:ext cx="6102300" cy="157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PRESENTATION</a:t>
            </a:r>
            <a:endParaRPr/>
          </a:p>
        </p:txBody>
      </p:sp>
      <p:sp>
        <p:nvSpPr>
          <p:cNvPr id="457" name="Google Shape;457;p24"/>
          <p:cNvSpPr txBox="1"/>
          <p:nvPr>
            <p:ph idx="2" type="ctrTitle"/>
          </p:nvPr>
        </p:nvSpPr>
        <p:spPr>
          <a:xfrm>
            <a:off x="1680900" y="2721350"/>
            <a:ext cx="5782200" cy="62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OF </a:t>
            </a:r>
            <a:r>
              <a:rPr lang="en"/>
              <a:t>THE </a:t>
            </a:r>
            <a:r>
              <a:rPr lang="en"/>
              <a:t>AMAZONS</a:t>
            </a:r>
            <a:endParaRPr/>
          </a:p>
        </p:txBody>
      </p:sp>
      <p:grpSp>
        <p:nvGrpSpPr>
          <p:cNvPr id="458" name="Google Shape;458;p24"/>
          <p:cNvGrpSpPr/>
          <p:nvPr/>
        </p:nvGrpSpPr>
        <p:grpSpPr>
          <a:xfrm>
            <a:off x="725451" y="659761"/>
            <a:ext cx="1174490" cy="1118533"/>
            <a:chOff x="4011167" y="1434654"/>
            <a:chExt cx="1875283" cy="1785938"/>
          </a:xfrm>
        </p:grpSpPr>
        <p:grpSp>
          <p:nvGrpSpPr>
            <p:cNvPr id="459" name="Google Shape;459;p24"/>
            <p:cNvGrpSpPr/>
            <p:nvPr/>
          </p:nvGrpSpPr>
          <p:grpSpPr>
            <a:xfrm>
              <a:off x="4011167" y="1434654"/>
              <a:ext cx="1874615" cy="1785651"/>
              <a:chOff x="4011167" y="1434654"/>
              <a:chExt cx="1874615" cy="1785651"/>
            </a:xfrm>
          </p:grpSpPr>
          <p:sp>
            <p:nvSpPr>
              <p:cNvPr id="460" name="Google Shape;460;p24"/>
              <p:cNvSpPr/>
              <p:nvPr/>
            </p:nvSpPr>
            <p:spPr>
              <a:xfrm>
                <a:off x="5439917" y="2149030"/>
                <a:ext cx="148875" cy="148875"/>
              </a:xfrm>
              <a:custGeom>
                <a:rect b="b" l="l" r="r" t="t"/>
                <a:pathLst>
                  <a:path extrusionOk="0" h="148875" w="148875">
                    <a:moveTo>
                      <a:pt x="89345" y="148876"/>
                    </a:moveTo>
                    <a:lnTo>
                      <a:pt x="89345" y="119063"/>
                    </a:lnTo>
                    <a:lnTo>
                      <a:pt x="119063" y="119063"/>
                    </a:lnTo>
                    <a:lnTo>
                      <a:pt x="119063" y="89344"/>
                    </a:lnTo>
                    <a:lnTo>
                      <a:pt x="148876" y="89344"/>
                    </a:lnTo>
                    <a:lnTo>
                      <a:pt x="148876" y="29813"/>
                    </a:lnTo>
                    <a:lnTo>
                      <a:pt x="119063" y="29813"/>
                    </a:lnTo>
                    <a:lnTo>
                      <a:pt x="119063" y="0"/>
                    </a:lnTo>
                    <a:lnTo>
                      <a:pt x="89345" y="0"/>
                    </a:lnTo>
                    <a:lnTo>
                      <a:pt x="89345" y="29813"/>
                    </a:lnTo>
                    <a:lnTo>
                      <a:pt x="59627" y="29813"/>
                    </a:lnTo>
                    <a:lnTo>
                      <a:pt x="59627" y="0"/>
                    </a:lnTo>
                    <a:lnTo>
                      <a:pt x="29813" y="0"/>
                    </a:lnTo>
                    <a:lnTo>
                      <a:pt x="29813" y="29813"/>
                    </a:lnTo>
                    <a:lnTo>
                      <a:pt x="0" y="29813"/>
                    </a:lnTo>
                    <a:lnTo>
                      <a:pt x="0" y="89344"/>
                    </a:lnTo>
                    <a:lnTo>
                      <a:pt x="29813" y="89344"/>
                    </a:lnTo>
                    <a:lnTo>
                      <a:pt x="29813" y="119063"/>
                    </a:lnTo>
                    <a:lnTo>
                      <a:pt x="59627" y="119063"/>
                    </a:lnTo>
                    <a:lnTo>
                      <a:pt x="59627" y="148876"/>
                    </a:lnTo>
                    <a:lnTo>
                      <a:pt x="89345" y="148876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0534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24"/>
              <p:cNvSpPr/>
              <p:nvPr/>
            </p:nvSpPr>
            <p:spPr>
              <a:xfrm>
                <a:off x="4189856" y="2000249"/>
                <a:ext cx="148780" cy="148780"/>
              </a:xfrm>
              <a:custGeom>
                <a:rect b="b" l="l" r="r" t="t"/>
                <a:pathLst>
                  <a:path extrusionOk="0" h="148780" w="148780">
                    <a:moveTo>
                      <a:pt x="59436" y="89344"/>
                    </a:moveTo>
                    <a:lnTo>
                      <a:pt x="59436" y="119063"/>
                    </a:lnTo>
                    <a:lnTo>
                      <a:pt x="59436" y="148781"/>
                    </a:lnTo>
                    <a:lnTo>
                      <a:pt x="89249" y="148781"/>
                    </a:lnTo>
                    <a:lnTo>
                      <a:pt x="89249" y="119063"/>
                    </a:lnTo>
                    <a:lnTo>
                      <a:pt x="89249" y="89344"/>
                    </a:lnTo>
                    <a:lnTo>
                      <a:pt x="119063" y="89344"/>
                    </a:lnTo>
                    <a:lnTo>
                      <a:pt x="148781" y="89344"/>
                    </a:lnTo>
                    <a:lnTo>
                      <a:pt x="148781" y="59531"/>
                    </a:lnTo>
                    <a:lnTo>
                      <a:pt x="119063" y="59531"/>
                    </a:lnTo>
                    <a:lnTo>
                      <a:pt x="89249" y="59531"/>
                    </a:lnTo>
                    <a:lnTo>
                      <a:pt x="89249" y="29718"/>
                    </a:lnTo>
                    <a:lnTo>
                      <a:pt x="89249" y="0"/>
                    </a:lnTo>
                    <a:lnTo>
                      <a:pt x="59436" y="0"/>
                    </a:lnTo>
                    <a:lnTo>
                      <a:pt x="59436" y="29718"/>
                    </a:lnTo>
                    <a:lnTo>
                      <a:pt x="59436" y="59531"/>
                    </a:lnTo>
                    <a:lnTo>
                      <a:pt x="29718" y="59531"/>
                    </a:lnTo>
                    <a:lnTo>
                      <a:pt x="0" y="59531"/>
                    </a:lnTo>
                    <a:lnTo>
                      <a:pt x="0" y="89344"/>
                    </a:lnTo>
                    <a:lnTo>
                      <a:pt x="29718" y="89344"/>
                    </a:lnTo>
                    <a:lnTo>
                      <a:pt x="59436" y="89344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F99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24"/>
              <p:cNvSpPr/>
              <p:nvPr/>
            </p:nvSpPr>
            <p:spPr>
              <a:xfrm>
                <a:off x="4338637" y="2089593"/>
                <a:ext cx="148780" cy="148780"/>
              </a:xfrm>
              <a:custGeom>
                <a:rect b="b" l="l" r="r" t="t"/>
                <a:pathLst>
                  <a:path extrusionOk="0" h="148780" w="148780">
                    <a:moveTo>
                      <a:pt x="89345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59531" y="59436"/>
                    </a:lnTo>
                    <a:lnTo>
                      <a:pt x="29718" y="59436"/>
                    </a:lnTo>
                    <a:lnTo>
                      <a:pt x="0" y="59436"/>
                    </a:lnTo>
                    <a:lnTo>
                      <a:pt x="0" y="89249"/>
                    </a:lnTo>
                    <a:lnTo>
                      <a:pt x="29718" y="89249"/>
                    </a:lnTo>
                    <a:lnTo>
                      <a:pt x="59531" y="89249"/>
                    </a:lnTo>
                    <a:lnTo>
                      <a:pt x="59531" y="119063"/>
                    </a:lnTo>
                    <a:lnTo>
                      <a:pt x="59531" y="148781"/>
                    </a:lnTo>
                    <a:lnTo>
                      <a:pt x="89345" y="148781"/>
                    </a:lnTo>
                    <a:lnTo>
                      <a:pt x="89345" y="119063"/>
                    </a:lnTo>
                    <a:lnTo>
                      <a:pt x="89345" y="89249"/>
                    </a:lnTo>
                    <a:lnTo>
                      <a:pt x="119063" y="89249"/>
                    </a:lnTo>
                    <a:lnTo>
                      <a:pt x="148780" y="89249"/>
                    </a:lnTo>
                    <a:lnTo>
                      <a:pt x="148780" y="59436"/>
                    </a:lnTo>
                    <a:lnTo>
                      <a:pt x="119063" y="59436"/>
                    </a:lnTo>
                    <a:lnTo>
                      <a:pt x="89345" y="59436"/>
                    </a:lnTo>
                    <a:lnTo>
                      <a:pt x="89345" y="29718"/>
                    </a:lnTo>
                    <a:lnTo>
                      <a:pt x="89345" y="0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F99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24"/>
              <p:cNvSpPr/>
              <p:nvPr/>
            </p:nvSpPr>
            <p:spPr>
              <a:xfrm>
                <a:off x="4011167" y="1434654"/>
                <a:ext cx="1874615" cy="1785651"/>
              </a:xfrm>
              <a:custGeom>
                <a:rect b="b" l="l" r="r" t="t"/>
                <a:pathLst>
                  <a:path extrusionOk="0" h="1785651" w="1874615">
                    <a:moveTo>
                      <a:pt x="327470" y="1250252"/>
                    </a:moveTo>
                    <a:lnTo>
                      <a:pt x="327470" y="1279970"/>
                    </a:lnTo>
                    <a:lnTo>
                      <a:pt x="387001" y="1279970"/>
                    </a:lnTo>
                    <a:lnTo>
                      <a:pt x="387001" y="1309688"/>
                    </a:lnTo>
                    <a:lnTo>
                      <a:pt x="357283" y="1309688"/>
                    </a:lnTo>
                    <a:lnTo>
                      <a:pt x="357283" y="1339406"/>
                    </a:lnTo>
                    <a:lnTo>
                      <a:pt x="387001" y="1339406"/>
                    </a:lnTo>
                    <a:lnTo>
                      <a:pt x="387001" y="1369124"/>
                    </a:lnTo>
                    <a:lnTo>
                      <a:pt x="446532" y="1369124"/>
                    </a:lnTo>
                    <a:lnTo>
                      <a:pt x="446532" y="1398842"/>
                    </a:lnTo>
                    <a:lnTo>
                      <a:pt x="506063" y="1398842"/>
                    </a:lnTo>
                    <a:lnTo>
                      <a:pt x="506063" y="1369124"/>
                    </a:lnTo>
                    <a:lnTo>
                      <a:pt x="565595" y="1369124"/>
                    </a:lnTo>
                    <a:lnTo>
                      <a:pt x="565595" y="1339406"/>
                    </a:lnTo>
                    <a:lnTo>
                      <a:pt x="625126" y="1339406"/>
                    </a:lnTo>
                    <a:lnTo>
                      <a:pt x="625126" y="1369124"/>
                    </a:lnTo>
                    <a:lnTo>
                      <a:pt x="595408" y="1369124"/>
                    </a:lnTo>
                    <a:lnTo>
                      <a:pt x="595408" y="1398842"/>
                    </a:lnTo>
                    <a:lnTo>
                      <a:pt x="625126" y="1398842"/>
                    </a:lnTo>
                    <a:lnTo>
                      <a:pt x="625126" y="1428560"/>
                    </a:lnTo>
                    <a:lnTo>
                      <a:pt x="654844" y="1428560"/>
                    </a:lnTo>
                    <a:lnTo>
                      <a:pt x="654844" y="1517904"/>
                    </a:lnTo>
                    <a:lnTo>
                      <a:pt x="625126" y="1517904"/>
                    </a:lnTo>
                    <a:lnTo>
                      <a:pt x="625126" y="1547622"/>
                    </a:lnTo>
                    <a:lnTo>
                      <a:pt x="595408" y="1547622"/>
                    </a:lnTo>
                    <a:lnTo>
                      <a:pt x="595408" y="1636967"/>
                    </a:lnTo>
                    <a:lnTo>
                      <a:pt x="625126" y="1636967"/>
                    </a:lnTo>
                    <a:lnTo>
                      <a:pt x="625126" y="1696498"/>
                    </a:lnTo>
                    <a:lnTo>
                      <a:pt x="654844" y="1696498"/>
                    </a:lnTo>
                    <a:lnTo>
                      <a:pt x="654844" y="1726216"/>
                    </a:lnTo>
                    <a:lnTo>
                      <a:pt x="684562" y="1726216"/>
                    </a:lnTo>
                    <a:lnTo>
                      <a:pt x="684562" y="1755934"/>
                    </a:lnTo>
                    <a:lnTo>
                      <a:pt x="744093" y="1755934"/>
                    </a:lnTo>
                    <a:lnTo>
                      <a:pt x="744093" y="1785652"/>
                    </a:lnTo>
                    <a:lnTo>
                      <a:pt x="922687" y="1785652"/>
                    </a:lnTo>
                    <a:lnTo>
                      <a:pt x="922687" y="1755934"/>
                    </a:lnTo>
                    <a:lnTo>
                      <a:pt x="982218" y="1755934"/>
                    </a:lnTo>
                    <a:lnTo>
                      <a:pt x="982218" y="1726216"/>
                    </a:lnTo>
                    <a:lnTo>
                      <a:pt x="1011936" y="1726216"/>
                    </a:lnTo>
                    <a:lnTo>
                      <a:pt x="1011936" y="1696498"/>
                    </a:lnTo>
                    <a:lnTo>
                      <a:pt x="1041654" y="1696498"/>
                    </a:lnTo>
                    <a:lnTo>
                      <a:pt x="1041654" y="1636967"/>
                    </a:lnTo>
                    <a:lnTo>
                      <a:pt x="1071372" y="1636967"/>
                    </a:lnTo>
                    <a:lnTo>
                      <a:pt x="1071372" y="1547622"/>
                    </a:lnTo>
                    <a:lnTo>
                      <a:pt x="1041654" y="1547622"/>
                    </a:lnTo>
                    <a:lnTo>
                      <a:pt x="1041654" y="1517904"/>
                    </a:lnTo>
                    <a:lnTo>
                      <a:pt x="1011936" y="1517904"/>
                    </a:lnTo>
                    <a:lnTo>
                      <a:pt x="1011936" y="1428560"/>
                    </a:lnTo>
                    <a:lnTo>
                      <a:pt x="982218" y="1428560"/>
                    </a:lnTo>
                    <a:lnTo>
                      <a:pt x="982218" y="1398842"/>
                    </a:lnTo>
                    <a:lnTo>
                      <a:pt x="1101281" y="1398842"/>
                    </a:lnTo>
                    <a:lnTo>
                      <a:pt x="1101281" y="1369124"/>
                    </a:lnTo>
                    <a:lnTo>
                      <a:pt x="1339406" y="1369124"/>
                    </a:lnTo>
                    <a:lnTo>
                      <a:pt x="1339406" y="1339406"/>
                    </a:lnTo>
                    <a:lnTo>
                      <a:pt x="1369124" y="1339406"/>
                    </a:lnTo>
                    <a:lnTo>
                      <a:pt x="1369124" y="1309688"/>
                    </a:lnTo>
                    <a:lnTo>
                      <a:pt x="1398842" y="1309688"/>
                    </a:lnTo>
                    <a:lnTo>
                      <a:pt x="1398842" y="1220343"/>
                    </a:lnTo>
                    <a:lnTo>
                      <a:pt x="1428560" y="1220343"/>
                    </a:lnTo>
                    <a:lnTo>
                      <a:pt x="1428560" y="1130999"/>
                    </a:lnTo>
                    <a:lnTo>
                      <a:pt x="1458278" y="1130999"/>
                    </a:lnTo>
                    <a:lnTo>
                      <a:pt x="1458278" y="1011936"/>
                    </a:lnTo>
                    <a:lnTo>
                      <a:pt x="1428560" y="1011936"/>
                    </a:lnTo>
                    <a:lnTo>
                      <a:pt x="1428560" y="892874"/>
                    </a:lnTo>
                    <a:lnTo>
                      <a:pt x="1398842" y="892874"/>
                    </a:lnTo>
                    <a:lnTo>
                      <a:pt x="1398842" y="803529"/>
                    </a:lnTo>
                    <a:lnTo>
                      <a:pt x="1369124" y="803529"/>
                    </a:lnTo>
                    <a:lnTo>
                      <a:pt x="1369124" y="773811"/>
                    </a:lnTo>
                    <a:lnTo>
                      <a:pt x="1339406" y="773811"/>
                    </a:lnTo>
                    <a:lnTo>
                      <a:pt x="1339406" y="684467"/>
                    </a:lnTo>
                    <a:lnTo>
                      <a:pt x="1369124" y="684467"/>
                    </a:lnTo>
                    <a:lnTo>
                      <a:pt x="1369124" y="654749"/>
                    </a:lnTo>
                    <a:lnTo>
                      <a:pt x="1398842" y="654749"/>
                    </a:lnTo>
                    <a:lnTo>
                      <a:pt x="1398842" y="625031"/>
                    </a:lnTo>
                    <a:lnTo>
                      <a:pt x="1428560" y="625031"/>
                    </a:lnTo>
                    <a:lnTo>
                      <a:pt x="1428560" y="595313"/>
                    </a:lnTo>
                    <a:lnTo>
                      <a:pt x="1458278" y="595313"/>
                    </a:lnTo>
                    <a:lnTo>
                      <a:pt x="1458278" y="535781"/>
                    </a:lnTo>
                    <a:lnTo>
                      <a:pt x="1487996" y="535781"/>
                    </a:lnTo>
                    <a:lnTo>
                      <a:pt x="1487996" y="565499"/>
                    </a:lnTo>
                    <a:lnTo>
                      <a:pt x="1517714" y="565499"/>
                    </a:lnTo>
                    <a:lnTo>
                      <a:pt x="1517714" y="625031"/>
                    </a:lnTo>
                    <a:lnTo>
                      <a:pt x="1547432" y="625031"/>
                    </a:lnTo>
                    <a:lnTo>
                      <a:pt x="1547432" y="654749"/>
                    </a:lnTo>
                    <a:lnTo>
                      <a:pt x="1577150" y="654749"/>
                    </a:lnTo>
                    <a:lnTo>
                      <a:pt x="1577150" y="684467"/>
                    </a:lnTo>
                    <a:lnTo>
                      <a:pt x="1636681" y="684467"/>
                    </a:lnTo>
                    <a:lnTo>
                      <a:pt x="1636681" y="654749"/>
                    </a:lnTo>
                    <a:lnTo>
                      <a:pt x="1666399" y="654749"/>
                    </a:lnTo>
                    <a:lnTo>
                      <a:pt x="1666399" y="625031"/>
                    </a:lnTo>
                    <a:lnTo>
                      <a:pt x="1636681" y="625031"/>
                    </a:lnTo>
                    <a:lnTo>
                      <a:pt x="1636681" y="595313"/>
                    </a:lnTo>
                    <a:lnTo>
                      <a:pt x="1606963" y="595313"/>
                    </a:lnTo>
                    <a:lnTo>
                      <a:pt x="1606963" y="535781"/>
                    </a:lnTo>
                    <a:lnTo>
                      <a:pt x="1577245" y="535781"/>
                    </a:lnTo>
                    <a:lnTo>
                      <a:pt x="1577245" y="476250"/>
                    </a:lnTo>
                    <a:lnTo>
                      <a:pt x="1547527" y="476250"/>
                    </a:lnTo>
                    <a:lnTo>
                      <a:pt x="1547527" y="416719"/>
                    </a:lnTo>
                    <a:lnTo>
                      <a:pt x="1577245" y="416719"/>
                    </a:lnTo>
                    <a:lnTo>
                      <a:pt x="1577245" y="357188"/>
                    </a:lnTo>
                    <a:lnTo>
                      <a:pt x="1606963" y="357188"/>
                    </a:lnTo>
                    <a:lnTo>
                      <a:pt x="1606963" y="327470"/>
                    </a:lnTo>
                    <a:lnTo>
                      <a:pt x="1636681" y="327470"/>
                    </a:lnTo>
                    <a:lnTo>
                      <a:pt x="1636681" y="297752"/>
                    </a:lnTo>
                    <a:lnTo>
                      <a:pt x="1666399" y="297752"/>
                    </a:lnTo>
                    <a:lnTo>
                      <a:pt x="1666399" y="268034"/>
                    </a:lnTo>
                    <a:lnTo>
                      <a:pt x="1696117" y="268034"/>
                    </a:lnTo>
                    <a:lnTo>
                      <a:pt x="1696117" y="238316"/>
                    </a:lnTo>
                    <a:lnTo>
                      <a:pt x="1755648" y="238316"/>
                    </a:lnTo>
                    <a:lnTo>
                      <a:pt x="1755648" y="208598"/>
                    </a:lnTo>
                    <a:lnTo>
                      <a:pt x="1815179" y="208598"/>
                    </a:lnTo>
                    <a:lnTo>
                      <a:pt x="1815179" y="178880"/>
                    </a:lnTo>
                    <a:lnTo>
                      <a:pt x="1844897" y="178880"/>
                    </a:lnTo>
                    <a:lnTo>
                      <a:pt x="1844897" y="89535"/>
                    </a:lnTo>
                    <a:lnTo>
                      <a:pt x="1874615" y="89535"/>
                    </a:lnTo>
                    <a:lnTo>
                      <a:pt x="1874615" y="0"/>
                    </a:lnTo>
                    <a:lnTo>
                      <a:pt x="1785271" y="0"/>
                    </a:lnTo>
                    <a:lnTo>
                      <a:pt x="1785271" y="29718"/>
                    </a:lnTo>
                    <a:lnTo>
                      <a:pt x="1695926" y="29718"/>
                    </a:lnTo>
                    <a:lnTo>
                      <a:pt x="1695926" y="59436"/>
                    </a:lnTo>
                    <a:lnTo>
                      <a:pt x="1666208" y="59436"/>
                    </a:lnTo>
                    <a:lnTo>
                      <a:pt x="1666208" y="118967"/>
                    </a:lnTo>
                    <a:lnTo>
                      <a:pt x="1636490" y="118967"/>
                    </a:lnTo>
                    <a:lnTo>
                      <a:pt x="1636490" y="178499"/>
                    </a:lnTo>
                    <a:lnTo>
                      <a:pt x="1606772" y="178499"/>
                    </a:lnTo>
                    <a:lnTo>
                      <a:pt x="1606772" y="208217"/>
                    </a:lnTo>
                    <a:lnTo>
                      <a:pt x="1577054" y="208217"/>
                    </a:lnTo>
                    <a:lnTo>
                      <a:pt x="1577054" y="237935"/>
                    </a:lnTo>
                    <a:lnTo>
                      <a:pt x="1547336" y="237935"/>
                    </a:lnTo>
                    <a:lnTo>
                      <a:pt x="1547336" y="267653"/>
                    </a:lnTo>
                    <a:lnTo>
                      <a:pt x="1517618" y="267653"/>
                    </a:lnTo>
                    <a:lnTo>
                      <a:pt x="1517618" y="297371"/>
                    </a:lnTo>
                    <a:lnTo>
                      <a:pt x="1458087" y="297371"/>
                    </a:lnTo>
                    <a:lnTo>
                      <a:pt x="1458087" y="327089"/>
                    </a:lnTo>
                    <a:lnTo>
                      <a:pt x="1398556" y="327089"/>
                    </a:lnTo>
                    <a:lnTo>
                      <a:pt x="1398556" y="297371"/>
                    </a:lnTo>
                    <a:lnTo>
                      <a:pt x="1368838" y="297371"/>
                    </a:lnTo>
                    <a:lnTo>
                      <a:pt x="1368838" y="267653"/>
                    </a:lnTo>
                    <a:lnTo>
                      <a:pt x="1279493" y="267653"/>
                    </a:lnTo>
                    <a:lnTo>
                      <a:pt x="1279493" y="237935"/>
                    </a:lnTo>
                    <a:lnTo>
                      <a:pt x="1249775" y="237935"/>
                    </a:lnTo>
                    <a:lnTo>
                      <a:pt x="1249775" y="208217"/>
                    </a:lnTo>
                    <a:lnTo>
                      <a:pt x="1220057" y="208217"/>
                    </a:lnTo>
                    <a:lnTo>
                      <a:pt x="1220057" y="237935"/>
                    </a:lnTo>
                    <a:lnTo>
                      <a:pt x="1190339" y="237935"/>
                    </a:lnTo>
                    <a:lnTo>
                      <a:pt x="1190339" y="267653"/>
                    </a:lnTo>
                    <a:lnTo>
                      <a:pt x="1011745" y="267653"/>
                    </a:lnTo>
                    <a:lnTo>
                      <a:pt x="1011745" y="297371"/>
                    </a:lnTo>
                    <a:lnTo>
                      <a:pt x="773620" y="297371"/>
                    </a:lnTo>
                    <a:lnTo>
                      <a:pt x="773620" y="327089"/>
                    </a:lnTo>
                    <a:lnTo>
                      <a:pt x="446151" y="327089"/>
                    </a:lnTo>
                    <a:lnTo>
                      <a:pt x="446151" y="356807"/>
                    </a:lnTo>
                    <a:lnTo>
                      <a:pt x="356807" y="356807"/>
                    </a:lnTo>
                    <a:lnTo>
                      <a:pt x="356807" y="386525"/>
                    </a:lnTo>
                    <a:lnTo>
                      <a:pt x="327089" y="386525"/>
                    </a:lnTo>
                    <a:lnTo>
                      <a:pt x="327089" y="446056"/>
                    </a:lnTo>
                    <a:lnTo>
                      <a:pt x="356807" y="446056"/>
                    </a:lnTo>
                    <a:lnTo>
                      <a:pt x="356807" y="475774"/>
                    </a:lnTo>
                    <a:lnTo>
                      <a:pt x="446151" y="475774"/>
                    </a:lnTo>
                    <a:lnTo>
                      <a:pt x="446151" y="446056"/>
                    </a:lnTo>
                    <a:lnTo>
                      <a:pt x="475869" y="446056"/>
                    </a:lnTo>
                    <a:lnTo>
                      <a:pt x="475869" y="475774"/>
                    </a:lnTo>
                    <a:lnTo>
                      <a:pt x="505587" y="475774"/>
                    </a:lnTo>
                    <a:lnTo>
                      <a:pt x="505587" y="624554"/>
                    </a:lnTo>
                    <a:lnTo>
                      <a:pt x="535305" y="624554"/>
                    </a:lnTo>
                    <a:lnTo>
                      <a:pt x="535305" y="743617"/>
                    </a:lnTo>
                    <a:lnTo>
                      <a:pt x="565023" y="743617"/>
                    </a:lnTo>
                    <a:lnTo>
                      <a:pt x="565023" y="832961"/>
                    </a:lnTo>
                    <a:lnTo>
                      <a:pt x="594741" y="832961"/>
                    </a:lnTo>
                    <a:lnTo>
                      <a:pt x="594741" y="862679"/>
                    </a:lnTo>
                    <a:lnTo>
                      <a:pt x="624459" y="862679"/>
                    </a:lnTo>
                    <a:lnTo>
                      <a:pt x="624459" y="952024"/>
                    </a:lnTo>
                    <a:lnTo>
                      <a:pt x="654177" y="952024"/>
                    </a:lnTo>
                    <a:lnTo>
                      <a:pt x="654177" y="1041368"/>
                    </a:lnTo>
                    <a:lnTo>
                      <a:pt x="683895" y="1041368"/>
                    </a:lnTo>
                    <a:lnTo>
                      <a:pt x="683895" y="1100900"/>
                    </a:lnTo>
                    <a:lnTo>
                      <a:pt x="654177" y="1100900"/>
                    </a:lnTo>
                    <a:lnTo>
                      <a:pt x="654177" y="1071182"/>
                    </a:lnTo>
                    <a:lnTo>
                      <a:pt x="624459" y="1071182"/>
                    </a:lnTo>
                    <a:lnTo>
                      <a:pt x="624459" y="1100900"/>
                    </a:lnTo>
                    <a:lnTo>
                      <a:pt x="594741" y="1100900"/>
                    </a:lnTo>
                    <a:lnTo>
                      <a:pt x="594741" y="1041368"/>
                    </a:lnTo>
                    <a:lnTo>
                      <a:pt x="624459" y="1041368"/>
                    </a:lnTo>
                    <a:lnTo>
                      <a:pt x="624459" y="981837"/>
                    </a:lnTo>
                    <a:lnTo>
                      <a:pt x="594741" y="981837"/>
                    </a:lnTo>
                    <a:lnTo>
                      <a:pt x="594741" y="952119"/>
                    </a:lnTo>
                    <a:lnTo>
                      <a:pt x="565023" y="952119"/>
                    </a:lnTo>
                    <a:lnTo>
                      <a:pt x="565023" y="922401"/>
                    </a:lnTo>
                    <a:lnTo>
                      <a:pt x="505492" y="922401"/>
                    </a:lnTo>
                    <a:lnTo>
                      <a:pt x="505492" y="892683"/>
                    </a:lnTo>
                    <a:lnTo>
                      <a:pt x="445961" y="892683"/>
                    </a:lnTo>
                    <a:lnTo>
                      <a:pt x="445961" y="862965"/>
                    </a:lnTo>
                    <a:lnTo>
                      <a:pt x="386429" y="862965"/>
                    </a:lnTo>
                    <a:lnTo>
                      <a:pt x="386429" y="833247"/>
                    </a:lnTo>
                    <a:lnTo>
                      <a:pt x="326898" y="833247"/>
                    </a:lnTo>
                    <a:lnTo>
                      <a:pt x="326898" y="803529"/>
                    </a:lnTo>
                    <a:lnTo>
                      <a:pt x="267367" y="803529"/>
                    </a:lnTo>
                    <a:lnTo>
                      <a:pt x="267367" y="773811"/>
                    </a:lnTo>
                    <a:lnTo>
                      <a:pt x="207836" y="773811"/>
                    </a:lnTo>
                    <a:lnTo>
                      <a:pt x="207836" y="744093"/>
                    </a:lnTo>
                    <a:lnTo>
                      <a:pt x="148304" y="744093"/>
                    </a:lnTo>
                    <a:lnTo>
                      <a:pt x="148304" y="714375"/>
                    </a:lnTo>
                    <a:lnTo>
                      <a:pt x="88773" y="714375"/>
                    </a:lnTo>
                    <a:lnTo>
                      <a:pt x="88773" y="684657"/>
                    </a:lnTo>
                    <a:lnTo>
                      <a:pt x="0" y="684657"/>
                    </a:lnTo>
                    <a:lnTo>
                      <a:pt x="0" y="774002"/>
                    </a:lnTo>
                    <a:lnTo>
                      <a:pt x="29718" y="774002"/>
                    </a:lnTo>
                    <a:lnTo>
                      <a:pt x="29718" y="833533"/>
                    </a:lnTo>
                    <a:lnTo>
                      <a:pt x="59436" y="833533"/>
                    </a:lnTo>
                    <a:lnTo>
                      <a:pt x="59436" y="893064"/>
                    </a:lnTo>
                    <a:lnTo>
                      <a:pt x="89154" y="893064"/>
                    </a:lnTo>
                    <a:lnTo>
                      <a:pt x="89154" y="952595"/>
                    </a:lnTo>
                    <a:lnTo>
                      <a:pt x="118872" y="952595"/>
                    </a:lnTo>
                    <a:lnTo>
                      <a:pt x="118872" y="1012127"/>
                    </a:lnTo>
                    <a:lnTo>
                      <a:pt x="148590" y="1012127"/>
                    </a:lnTo>
                    <a:lnTo>
                      <a:pt x="148590" y="1071658"/>
                    </a:lnTo>
                    <a:lnTo>
                      <a:pt x="178308" y="1071658"/>
                    </a:lnTo>
                    <a:lnTo>
                      <a:pt x="178308" y="1131189"/>
                    </a:lnTo>
                    <a:lnTo>
                      <a:pt x="208026" y="1131189"/>
                    </a:lnTo>
                    <a:lnTo>
                      <a:pt x="208026" y="1190720"/>
                    </a:lnTo>
                    <a:lnTo>
                      <a:pt x="237744" y="1190720"/>
                    </a:lnTo>
                    <a:lnTo>
                      <a:pt x="237744" y="1220438"/>
                    </a:lnTo>
                    <a:lnTo>
                      <a:pt x="267462" y="1220438"/>
                    </a:lnTo>
                    <a:lnTo>
                      <a:pt x="267462" y="1250156"/>
                    </a:lnTo>
                    <a:lnTo>
                      <a:pt x="326993" y="1250156"/>
                    </a:lnTo>
                    <a:close/>
                    <a:moveTo>
                      <a:pt x="1309688" y="387096"/>
                    </a:moveTo>
                    <a:lnTo>
                      <a:pt x="1339406" y="387096"/>
                    </a:lnTo>
                    <a:lnTo>
                      <a:pt x="1339406" y="416814"/>
                    </a:lnTo>
                    <a:lnTo>
                      <a:pt x="1309688" y="416814"/>
                    </a:lnTo>
                    <a:lnTo>
                      <a:pt x="1309688" y="387096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4" name="Google Shape;464;p24"/>
            <p:cNvGrpSpPr/>
            <p:nvPr/>
          </p:nvGrpSpPr>
          <p:grpSpPr>
            <a:xfrm>
              <a:off x="4011168" y="1434655"/>
              <a:ext cx="1875282" cy="1785937"/>
              <a:chOff x="4011168" y="1434655"/>
              <a:chExt cx="1875282" cy="1785937"/>
            </a:xfrm>
          </p:grpSpPr>
          <p:grpSp>
            <p:nvGrpSpPr>
              <p:cNvPr id="465" name="Google Shape;465;p24"/>
              <p:cNvGrpSpPr/>
              <p:nvPr/>
            </p:nvGrpSpPr>
            <p:grpSpPr>
              <a:xfrm>
                <a:off x="4874418" y="2208656"/>
                <a:ext cx="208312" cy="238125"/>
                <a:chOff x="4874418" y="2208656"/>
                <a:chExt cx="208312" cy="238125"/>
              </a:xfrm>
            </p:grpSpPr>
            <p:sp>
              <p:nvSpPr>
                <p:cNvPr id="466" name="Google Shape;466;p24"/>
                <p:cNvSpPr/>
                <p:nvPr/>
              </p:nvSpPr>
              <p:spPr>
                <a:xfrm>
                  <a:off x="4933950" y="22680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" name="Google Shape;467;p24"/>
                <p:cNvSpPr/>
                <p:nvPr/>
              </p:nvSpPr>
              <p:spPr>
                <a:xfrm>
                  <a:off x="5053012" y="23277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24"/>
                <p:cNvSpPr/>
                <p:nvPr/>
              </p:nvSpPr>
              <p:spPr>
                <a:xfrm>
                  <a:off x="4963668" y="238715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" name="Google Shape;469;p24"/>
                <p:cNvSpPr/>
                <p:nvPr/>
              </p:nvSpPr>
              <p:spPr>
                <a:xfrm>
                  <a:off x="4963668" y="220865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" name="Google Shape;470;p24"/>
                <p:cNvSpPr/>
                <p:nvPr/>
              </p:nvSpPr>
              <p:spPr>
                <a:xfrm>
                  <a:off x="4904232" y="229790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1" name="Google Shape;471;p24"/>
                <p:cNvSpPr/>
                <p:nvPr/>
              </p:nvSpPr>
              <p:spPr>
                <a:xfrm>
                  <a:off x="4993481" y="2297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2" name="Google Shape;472;p24"/>
                <p:cNvSpPr/>
                <p:nvPr/>
              </p:nvSpPr>
              <p:spPr>
                <a:xfrm>
                  <a:off x="5053012" y="23277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3" name="Google Shape;473;p24"/>
                <p:cNvSpPr/>
                <p:nvPr/>
              </p:nvSpPr>
              <p:spPr>
                <a:xfrm>
                  <a:off x="4963668" y="23277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4" name="Google Shape;474;p24"/>
                <p:cNvSpPr/>
                <p:nvPr/>
              </p:nvSpPr>
              <p:spPr>
                <a:xfrm>
                  <a:off x="4874418" y="2357437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4"/>
                      </a:lnTo>
                      <a:lnTo>
                        <a:pt x="0" y="89344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5" name="Google Shape;475;p24"/>
                <p:cNvSpPr/>
                <p:nvPr/>
              </p:nvSpPr>
              <p:spPr>
                <a:xfrm>
                  <a:off x="5023294" y="23574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6" name="Google Shape;476;p24"/>
                <p:cNvSpPr/>
                <p:nvPr/>
              </p:nvSpPr>
              <p:spPr>
                <a:xfrm>
                  <a:off x="4904231" y="2238374"/>
                  <a:ext cx="148780" cy="178593"/>
                </a:xfrm>
                <a:custGeom>
                  <a:rect b="b" l="l" r="r" t="t"/>
                  <a:pathLst>
                    <a:path extrusionOk="0" h="178593" w="148780">
                      <a:moveTo>
                        <a:pt x="148781" y="59531"/>
                      </a:moveTo>
                      <a:lnTo>
                        <a:pt x="148781" y="119063"/>
                      </a:lnTo>
                      <a:lnTo>
                        <a:pt x="119063" y="119063"/>
                      </a:lnTo>
                      <a:lnTo>
                        <a:pt x="119063" y="148781"/>
                      </a:lnTo>
                      <a:lnTo>
                        <a:pt x="59436" y="148781"/>
                      </a:lnTo>
                      <a:lnTo>
                        <a:pt x="59436" y="178594"/>
                      </a:lnTo>
                      <a:lnTo>
                        <a:pt x="0" y="178594"/>
                      </a:lnTo>
                      <a:lnTo>
                        <a:pt x="0" y="119063"/>
                      </a:lnTo>
                      <a:lnTo>
                        <a:pt x="29718" y="119063"/>
                      </a:lnTo>
                      <a:lnTo>
                        <a:pt x="29718" y="59531"/>
                      </a:lnTo>
                      <a:lnTo>
                        <a:pt x="59436" y="59531"/>
                      </a:lnTo>
                      <a:lnTo>
                        <a:pt x="59436" y="29718"/>
                      </a:lnTo>
                      <a:lnTo>
                        <a:pt x="89249" y="29718"/>
                      </a:lnTo>
                      <a:lnTo>
                        <a:pt x="89249" y="0"/>
                      </a:lnTo>
                      <a:lnTo>
                        <a:pt x="119063" y="0"/>
                      </a:lnTo>
                      <a:lnTo>
                        <a:pt x="119063" y="59531"/>
                      </a:lnTo>
                      <a:lnTo>
                        <a:pt x="89249" y="59531"/>
                      </a:lnTo>
                      <a:lnTo>
                        <a:pt x="89249" y="89344"/>
                      </a:lnTo>
                      <a:lnTo>
                        <a:pt x="59436" y="89344"/>
                      </a:lnTo>
                      <a:lnTo>
                        <a:pt x="59436" y="119063"/>
                      </a:lnTo>
                      <a:lnTo>
                        <a:pt x="89249" y="119063"/>
                      </a:lnTo>
                      <a:lnTo>
                        <a:pt x="89249" y="89344"/>
                      </a:lnTo>
                      <a:lnTo>
                        <a:pt x="119063" y="89344"/>
                      </a:lnTo>
                      <a:lnTo>
                        <a:pt x="119063" y="59531"/>
                      </a:lnTo>
                      <a:lnTo>
                        <a:pt x="148781" y="59531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7" name="Google Shape;477;p24"/>
                <p:cNvSpPr/>
                <p:nvPr/>
              </p:nvSpPr>
              <p:spPr>
                <a:xfrm>
                  <a:off x="4874418" y="2416968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4" y="0"/>
                      </a:lnTo>
                      <a:lnTo>
                        <a:pt x="8934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" name="Google Shape;478;p24"/>
                <p:cNvSpPr/>
                <p:nvPr/>
              </p:nvSpPr>
              <p:spPr>
                <a:xfrm>
                  <a:off x="4993481" y="22383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DAD0F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9" name="Google Shape;479;p24"/>
                <p:cNvSpPr/>
                <p:nvPr/>
              </p:nvSpPr>
              <p:spPr>
                <a:xfrm>
                  <a:off x="5023294" y="23277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0" name="Google Shape;480;p24"/>
                <p:cNvSpPr/>
                <p:nvPr/>
              </p:nvSpPr>
              <p:spPr>
                <a:xfrm>
                  <a:off x="4963668" y="235743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" name="Google Shape;481;p24"/>
                <p:cNvSpPr/>
                <p:nvPr/>
              </p:nvSpPr>
              <p:spPr>
                <a:xfrm>
                  <a:off x="4904232" y="238715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82" name="Google Shape;482;p24"/>
              <p:cNvGrpSpPr/>
              <p:nvPr/>
            </p:nvGrpSpPr>
            <p:grpSpPr>
              <a:xfrm>
                <a:off x="4338637" y="1702593"/>
                <a:ext cx="1130999" cy="1160812"/>
                <a:chOff x="4338637" y="1702593"/>
                <a:chExt cx="1130999" cy="1160812"/>
              </a:xfrm>
            </p:grpSpPr>
            <p:grpSp>
              <p:nvGrpSpPr>
                <p:cNvPr id="483" name="Google Shape;483;p24"/>
                <p:cNvGrpSpPr/>
                <p:nvPr/>
              </p:nvGrpSpPr>
              <p:grpSpPr>
                <a:xfrm>
                  <a:off x="4338637" y="1702593"/>
                  <a:ext cx="1130999" cy="1160812"/>
                  <a:chOff x="4338637" y="1702593"/>
                  <a:chExt cx="1130999" cy="1160812"/>
                </a:xfrm>
              </p:grpSpPr>
              <p:sp>
                <p:nvSpPr>
                  <p:cNvPr id="484" name="Google Shape;484;p24"/>
                  <p:cNvSpPr/>
                  <p:nvPr/>
                </p:nvSpPr>
                <p:spPr>
                  <a:xfrm>
                    <a:off x="4695825" y="2476499"/>
                    <a:ext cx="29718" cy="148780"/>
                  </a:xfrm>
                  <a:custGeom>
                    <a:rect b="b" l="l" r="r" t="t"/>
                    <a:pathLst>
                      <a:path extrusionOk="0" h="148780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48780"/>
                        </a:lnTo>
                        <a:lnTo>
                          <a:pt x="0" y="148780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" name="Google Shape;485;p24"/>
                  <p:cNvSpPr/>
                  <p:nvPr/>
                </p:nvSpPr>
                <p:spPr>
                  <a:xfrm>
                    <a:off x="4547044" y="2059780"/>
                    <a:ext cx="29717" cy="119062"/>
                  </a:xfrm>
                  <a:custGeom>
                    <a:rect b="b" l="l" r="r" t="t"/>
                    <a:pathLst>
                      <a:path extrusionOk="0" h="119062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19063"/>
                        </a:lnTo>
                        <a:lnTo>
                          <a:pt x="0" y="119063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6" name="Google Shape;486;p24"/>
                  <p:cNvSpPr/>
                  <p:nvPr/>
                </p:nvSpPr>
                <p:spPr>
                  <a:xfrm>
                    <a:off x="4666107" y="2387155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5"/>
                        </a:lnTo>
                        <a:lnTo>
                          <a:pt x="0" y="89345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7" name="Google Shape;487;p24"/>
                  <p:cNvSpPr/>
                  <p:nvPr/>
                </p:nvSpPr>
                <p:spPr>
                  <a:xfrm>
                    <a:off x="4666107" y="2625280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5"/>
                        </a:lnTo>
                        <a:lnTo>
                          <a:pt x="0" y="89345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8" name="Google Shape;488;p24"/>
                  <p:cNvSpPr/>
                  <p:nvPr/>
                </p:nvSpPr>
                <p:spPr>
                  <a:xfrm>
                    <a:off x="4576762" y="2178843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4"/>
                        </a:lnTo>
                        <a:lnTo>
                          <a:pt x="0" y="89344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9" name="Google Shape;489;p24"/>
                  <p:cNvSpPr/>
                  <p:nvPr/>
                </p:nvSpPr>
                <p:spPr>
                  <a:xfrm>
                    <a:off x="4636293" y="2297905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4"/>
                        </a:lnTo>
                        <a:lnTo>
                          <a:pt x="0" y="89344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0" name="Google Shape;490;p24"/>
                  <p:cNvSpPr/>
                  <p:nvPr/>
                </p:nvSpPr>
                <p:spPr>
                  <a:xfrm>
                    <a:off x="4636293" y="2714624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5"/>
                        </a:lnTo>
                        <a:lnTo>
                          <a:pt x="0" y="89345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1" name="Google Shape;491;p24"/>
                  <p:cNvSpPr/>
                  <p:nvPr/>
                </p:nvSpPr>
                <p:spPr>
                  <a:xfrm>
                    <a:off x="4606480" y="2268092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2" name="Google Shape;492;p24"/>
                  <p:cNvSpPr/>
                  <p:nvPr/>
                </p:nvSpPr>
                <p:spPr>
                  <a:xfrm>
                    <a:off x="4606480" y="2803969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3" name="Google Shape;493;p24"/>
                  <p:cNvSpPr/>
                  <p:nvPr/>
                </p:nvSpPr>
                <p:spPr>
                  <a:xfrm>
                    <a:off x="5439918" y="2446781"/>
                    <a:ext cx="29718" cy="119062"/>
                  </a:xfrm>
                  <a:custGeom>
                    <a:rect b="b" l="l" r="r" t="t"/>
                    <a:pathLst>
                      <a:path extrusionOk="0" h="119062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19062"/>
                        </a:lnTo>
                        <a:lnTo>
                          <a:pt x="0" y="119062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4" name="Google Shape;494;p24"/>
                  <p:cNvSpPr/>
                  <p:nvPr/>
                </p:nvSpPr>
                <p:spPr>
                  <a:xfrm>
                    <a:off x="5291137" y="2000249"/>
                    <a:ext cx="29718" cy="119062"/>
                  </a:xfrm>
                  <a:custGeom>
                    <a:rect b="b" l="l" r="r" t="t"/>
                    <a:pathLst>
                      <a:path extrusionOk="0" h="119062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19063"/>
                        </a:lnTo>
                        <a:lnTo>
                          <a:pt x="0" y="119063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5" name="Google Shape;495;p24"/>
                  <p:cNvSpPr/>
                  <p:nvPr/>
                </p:nvSpPr>
                <p:spPr>
                  <a:xfrm>
                    <a:off x="5410200" y="2327719"/>
                    <a:ext cx="29718" cy="119062"/>
                  </a:xfrm>
                  <a:custGeom>
                    <a:rect b="b" l="l" r="r" t="t"/>
                    <a:pathLst>
                      <a:path extrusionOk="0" h="119062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19062"/>
                        </a:lnTo>
                        <a:lnTo>
                          <a:pt x="0" y="119062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6" name="Google Shape;496;p24"/>
                  <p:cNvSpPr/>
                  <p:nvPr/>
                </p:nvSpPr>
                <p:spPr>
                  <a:xfrm>
                    <a:off x="5410200" y="2565844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4"/>
                        </a:lnTo>
                        <a:lnTo>
                          <a:pt x="0" y="89344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7" name="Google Shape;497;p24"/>
                  <p:cNvSpPr/>
                  <p:nvPr/>
                </p:nvSpPr>
                <p:spPr>
                  <a:xfrm>
                    <a:off x="5320855" y="2119312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4"/>
                        </a:lnTo>
                        <a:lnTo>
                          <a:pt x="0" y="89344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8" name="Google Shape;498;p24"/>
                  <p:cNvSpPr/>
                  <p:nvPr/>
                </p:nvSpPr>
                <p:spPr>
                  <a:xfrm>
                    <a:off x="5380482" y="2238374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4"/>
                        </a:lnTo>
                        <a:lnTo>
                          <a:pt x="0" y="89344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9" name="Google Shape;499;p24"/>
                  <p:cNvSpPr/>
                  <p:nvPr/>
                </p:nvSpPr>
                <p:spPr>
                  <a:xfrm>
                    <a:off x="5380482" y="2655093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5"/>
                        </a:lnTo>
                        <a:lnTo>
                          <a:pt x="0" y="89345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0" name="Google Shape;500;p24"/>
                  <p:cNvSpPr/>
                  <p:nvPr/>
                </p:nvSpPr>
                <p:spPr>
                  <a:xfrm>
                    <a:off x="5350668" y="2208656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1" name="Google Shape;501;p24"/>
                  <p:cNvSpPr/>
                  <p:nvPr/>
                </p:nvSpPr>
                <p:spPr>
                  <a:xfrm>
                    <a:off x="5350668" y="2744342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2" name="Google Shape;502;p24"/>
                  <p:cNvSpPr/>
                  <p:nvPr/>
                </p:nvSpPr>
                <p:spPr>
                  <a:xfrm>
                    <a:off x="4636293" y="2833687"/>
                    <a:ext cx="238125" cy="29718"/>
                  </a:xfrm>
                  <a:custGeom>
                    <a:rect b="b" l="l" r="r" t="t"/>
                    <a:pathLst>
                      <a:path extrusionOk="0" h="29718" w="238125">
                        <a:moveTo>
                          <a:pt x="0" y="0"/>
                        </a:moveTo>
                        <a:lnTo>
                          <a:pt x="238125" y="0"/>
                        </a:lnTo>
                        <a:lnTo>
                          <a:pt x="23812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3" name="Google Shape;503;p24"/>
                  <p:cNvSpPr/>
                  <p:nvPr/>
                </p:nvSpPr>
                <p:spPr>
                  <a:xfrm>
                    <a:off x="4874418" y="2803969"/>
                    <a:ext cx="238125" cy="29718"/>
                  </a:xfrm>
                  <a:custGeom>
                    <a:rect b="b" l="l" r="r" t="t"/>
                    <a:pathLst>
                      <a:path extrusionOk="0" h="29718" w="238125">
                        <a:moveTo>
                          <a:pt x="0" y="0"/>
                        </a:moveTo>
                        <a:lnTo>
                          <a:pt x="238125" y="0"/>
                        </a:lnTo>
                        <a:lnTo>
                          <a:pt x="23812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4" name="Google Shape;504;p24"/>
                  <p:cNvSpPr/>
                  <p:nvPr/>
                </p:nvSpPr>
                <p:spPr>
                  <a:xfrm>
                    <a:off x="5112543" y="2774155"/>
                    <a:ext cx="238125" cy="29718"/>
                  </a:xfrm>
                  <a:custGeom>
                    <a:rect b="b" l="l" r="r" t="t"/>
                    <a:pathLst>
                      <a:path extrusionOk="0" h="29718" w="238125">
                        <a:moveTo>
                          <a:pt x="0" y="0"/>
                        </a:moveTo>
                        <a:lnTo>
                          <a:pt x="238125" y="0"/>
                        </a:lnTo>
                        <a:lnTo>
                          <a:pt x="23812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5" name="Google Shape;505;p24"/>
                  <p:cNvSpPr/>
                  <p:nvPr/>
                </p:nvSpPr>
                <p:spPr>
                  <a:xfrm>
                    <a:off x="4517231" y="1910905"/>
                    <a:ext cx="267843" cy="29717"/>
                  </a:xfrm>
                  <a:custGeom>
                    <a:rect b="b" l="l" r="r" t="t"/>
                    <a:pathLst>
                      <a:path extrusionOk="0" h="29717" w="267843">
                        <a:moveTo>
                          <a:pt x="0" y="0"/>
                        </a:moveTo>
                        <a:lnTo>
                          <a:pt x="267843" y="0"/>
                        </a:lnTo>
                        <a:lnTo>
                          <a:pt x="267843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F99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6" name="Google Shape;506;p24"/>
                  <p:cNvSpPr/>
                  <p:nvPr/>
                </p:nvSpPr>
                <p:spPr>
                  <a:xfrm>
                    <a:off x="4487418" y="1881187"/>
                    <a:ext cx="29717" cy="29717"/>
                  </a:xfrm>
                  <a:custGeom>
                    <a:rect b="b" l="l" r="r" t="t"/>
                    <a:pathLst>
                      <a:path extrusionOk="0" h="29717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7" name="Google Shape;507;p24"/>
                  <p:cNvSpPr/>
                  <p:nvPr/>
                </p:nvSpPr>
                <p:spPr>
                  <a:xfrm>
                    <a:off x="4487418" y="1791842"/>
                    <a:ext cx="29717" cy="29717"/>
                  </a:xfrm>
                  <a:custGeom>
                    <a:rect b="b" l="l" r="r" t="t"/>
                    <a:pathLst>
                      <a:path extrusionOk="0" h="29717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F99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8" name="Google Shape;508;p24"/>
                  <p:cNvSpPr/>
                  <p:nvPr/>
                </p:nvSpPr>
                <p:spPr>
                  <a:xfrm>
                    <a:off x="4517231" y="1821655"/>
                    <a:ext cx="29717" cy="59531"/>
                  </a:xfrm>
                  <a:custGeom>
                    <a:rect b="b" l="l" r="r" t="t"/>
                    <a:pathLst>
                      <a:path extrusionOk="0" h="59531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FF99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9" name="Google Shape;509;p24"/>
                  <p:cNvSpPr/>
                  <p:nvPr/>
                </p:nvSpPr>
                <p:spPr>
                  <a:xfrm>
                    <a:off x="4487418" y="1821655"/>
                    <a:ext cx="29717" cy="59531"/>
                  </a:xfrm>
                  <a:custGeom>
                    <a:rect b="b" l="l" r="r" t="t"/>
                    <a:pathLst>
                      <a:path extrusionOk="0" h="59531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0" name="Google Shape;510;p24"/>
                  <p:cNvSpPr/>
                  <p:nvPr/>
                </p:nvSpPr>
                <p:spPr>
                  <a:xfrm>
                    <a:off x="4457700" y="1851469"/>
                    <a:ext cx="29717" cy="29717"/>
                  </a:xfrm>
                  <a:custGeom>
                    <a:rect b="b" l="l" r="r" t="t"/>
                    <a:pathLst>
                      <a:path extrusionOk="0" h="29717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1" name="Google Shape;511;p24"/>
                  <p:cNvSpPr/>
                  <p:nvPr/>
                </p:nvSpPr>
                <p:spPr>
                  <a:xfrm>
                    <a:off x="4457700" y="1821655"/>
                    <a:ext cx="29717" cy="29717"/>
                  </a:xfrm>
                  <a:custGeom>
                    <a:rect b="b" l="l" r="r" t="t"/>
                    <a:pathLst>
                      <a:path extrusionOk="0" h="29717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F99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2" name="Google Shape;512;p24"/>
                  <p:cNvSpPr/>
                  <p:nvPr/>
                </p:nvSpPr>
                <p:spPr>
                  <a:xfrm>
                    <a:off x="4368355" y="1881187"/>
                    <a:ext cx="89344" cy="29717"/>
                  </a:xfrm>
                  <a:custGeom>
                    <a:rect b="b" l="l" r="r" t="t"/>
                    <a:pathLst>
                      <a:path extrusionOk="0" h="29717" w="89344">
                        <a:moveTo>
                          <a:pt x="0" y="0"/>
                        </a:moveTo>
                        <a:lnTo>
                          <a:pt x="89345" y="0"/>
                        </a:lnTo>
                        <a:lnTo>
                          <a:pt x="8934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3" name="Google Shape;513;p24"/>
                  <p:cNvSpPr/>
                  <p:nvPr/>
                </p:nvSpPr>
                <p:spPr>
                  <a:xfrm>
                    <a:off x="4368355" y="1791842"/>
                    <a:ext cx="89344" cy="29717"/>
                  </a:xfrm>
                  <a:custGeom>
                    <a:rect b="b" l="l" r="r" t="t"/>
                    <a:pathLst>
                      <a:path extrusionOk="0" h="29717" w="89344">
                        <a:moveTo>
                          <a:pt x="0" y="0"/>
                        </a:moveTo>
                        <a:lnTo>
                          <a:pt x="89345" y="0"/>
                        </a:lnTo>
                        <a:lnTo>
                          <a:pt x="8934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4" name="Google Shape;514;p24"/>
                  <p:cNvSpPr/>
                  <p:nvPr/>
                </p:nvSpPr>
                <p:spPr>
                  <a:xfrm>
                    <a:off x="4368355" y="1821655"/>
                    <a:ext cx="89344" cy="59531"/>
                  </a:xfrm>
                  <a:custGeom>
                    <a:rect b="b" l="l" r="r" t="t"/>
                    <a:pathLst>
                      <a:path extrusionOk="0" h="59531" w="89344">
                        <a:moveTo>
                          <a:pt x="0" y="0"/>
                        </a:moveTo>
                        <a:lnTo>
                          <a:pt x="89345" y="0"/>
                        </a:lnTo>
                        <a:lnTo>
                          <a:pt x="89345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FFD7F7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5" name="Google Shape;515;p24"/>
                  <p:cNvSpPr/>
                  <p:nvPr/>
                </p:nvSpPr>
                <p:spPr>
                  <a:xfrm>
                    <a:off x="4338637" y="1821655"/>
                    <a:ext cx="29717" cy="59531"/>
                  </a:xfrm>
                  <a:custGeom>
                    <a:rect b="b" l="l" r="r" t="t"/>
                    <a:pathLst>
                      <a:path extrusionOk="0" h="59531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6" name="Google Shape;516;p24"/>
                  <p:cNvSpPr/>
                  <p:nvPr/>
                </p:nvSpPr>
                <p:spPr>
                  <a:xfrm>
                    <a:off x="5320855" y="1702593"/>
                    <a:ext cx="59531" cy="29717"/>
                  </a:xfrm>
                  <a:custGeom>
                    <a:rect b="b" l="l" r="r" t="t"/>
                    <a:pathLst>
                      <a:path extrusionOk="0" h="29717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7" name="Google Shape;517;p24"/>
                  <p:cNvSpPr/>
                  <p:nvPr/>
                </p:nvSpPr>
                <p:spPr>
                  <a:xfrm>
                    <a:off x="5350668" y="1791842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8" name="Google Shape;518;p24"/>
                  <p:cNvSpPr/>
                  <p:nvPr/>
                </p:nvSpPr>
                <p:spPr>
                  <a:xfrm>
                    <a:off x="5320855" y="1762124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DD58D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9" name="Google Shape;519;p24"/>
                  <p:cNvSpPr/>
                  <p:nvPr/>
                </p:nvSpPr>
                <p:spPr>
                  <a:xfrm>
                    <a:off x="5380482" y="1732406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0" name="Google Shape;520;p24"/>
                  <p:cNvSpPr/>
                  <p:nvPr/>
                </p:nvSpPr>
                <p:spPr>
                  <a:xfrm>
                    <a:off x="5291137" y="1821655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1" name="Google Shape;521;p24"/>
                  <p:cNvSpPr/>
                  <p:nvPr/>
                </p:nvSpPr>
                <p:spPr>
                  <a:xfrm>
                    <a:off x="5320855" y="1732406"/>
                    <a:ext cx="59626" cy="59435"/>
                  </a:xfrm>
                  <a:custGeom>
                    <a:rect b="b" l="l" r="r" t="t"/>
                    <a:pathLst>
                      <a:path extrusionOk="0" h="59435" w="59626">
                        <a:moveTo>
                          <a:pt x="59627" y="0"/>
                        </a:moveTo>
                        <a:lnTo>
                          <a:pt x="59627" y="59436"/>
                        </a:lnTo>
                        <a:lnTo>
                          <a:pt x="29813" y="59436"/>
                        </a:lnTo>
                        <a:lnTo>
                          <a:pt x="29813" y="29718"/>
                        </a:lnTo>
                        <a:lnTo>
                          <a:pt x="0" y="29718"/>
                        </a:lnTo>
                        <a:lnTo>
                          <a:pt x="0" y="0"/>
                        </a:lnTo>
                        <a:lnTo>
                          <a:pt x="59627" y="0"/>
                        </a:lnTo>
                        <a:close/>
                      </a:path>
                    </a:pathLst>
                  </a:custGeom>
                  <a:solidFill>
                    <a:srgbClr val="FFD7F7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2" name="Google Shape;522;p24"/>
                  <p:cNvSpPr/>
                  <p:nvPr/>
                </p:nvSpPr>
                <p:spPr>
                  <a:xfrm>
                    <a:off x="5291137" y="1732406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3" name="Google Shape;523;p24"/>
                  <p:cNvSpPr/>
                  <p:nvPr/>
                </p:nvSpPr>
                <p:spPr>
                  <a:xfrm>
                    <a:off x="5320855" y="1791842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4" name="Google Shape;524;p24"/>
                  <p:cNvSpPr/>
                  <p:nvPr/>
                </p:nvSpPr>
                <p:spPr>
                  <a:xfrm>
                    <a:off x="4785169" y="1881187"/>
                    <a:ext cx="238125" cy="29717"/>
                  </a:xfrm>
                  <a:custGeom>
                    <a:rect b="b" l="l" r="r" t="t"/>
                    <a:pathLst>
                      <a:path extrusionOk="0" h="29717" w="238125">
                        <a:moveTo>
                          <a:pt x="0" y="0"/>
                        </a:moveTo>
                        <a:lnTo>
                          <a:pt x="238125" y="0"/>
                        </a:lnTo>
                        <a:lnTo>
                          <a:pt x="23812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F99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5" name="Google Shape;525;p24"/>
                  <p:cNvSpPr/>
                  <p:nvPr/>
                </p:nvSpPr>
                <p:spPr>
                  <a:xfrm>
                    <a:off x="5023294" y="1851469"/>
                    <a:ext cx="267843" cy="29717"/>
                  </a:xfrm>
                  <a:custGeom>
                    <a:rect b="b" l="l" r="r" t="t"/>
                    <a:pathLst>
                      <a:path extrusionOk="0" h="29717" w="267843">
                        <a:moveTo>
                          <a:pt x="0" y="0"/>
                        </a:moveTo>
                        <a:lnTo>
                          <a:pt x="267843" y="0"/>
                        </a:lnTo>
                        <a:lnTo>
                          <a:pt x="267843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F99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6" name="Google Shape;526;p24"/>
                  <p:cNvSpPr/>
                  <p:nvPr/>
                </p:nvSpPr>
                <p:spPr>
                  <a:xfrm>
                    <a:off x="4606480" y="2029967"/>
                    <a:ext cx="208406" cy="29718"/>
                  </a:xfrm>
                  <a:custGeom>
                    <a:rect b="b" l="l" r="r" t="t"/>
                    <a:pathLst>
                      <a:path extrusionOk="0" h="29718" w="208406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7" name="Google Shape;527;p24"/>
                  <p:cNvSpPr/>
                  <p:nvPr/>
                </p:nvSpPr>
                <p:spPr>
                  <a:xfrm>
                    <a:off x="4814887" y="2000249"/>
                    <a:ext cx="178593" cy="29718"/>
                  </a:xfrm>
                  <a:custGeom>
                    <a:rect b="b" l="l" r="r" t="t"/>
                    <a:pathLst>
                      <a:path extrusionOk="0" h="29718" w="178593">
                        <a:moveTo>
                          <a:pt x="0" y="0"/>
                        </a:moveTo>
                        <a:lnTo>
                          <a:pt x="178594" y="0"/>
                        </a:lnTo>
                        <a:lnTo>
                          <a:pt x="178594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8" name="Google Shape;528;p24"/>
                  <p:cNvSpPr/>
                  <p:nvPr/>
                </p:nvSpPr>
                <p:spPr>
                  <a:xfrm>
                    <a:off x="4993481" y="1970531"/>
                    <a:ext cx="208406" cy="29717"/>
                  </a:xfrm>
                  <a:custGeom>
                    <a:rect b="b" l="l" r="r" t="t"/>
                    <a:pathLst>
                      <a:path extrusionOk="0" h="29717" w="208406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9" name="Google Shape;529;p24"/>
                  <p:cNvSpPr/>
                  <p:nvPr/>
                </p:nvSpPr>
                <p:spPr>
                  <a:xfrm>
                    <a:off x="4636293" y="2149030"/>
                    <a:ext cx="208406" cy="29718"/>
                  </a:xfrm>
                  <a:custGeom>
                    <a:rect b="b" l="l" r="r" t="t"/>
                    <a:pathLst>
                      <a:path extrusionOk="0" h="29718" w="208406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0" name="Google Shape;530;p24"/>
                  <p:cNvSpPr/>
                  <p:nvPr/>
                </p:nvSpPr>
                <p:spPr>
                  <a:xfrm>
                    <a:off x="4844605" y="2119312"/>
                    <a:ext cx="178593" cy="29718"/>
                  </a:xfrm>
                  <a:custGeom>
                    <a:rect b="b" l="l" r="r" t="t"/>
                    <a:pathLst>
                      <a:path extrusionOk="0" h="29718" w="178593">
                        <a:moveTo>
                          <a:pt x="0" y="0"/>
                        </a:moveTo>
                        <a:lnTo>
                          <a:pt x="178594" y="0"/>
                        </a:lnTo>
                        <a:lnTo>
                          <a:pt x="178594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1" name="Google Shape;531;p24"/>
                  <p:cNvSpPr/>
                  <p:nvPr/>
                </p:nvSpPr>
                <p:spPr>
                  <a:xfrm>
                    <a:off x="5023294" y="2089594"/>
                    <a:ext cx="208406" cy="29718"/>
                  </a:xfrm>
                  <a:custGeom>
                    <a:rect b="b" l="l" r="r" t="t"/>
                    <a:pathLst>
                      <a:path extrusionOk="0" h="29718" w="208406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2" name="Google Shape;532;p24"/>
                  <p:cNvSpPr/>
                  <p:nvPr/>
                </p:nvSpPr>
                <p:spPr>
                  <a:xfrm>
                    <a:off x="4695825" y="2268092"/>
                    <a:ext cx="208406" cy="29718"/>
                  </a:xfrm>
                  <a:custGeom>
                    <a:rect b="b" l="l" r="r" t="t"/>
                    <a:pathLst>
                      <a:path extrusionOk="0" h="29718" w="208406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3" name="Google Shape;533;p24"/>
                  <p:cNvSpPr/>
                  <p:nvPr/>
                </p:nvSpPr>
                <p:spPr>
                  <a:xfrm>
                    <a:off x="4904232" y="2238374"/>
                    <a:ext cx="178593" cy="29718"/>
                  </a:xfrm>
                  <a:custGeom>
                    <a:rect b="b" l="l" r="r" t="t"/>
                    <a:pathLst>
                      <a:path extrusionOk="0" h="29718" w="178593">
                        <a:moveTo>
                          <a:pt x="0" y="0"/>
                        </a:moveTo>
                        <a:lnTo>
                          <a:pt x="178594" y="0"/>
                        </a:lnTo>
                        <a:lnTo>
                          <a:pt x="178594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4" name="Google Shape;534;p24"/>
                  <p:cNvSpPr/>
                  <p:nvPr/>
                </p:nvSpPr>
                <p:spPr>
                  <a:xfrm>
                    <a:off x="5082730" y="2208656"/>
                    <a:ext cx="208406" cy="29718"/>
                  </a:xfrm>
                  <a:custGeom>
                    <a:rect b="b" l="l" r="r" t="t"/>
                    <a:pathLst>
                      <a:path extrusionOk="0" h="29718" w="208406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5" name="Google Shape;535;p24"/>
                  <p:cNvSpPr/>
                  <p:nvPr/>
                </p:nvSpPr>
                <p:spPr>
                  <a:xfrm>
                    <a:off x="4755356" y="2387155"/>
                    <a:ext cx="208406" cy="29718"/>
                  </a:xfrm>
                  <a:custGeom>
                    <a:rect b="b" l="l" r="r" t="t"/>
                    <a:pathLst>
                      <a:path extrusionOk="0" h="29718" w="208406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6" name="Google Shape;536;p24"/>
                  <p:cNvSpPr/>
                  <p:nvPr/>
                </p:nvSpPr>
                <p:spPr>
                  <a:xfrm>
                    <a:off x="4963668" y="2357437"/>
                    <a:ext cx="178593" cy="29718"/>
                  </a:xfrm>
                  <a:custGeom>
                    <a:rect b="b" l="l" r="r" t="t"/>
                    <a:pathLst>
                      <a:path extrusionOk="0" h="29718" w="178593">
                        <a:moveTo>
                          <a:pt x="0" y="0"/>
                        </a:moveTo>
                        <a:lnTo>
                          <a:pt x="178594" y="0"/>
                        </a:lnTo>
                        <a:lnTo>
                          <a:pt x="178594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7" name="Google Shape;537;p24"/>
                  <p:cNvSpPr/>
                  <p:nvPr/>
                </p:nvSpPr>
                <p:spPr>
                  <a:xfrm>
                    <a:off x="5142357" y="2327719"/>
                    <a:ext cx="208406" cy="29718"/>
                  </a:xfrm>
                  <a:custGeom>
                    <a:rect b="b" l="l" r="r" t="t"/>
                    <a:pathLst>
                      <a:path extrusionOk="0" h="29718" w="208406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8" name="Google Shape;538;p24"/>
                  <p:cNvSpPr/>
                  <p:nvPr/>
                </p:nvSpPr>
                <p:spPr>
                  <a:xfrm>
                    <a:off x="4785169" y="2506217"/>
                    <a:ext cx="208406" cy="29718"/>
                  </a:xfrm>
                  <a:custGeom>
                    <a:rect b="b" l="l" r="r" t="t"/>
                    <a:pathLst>
                      <a:path extrusionOk="0" h="29718" w="208406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9" name="Google Shape;539;p24"/>
                  <p:cNvSpPr/>
                  <p:nvPr/>
                </p:nvSpPr>
                <p:spPr>
                  <a:xfrm>
                    <a:off x="4993481" y="2476499"/>
                    <a:ext cx="178593" cy="29718"/>
                  </a:xfrm>
                  <a:custGeom>
                    <a:rect b="b" l="l" r="r" t="t"/>
                    <a:pathLst>
                      <a:path extrusionOk="0" h="29718" w="178593">
                        <a:moveTo>
                          <a:pt x="0" y="0"/>
                        </a:moveTo>
                        <a:lnTo>
                          <a:pt x="178594" y="0"/>
                        </a:lnTo>
                        <a:lnTo>
                          <a:pt x="178594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0" name="Google Shape;540;p24"/>
                  <p:cNvSpPr/>
                  <p:nvPr/>
                </p:nvSpPr>
                <p:spPr>
                  <a:xfrm>
                    <a:off x="5172075" y="2446781"/>
                    <a:ext cx="208406" cy="29718"/>
                  </a:xfrm>
                  <a:custGeom>
                    <a:rect b="b" l="l" r="r" t="t"/>
                    <a:pathLst>
                      <a:path extrusionOk="0" h="29718" w="208406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1" name="Google Shape;541;p24"/>
                  <p:cNvSpPr/>
                  <p:nvPr/>
                </p:nvSpPr>
                <p:spPr>
                  <a:xfrm>
                    <a:off x="4755356" y="2625280"/>
                    <a:ext cx="208406" cy="29718"/>
                  </a:xfrm>
                  <a:custGeom>
                    <a:rect b="b" l="l" r="r" t="t"/>
                    <a:pathLst>
                      <a:path extrusionOk="0" h="29718" w="208406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2" name="Google Shape;542;p24"/>
                  <p:cNvSpPr/>
                  <p:nvPr/>
                </p:nvSpPr>
                <p:spPr>
                  <a:xfrm>
                    <a:off x="5142357" y="2565844"/>
                    <a:ext cx="208406" cy="29718"/>
                  </a:xfrm>
                  <a:custGeom>
                    <a:rect b="b" l="l" r="r" t="t"/>
                    <a:pathLst>
                      <a:path extrusionOk="0" h="29718" w="208406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3" name="Google Shape;543;p24"/>
                  <p:cNvSpPr/>
                  <p:nvPr/>
                </p:nvSpPr>
                <p:spPr>
                  <a:xfrm>
                    <a:off x="4725543" y="2744342"/>
                    <a:ext cx="208406" cy="29718"/>
                  </a:xfrm>
                  <a:custGeom>
                    <a:rect b="b" l="l" r="r" t="t"/>
                    <a:pathLst>
                      <a:path extrusionOk="0" h="29718" w="208406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4" name="Google Shape;544;p24"/>
                  <p:cNvSpPr/>
                  <p:nvPr/>
                </p:nvSpPr>
                <p:spPr>
                  <a:xfrm>
                    <a:off x="4933950" y="2714624"/>
                    <a:ext cx="178593" cy="29718"/>
                  </a:xfrm>
                  <a:custGeom>
                    <a:rect b="b" l="l" r="r" t="t"/>
                    <a:pathLst>
                      <a:path extrusionOk="0" h="29718" w="178593">
                        <a:moveTo>
                          <a:pt x="0" y="0"/>
                        </a:moveTo>
                        <a:lnTo>
                          <a:pt x="178594" y="0"/>
                        </a:lnTo>
                        <a:lnTo>
                          <a:pt x="178594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5" name="Google Shape;545;p24"/>
                  <p:cNvSpPr/>
                  <p:nvPr/>
                </p:nvSpPr>
                <p:spPr>
                  <a:xfrm>
                    <a:off x="4547235" y="1881187"/>
                    <a:ext cx="892682" cy="952500"/>
                  </a:xfrm>
                  <a:custGeom>
                    <a:rect b="b" l="l" r="r" t="t"/>
                    <a:pathLst>
                      <a:path extrusionOk="0" h="952500" w="892682">
                        <a:moveTo>
                          <a:pt x="862965" y="565595"/>
                        </a:moveTo>
                        <a:lnTo>
                          <a:pt x="862965" y="446532"/>
                        </a:lnTo>
                        <a:lnTo>
                          <a:pt x="833247" y="446532"/>
                        </a:lnTo>
                        <a:lnTo>
                          <a:pt x="833247" y="357188"/>
                        </a:lnTo>
                        <a:lnTo>
                          <a:pt x="803529" y="357188"/>
                        </a:lnTo>
                        <a:lnTo>
                          <a:pt x="803529" y="327469"/>
                        </a:lnTo>
                        <a:lnTo>
                          <a:pt x="773811" y="327469"/>
                        </a:lnTo>
                        <a:lnTo>
                          <a:pt x="773811" y="238125"/>
                        </a:lnTo>
                        <a:lnTo>
                          <a:pt x="744093" y="238125"/>
                        </a:lnTo>
                        <a:lnTo>
                          <a:pt x="744093" y="119063"/>
                        </a:lnTo>
                        <a:lnTo>
                          <a:pt x="714375" y="119063"/>
                        </a:lnTo>
                        <a:lnTo>
                          <a:pt x="714375" y="0"/>
                        </a:lnTo>
                        <a:lnTo>
                          <a:pt x="476250" y="0"/>
                        </a:lnTo>
                        <a:lnTo>
                          <a:pt x="476250" y="29718"/>
                        </a:lnTo>
                        <a:lnTo>
                          <a:pt x="238125" y="29718"/>
                        </a:lnTo>
                        <a:lnTo>
                          <a:pt x="238125" y="59436"/>
                        </a:lnTo>
                        <a:lnTo>
                          <a:pt x="0" y="59436"/>
                        </a:lnTo>
                        <a:lnTo>
                          <a:pt x="0" y="178498"/>
                        </a:lnTo>
                        <a:lnTo>
                          <a:pt x="29718" y="178498"/>
                        </a:lnTo>
                        <a:lnTo>
                          <a:pt x="29718" y="297561"/>
                        </a:lnTo>
                        <a:lnTo>
                          <a:pt x="59436" y="297561"/>
                        </a:lnTo>
                        <a:lnTo>
                          <a:pt x="59436" y="386906"/>
                        </a:lnTo>
                        <a:lnTo>
                          <a:pt x="89154" y="386906"/>
                        </a:lnTo>
                        <a:lnTo>
                          <a:pt x="89154" y="416623"/>
                        </a:lnTo>
                        <a:lnTo>
                          <a:pt x="118872" y="416623"/>
                        </a:lnTo>
                        <a:lnTo>
                          <a:pt x="118872" y="505968"/>
                        </a:lnTo>
                        <a:lnTo>
                          <a:pt x="148590" y="505968"/>
                        </a:lnTo>
                        <a:lnTo>
                          <a:pt x="148590" y="595313"/>
                        </a:lnTo>
                        <a:lnTo>
                          <a:pt x="178308" y="595313"/>
                        </a:lnTo>
                        <a:lnTo>
                          <a:pt x="178308" y="744093"/>
                        </a:lnTo>
                        <a:lnTo>
                          <a:pt x="148590" y="744093"/>
                        </a:lnTo>
                        <a:lnTo>
                          <a:pt x="148590" y="833438"/>
                        </a:lnTo>
                        <a:lnTo>
                          <a:pt x="118872" y="833438"/>
                        </a:lnTo>
                        <a:lnTo>
                          <a:pt x="118872" y="922782"/>
                        </a:lnTo>
                        <a:lnTo>
                          <a:pt x="89154" y="922782"/>
                        </a:lnTo>
                        <a:lnTo>
                          <a:pt x="89154" y="952500"/>
                        </a:lnTo>
                        <a:lnTo>
                          <a:pt x="327279" y="952500"/>
                        </a:lnTo>
                        <a:lnTo>
                          <a:pt x="327279" y="922782"/>
                        </a:lnTo>
                        <a:lnTo>
                          <a:pt x="565404" y="922782"/>
                        </a:lnTo>
                        <a:lnTo>
                          <a:pt x="565404" y="893064"/>
                        </a:lnTo>
                        <a:lnTo>
                          <a:pt x="803529" y="893064"/>
                        </a:lnTo>
                        <a:lnTo>
                          <a:pt x="803529" y="863346"/>
                        </a:lnTo>
                        <a:lnTo>
                          <a:pt x="833247" y="863346"/>
                        </a:lnTo>
                        <a:lnTo>
                          <a:pt x="833247" y="774001"/>
                        </a:lnTo>
                        <a:lnTo>
                          <a:pt x="862965" y="774001"/>
                        </a:lnTo>
                        <a:lnTo>
                          <a:pt x="862965" y="684657"/>
                        </a:lnTo>
                        <a:lnTo>
                          <a:pt x="892683" y="684657"/>
                        </a:lnTo>
                        <a:lnTo>
                          <a:pt x="892683" y="565595"/>
                        </a:lnTo>
                        <a:lnTo>
                          <a:pt x="862965" y="565595"/>
                        </a:lnTo>
                        <a:close/>
                        <a:moveTo>
                          <a:pt x="803434" y="446532"/>
                        </a:moveTo>
                        <a:lnTo>
                          <a:pt x="803434" y="476250"/>
                        </a:lnTo>
                        <a:lnTo>
                          <a:pt x="595027" y="476250"/>
                        </a:lnTo>
                        <a:lnTo>
                          <a:pt x="595027" y="505968"/>
                        </a:lnTo>
                        <a:lnTo>
                          <a:pt x="416433" y="505968"/>
                        </a:lnTo>
                        <a:lnTo>
                          <a:pt x="416433" y="535686"/>
                        </a:lnTo>
                        <a:lnTo>
                          <a:pt x="208026" y="535686"/>
                        </a:lnTo>
                        <a:lnTo>
                          <a:pt x="208026" y="505968"/>
                        </a:lnTo>
                        <a:lnTo>
                          <a:pt x="416433" y="505968"/>
                        </a:lnTo>
                        <a:lnTo>
                          <a:pt x="416433" y="476250"/>
                        </a:lnTo>
                        <a:lnTo>
                          <a:pt x="595027" y="476250"/>
                        </a:lnTo>
                        <a:lnTo>
                          <a:pt x="595027" y="446532"/>
                        </a:lnTo>
                        <a:lnTo>
                          <a:pt x="803434" y="446532"/>
                        </a:lnTo>
                        <a:close/>
                        <a:moveTo>
                          <a:pt x="59341" y="178689"/>
                        </a:moveTo>
                        <a:lnTo>
                          <a:pt x="59341" y="148971"/>
                        </a:lnTo>
                        <a:lnTo>
                          <a:pt x="267748" y="148971"/>
                        </a:lnTo>
                        <a:lnTo>
                          <a:pt x="267748" y="119253"/>
                        </a:lnTo>
                        <a:lnTo>
                          <a:pt x="446342" y="119253"/>
                        </a:lnTo>
                        <a:lnTo>
                          <a:pt x="446342" y="89535"/>
                        </a:lnTo>
                        <a:lnTo>
                          <a:pt x="654749" y="89535"/>
                        </a:lnTo>
                        <a:lnTo>
                          <a:pt x="654749" y="119253"/>
                        </a:lnTo>
                        <a:lnTo>
                          <a:pt x="446342" y="119253"/>
                        </a:lnTo>
                        <a:lnTo>
                          <a:pt x="446342" y="148971"/>
                        </a:lnTo>
                        <a:lnTo>
                          <a:pt x="267748" y="148971"/>
                        </a:lnTo>
                        <a:lnTo>
                          <a:pt x="267748" y="178689"/>
                        </a:lnTo>
                        <a:lnTo>
                          <a:pt x="59341" y="178689"/>
                        </a:lnTo>
                        <a:close/>
                        <a:moveTo>
                          <a:pt x="89059" y="297752"/>
                        </a:moveTo>
                        <a:lnTo>
                          <a:pt x="89059" y="268034"/>
                        </a:lnTo>
                        <a:lnTo>
                          <a:pt x="297466" y="268034"/>
                        </a:lnTo>
                        <a:lnTo>
                          <a:pt x="297466" y="238315"/>
                        </a:lnTo>
                        <a:lnTo>
                          <a:pt x="476059" y="238315"/>
                        </a:lnTo>
                        <a:lnTo>
                          <a:pt x="476059" y="208598"/>
                        </a:lnTo>
                        <a:lnTo>
                          <a:pt x="684466" y="208598"/>
                        </a:lnTo>
                        <a:lnTo>
                          <a:pt x="684466" y="238315"/>
                        </a:lnTo>
                        <a:lnTo>
                          <a:pt x="476059" y="238315"/>
                        </a:lnTo>
                        <a:lnTo>
                          <a:pt x="476059" y="268034"/>
                        </a:lnTo>
                        <a:lnTo>
                          <a:pt x="297466" y="268034"/>
                        </a:lnTo>
                        <a:lnTo>
                          <a:pt x="297466" y="297752"/>
                        </a:lnTo>
                        <a:lnTo>
                          <a:pt x="89059" y="297752"/>
                        </a:lnTo>
                        <a:close/>
                        <a:moveTo>
                          <a:pt x="148590" y="416814"/>
                        </a:moveTo>
                        <a:lnTo>
                          <a:pt x="148590" y="387096"/>
                        </a:lnTo>
                        <a:lnTo>
                          <a:pt x="356997" y="387096"/>
                        </a:lnTo>
                        <a:lnTo>
                          <a:pt x="356997" y="357378"/>
                        </a:lnTo>
                        <a:lnTo>
                          <a:pt x="535591" y="357378"/>
                        </a:lnTo>
                        <a:lnTo>
                          <a:pt x="535591" y="327660"/>
                        </a:lnTo>
                        <a:lnTo>
                          <a:pt x="743998" y="327660"/>
                        </a:lnTo>
                        <a:lnTo>
                          <a:pt x="743998" y="357378"/>
                        </a:lnTo>
                        <a:lnTo>
                          <a:pt x="535591" y="357378"/>
                        </a:lnTo>
                        <a:lnTo>
                          <a:pt x="535591" y="387096"/>
                        </a:lnTo>
                        <a:lnTo>
                          <a:pt x="356997" y="387096"/>
                        </a:lnTo>
                        <a:lnTo>
                          <a:pt x="356997" y="416814"/>
                        </a:lnTo>
                        <a:lnTo>
                          <a:pt x="148590" y="416814"/>
                        </a:lnTo>
                        <a:close/>
                        <a:moveTo>
                          <a:pt x="773620" y="833533"/>
                        </a:moveTo>
                        <a:lnTo>
                          <a:pt x="565213" y="833533"/>
                        </a:lnTo>
                        <a:lnTo>
                          <a:pt x="565213" y="863251"/>
                        </a:lnTo>
                        <a:lnTo>
                          <a:pt x="386620" y="863251"/>
                        </a:lnTo>
                        <a:lnTo>
                          <a:pt x="386620" y="892969"/>
                        </a:lnTo>
                        <a:lnTo>
                          <a:pt x="178213" y="892969"/>
                        </a:lnTo>
                        <a:lnTo>
                          <a:pt x="178213" y="863251"/>
                        </a:lnTo>
                        <a:lnTo>
                          <a:pt x="386620" y="863251"/>
                        </a:lnTo>
                        <a:lnTo>
                          <a:pt x="386620" y="833533"/>
                        </a:lnTo>
                        <a:lnTo>
                          <a:pt x="565213" y="833533"/>
                        </a:lnTo>
                        <a:lnTo>
                          <a:pt x="565213" y="803815"/>
                        </a:lnTo>
                        <a:lnTo>
                          <a:pt x="773620" y="803815"/>
                        </a:lnTo>
                        <a:lnTo>
                          <a:pt x="773620" y="833533"/>
                        </a:lnTo>
                        <a:close/>
                        <a:moveTo>
                          <a:pt x="803339" y="714470"/>
                        </a:moveTo>
                        <a:lnTo>
                          <a:pt x="594932" y="714470"/>
                        </a:lnTo>
                        <a:lnTo>
                          <a:pt x="594932" y="744188"/>
                        </a:lnTo>
                        <a:lnTo>
                          <a:pt x="416338" y="744188"/>
                        </a:lnTo>
                        <a:lnTo>
                          <a:pt x="416338" y="773906"/>
                        </a:lnTo>
                        <a:lnTo>
                          <a:pt x="207931" y="773906"/>
                        </a:lnTo>
                        <a:lnTo>
                          <a:pt x="207931" y="744188"/>
                        </a:lnTo>
                        <a:lnTo>
                          <a:pt x="416338" y="744188"/>
                        </a:lnTo>
                        <a:lnTo>
                          <a:pt x="416338" y="714470"/>
                        </a:lnTo>
                        <a:lnTo>
                          <a:pt x="594932" y="714470"/>
                        </a:lnTo>
                        <a:lnTo>
                          <a:pt x="594932" y="684752"/>
                        </a:lnTo>
                        <a:lnTo>
                          <a:pt x="803339" y="684752"/>
                        </a:lnTo>
                        <a:lnTo>
                          <a:pt x="803339" y="714470"/>
                        </a:lnTo>
                        <a:close/>
                        <a:moveTo>
                          <a:pt x="833057" y="595408"/>
                        </a:moveTo>
                        <a:lnTo>
                          <a:pt x="624650" y="595408"/>
                        </a:lnTo>
                        <a:lnTo>
                          <a:pt x="624650" y="625126"/>
                        </a:lnTo>
                        <a:lnTo>
                          <a:pt x="446056" y="625126"/>
                        </a:lnTo>
                        <a:lnTo>
                          <a:pt x="446056" y="654844"/>
                        </a:lnTo>
                        <a:lnTo>
                          <a:pt x="237649" y="654844"/>
                        </a:lnTo>
                        <a:lnTo>
                          <a:pt x="237649" y="625126"/>
                        </a:lnTo>
                        <a:lnTo>
                          <a:pt x="446056" y="625126"/>
                        </a:lnTo>
                        <a:lnTo>
                          <a:pt x="446056" y="595408"/>
                        </a:lnTo>
                        <a:lnTo>
                          <a:pt x="624650" y="595408"/>
                        </a:lnTo>
                        <a:lnTo>
                          <a:pt x="624650" y="565690"/>
                        </a:lnTo>
                        <a:lnTo>
                          <a:pt x="833057" y="565690"/>
                        </a:lnTo>
                        <a:lnTo>
                          <a:pt x="833057" y="595408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6" name="Google Shape;546;p24"/>
                  <p:cNvSpPr/>
                  <p:nvPr/>
                </p:nvSpPr>
                <p:spPr>
                  <a:xfrm>
                    <a:off x="5112543" y="2684906"/>
                    <a:ext cx="208406" cy="29718"/>
                  </a:xfrm>
                  <a:custGeom>
                    <a:rect b="b" l="l" r="r" t="t"/>
                    <a:pathLst>
                      <a:path extrusionOk="0" h="29718" w="208406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7" name="Google Shape;547;p24"/>
                  <p:cNvSpPr/>
                  <p:nvPr/>
                </p:nvSpPr>
                <p:spPr>
                  <a:xfrm>
                    <a:off x="4487418" y="1762124"/>
                    <a:ext cx="297656" cy="29717"/>
                  </a:xfrm>
                  <a:custGeom>
                    <a:rect b="b" l="l" r="r" t="t"/>
                    <a:pathLst>
                      <a:path extrusionOk="0" h="29717" w="297656">
                        <a:moveTo>
                          <a:pt x="0" y="0"/>
                        </a:moveTo>
                        <a:lnTo>
                          <a:pt x="297656" y="0"/>
                        </a:lnTo>
                        <a:lnTo>
                          <a:pt x="297656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8" name="Google Shape;548;p24"/>
                  <p:cNvSpPr/>
                  <p:nvPr/>
                </p:nvSpPr>
                <p:spPr>
                  <a:xfrm>
                    <a:off x="4785169" y="1732406"/>
                    <a:ext cx="238125" cy="29717"/>
                  </a:xfrm>
                  <a:custGeom>
                    <a:rect b="b" l="l" r="r" t="t"/>
                    <a:pathLst>
                      <a:path extrusionOk="0" h="29717" w="238125">
                        <a:moveTo>
                          <a:pt x="0" y="0"/>
                        </a:moveTo>
                        <a:lnTo>
                          <a:pt x="238125" y="0"/>
                        </a:lnTo>
                        <a:lnTo>
                          <a:pt x="23812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9" name="Google Shape;549;p24"/>
                  <p:cNvSpPr/>
                  <p:nvPr/>
                </p:nvSpPr>
                <p:spPr>
                  <a:xfrm>
                    <a:off x="4517231" y="1732406"/>
                    <a:ext cx="803624" cy="178498"/>
                  </a:xfrm>
                  <a:custGeom>
                    <a:rect b="b" l="l" r="r" t="t"/>
                    <a:pathLst>
                      <a:path extrusionOk="0" h="178498" w="803624">
                        <a:moveTo>
                          <a:pt x="803624" y="29718"/>
                        </a:moveTo>
                        <a:lnTo>
                          <a:pt x="803624" y="89249"/>
                        </a:lnTo>
                        <a:lnTo>
                          <a:pt x="773906" y="89249"/>
                        </a:lnTo>
                        <a:lnTo>
                          <a:pt x="773906" y="119063"/>
                        </a:lnTo>
                        <a:lnTo>
                          <a:pt x="506063" y="119063"/>
                        </a:lnTo>
                        <a:lnTo>
                          <a:pt x="506063" y="148780"/>
                        </a:lnTo>
                        <a:lnTo>
                          <a:pt x="267938" y="148780"/>
                        </a:lnTo>
                        <a:lnTo>
                          <a:pt x="267938" y="178498"/>
                        </a:lnTo>
                        <a:lnTo>
                          <a:pt x="0" y="178498"/>
                        </a:lnTo>
                        <a:lnTo>
                          <a:pt x="0" y="148780"/>
                        </a:lnTo>
                        <a:lnTo>
                          <a:pt x="29813" y="148780"/>
                        </a:lnTo>
                        <a:lnTo>
                          <a:pt x="29813" y="89249"/>
                        </a:lnTo>
                        <a:lnTo>
                          <a:pt x="0" y="89249"/>
                        </a:lnTo>
                        <a:lnTo>
                          <a:pt x="0" y="59436"/>
                        </a:lnTo>
                        <a:lnTo>
                          <a:pt x="267938" y="59436"/>
                        </a:lnTo>
                        <a:lnTo>
                          <a:pt x="267938" y="29718"/>
                        </a:lnTo>
                        <a:lnTo>
                          <a:pt x="506063" y="29718"/>
                        </a:lnTo>
                        <a:lnTo>
                          <a:pt x="506063" y="0"/>
                        </a:lnTo>
                        <a:lnTo>
                          <a:pt x="773906" y="0"/>
                        </a:lnTo>
                        <a:lnTo>
                          <a:pt x="773906" y="29718"/>
                        </a:lnTo>
                        <a:lnTo>
                          <a:pt x="803624" y="29718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0" name="Google Shape;550;p24"/>
                  <p:cNvSpPr/>
                  <p:nvPr/>
                </p:nvSpPr>
                <p:spPr>
                  <a:xfrm>
                    <a:off x="5023294" y="1702593"/>
                    <a:ext cx="267843" cy="29717"/>
                  </a:xfrm>
                  <a:custGeom>
                    <a:rect b="b" l="l" r="r" t="t"/>
                    <a:pathLst>
                      <a:path extrusionOk="0" h="29717" w="267843">
                        <a:moveTo>
                          <a:pt x="0" y="0"/>
                        </a:moveTo>
                        <a:lnTo>
                          <a:pt x="267843" y="0"/>
                        </a:lnTo>
                        <a:lnTo>
                          <a:pt x="267843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1" name="Google Shape;551;p24"/>
                  <p:cNvSpPr/>
                  <p:nvPr/>
                </p:nvSpPr>
                <p:spPr>
                  <a:xfrm>
                    <a:off x="4457700" y="1791842"/>
                    <a:ext cx="29717" cy="29717"/>
                  </a:xfrm>
                  <a:custGeom>
                    <a:rect b="b" l="l" r="r" t="t"/>
                    <a:pathLst>
                      <a:path extrusionOk="0" h="29717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2" name="Google Shape;552;p24"/>
                  <p:cNvSpPr/>
                  <p:nvPr/>
                </p:nvSpPr>
                <p:spPr>
                  <a:xfrm>
                    <a:off x="4457700" y="1762124"/>
                    <a:ext cx="29717" cy="29717"/>
                  </a:xfrm>
                  <a:custGeom>
                    <a:rect b="b" l="l" r="r" t="t"/>
                    <a:pathLst>
                      <a:path extrusionOk="0" h="29717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3" name="Google Shape;553;p24"/>
                  <p:cNvSpPr/>
                  <p:nvPr/>
                </p:nvSpPr>
                <p:spPr>
                  <a:xfrm>
                    <a:off x="4963668" y="2595562"/>
                    <a:ext cx="178593" cy="29718"/>
                  </a:xfrm>
                  <a:custGeom>
                    <a:rect b="b" l="l" r="r" t="t"/>
                    <a:pathLst>
                      <a:path extrusionOk="0" h="29718" w="178593">
                        <a:moveTo>
                          <a:pt x="0" y="0"/>
                        </a:moveTo>
                        <a:lnTo>
                          <a:pt x="178594" y="0"/>
                        </a:lnTo>
                        <a:lnTo>
                          <a:pt x="178594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4" name="Google Shape;554;p24"/>
                  <p:cNvSpPr/>
                  <p:nvPr/>
                </p:nvSpPr>
                <p:spPr>
                  <a:xfrm>
                    <a:off x="4517231" y="1910905"/>
                    <a:ext cx="29717" cy="148780"/>
                  </a:xfrm>
                  <a:custGeom>
                    <a:rect b="b" l="l" r="r" t="t"/>
                    <a:pathLst>
                      <a:path extrusionOk="0" h="148780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48780"/>
                        </a:lnTo>
                        <a:lnTo>
                          <a:pt x="0" y="148780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5" name="Google Shape;555;p24"/>
                  <p:cNvSpPr/>
                  <p:nvPr/>
                </p:nvSpPr>
                <p:spPr>
                  <a:xfrm>
                    <a:off x="5261419" y="1851469"/>
                    <a:ext cx="29718" cy="148780"/>
                  </a:xfrm>
                  <a:custGeom>
                    <a:rect b="b" l="l" r="r" t="t"/>
                    <a:pathLst>
                      <a:path extrusionOk="0" h="148780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48781"/>
                        </a:lnTo>
                        <a:lnTo>
                          <a:pt x="0" y="14878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6" name="Google Shape;556;p24"/>
                  <p:cNvSpPr/>
                  <p:nvPr/>
                </p:nvSpPr>
                <p:spPr>
                  <a:xfrm>
                    <a:off x="4368355" y="1851469"/>
                    <a:ext cx="89344" cy="29717"/>
                  </a:xfrm>
                  <a:custGeom>
                    <a:rect b="b" l="l" r="r" t="t"/>
                    <a:pathLst>
                      <a:path extrusionOk="0" h="29717" w="89344">
                        <a:moveTo>
                          <a:pt x="0" y="0"/>
                        </a:moveTo>
                        <a:lnTo>
                          <a:pt x="89345" y="0"/>
                        </a:lnTo>
                        <a:lnTo>
                          <a:pt x="8934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57" name="Google Shape;557;p24"/>
                <p:cNvSpPr/>
                <p:nvPr/>
              </p:nvSpPr>
              <p:spPr>
                <a:xfrm>
                  <a:off x="4636293" y="2803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EF9CE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8" name="Google Shape;558;p24"/>
                <p:cNvSpPr/>
                <p:nvPr/>
              </p:nvSpPr>
              <p:spPr>
                <a:xfrm>
                  <a:off x="5350668" y="268490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9" name="Google Shape;559;p24"/>
                <p:cNvSpPr/>
                <p:nvPr/>
              </p:nvSpPr>
              <p:spPr>
                <a:xfrm>
                  <a:off x="4695825" y="262528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0" name="Google Shape;560;p24"/>
                <p:cNvSpPr/>
                <p:nvPr/>
              </p:nvSpPr>
              <p:spPr>
                <a:xfrm>
                  <a:off x="5380482" y="259556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" name="Google Shape;561;p24"/>
                <p:cNvSpPr/>
                <p:nvPr/>
              </p:nvSpPr>
              <p:spPr>
                <a:xfrm>
                  <a:off x="5410200" y="2446781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2" name="Google Shape;562;p24"/>
                <p:cNvSpPr/>
                <p:nvPr/>
              </p:nvSpPr>
              <p:spPr>
                <a:xfrm>
                  <a:off x="5380482" y="232771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3" name="Google Shape;563;p24"/>
                <p:cNvSpPr/>
                <p:nvPr/>
              </p:nvSpPr>
              <p:spPr>
                <a:xfrm>
                  <a:off x="4695825" y="2803969"/>
                  <a:ext cx="178593" cy="29718"/>
                </a:xfrm>
                <a:custGeom>
                  <a:rect b="b" l="l" r="r" t="t"/>
                  <a:pathLst>
                    <a:path extrusionOk="0" h="29718" w="178593">
                      <a:moveTo>
                        <a:pt x="0" y="0"/>
                      </a:moveTo>
                      <a:lnTo>
                        <a:pt x="178594" y="0"/>
                      </a:lnTo>
                      <a:lnTo>
                        <a:pt x="17859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EF9CE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4" name="Google Shape;564;p24"/>
                <p:cNvSpPr/>
                <p:nvPr/>
              </p:nvSpPr>
              <p:spPr>
                <a:xfrm>
                  <a:off x="4547044" y="1940718"/>
                  <a:ext cx="238124" cy="29717"/>
                </a:xfrm>
                <a:custGeom>
                  <a:rect b="b" l="l" r="r" t="t"/>
                  <a:pathLst>
                    <a:path extrusionOk="0" h="29717" w="238124">
                      <a:moveTo>
                        <a:pt x="0" y="0"/>
                      </a:moveTo>
                      <a:lnTo>
                        <a:pt x="238125" y="0"/>
                      </a:lnTo>
                      <a:lnTo>
                        <a:pt x="23812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" name="Google Shape;565;p24"/>
                <p:cNvSpPr/>
                <p:nvPr/>
              </p:nvSpPr>
              <p:spPr>
                <a:xfrm>
                  <a:off x="4785169" y="1910905"/>
                  <a:ext cx="238125" cy="29717"/>
                </a:xfrm>
                <a:custGeom>
                  <a:rect b="b" l="l" r="r" t="t"/>
                  <a:pathLst>
                    <a:path extrusionOk="0" h="29717" w="238125">
                      <a:moveTo>
                        <a:pt x="0" y="0"/>
                      </a:moveTo>
                      <a:lnTo>
                        <a:pt x="238125" y="0"/>
                      </a:lnTo>
                      <a:lnTo>
                        <a:pt x="23812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6" name="Google Shape;566;p24"/>
                <p:cNvSpPr/>
                <p:nvPr/>
              </p:nvSpPr>
              <p:spPr>
                <a:xfrm>
                  <a:off x="5023294" y="1881187"/>
                  <a:ext cx="238125" cy="29717"/>
                </a:xfrm>
                <a:custGeom>
                  <a:rect b="b" l="l" r="r" t="t"/>
                  <a:pathLst>
                    <a:path extrusionOk="0" h="29717" w="238125">
                      <a:moveTo>
                        <a:pt x="0" y="0"/>
                      </a:moveTo>
                      <a:lnTo>
                        <a:pt x="238125" y="0"/>
                      </a:lnTo>
                      <a:lnTo>
                        <a:pt x="23812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7" name="Google Shape;567;p24"/>
                <p:cNvSpPr/>
                <p:nvPr/>
              </p:nvSpPr>
              <p:spPr>
                <a:xfrm>
                  <a:off x="4814887" y="1940718"/>
                  <a:ext cx="89344" cy="29717"/>
                </a:xfrm>
                <a:custGeom>
                  <a:rect b="b" l="l" r="r" t="t"/>
                  <a:pathLst>
                    <a:path extrusionOk="0" h="29717" w="89344">
                      <a:moveTo>
                        <a:pt x="0" y="0"/>
                      </a:moveTo>
                      <a:lnTo>
                        <a:pt x="89344" y="0"/>
                      </a:lnTo>
                      <a:lnTo>
                        <a:pt x="8934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8" name="Google Shape;568;p24"/>
                <p:cNvSpPr/>
                <p:nvPr/>
              </p:nvSpPr>
              <p:spPr>
                <a:xfrm>
                  <a:off x="4695825" y="1970531"/>
                  <a:ext cx="89344" cy="29717"/>
                </a:xfrm>
                <a:custGeom>
                  <a:rect b="b" l="l" r="r" t="t"/>
                  <a:pathLst>
                    <a:path extrusionOk="0" h="29717" w="89344">
                      <a:moveTo>
                        <a:pt x="0" y="0"/>
                      </a:moveTo>
                      <a:lnTo>
                        <a:pt x="89344" y="0"/>
                      </a:lnTo>
                      <a:lnTo>
                        <a:pt x="8934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9" name="Google Shape;569;p24"/>
                <p:cNvSpPr/>
                <p:nvPr/>
              </p:nvSpPr>
              <p:spPr>
                <a:xfrm>
                  <a:off x="4547044" y="1970531"/>
                  <a:ext cx="59531" cy="29717"/>
                </a:xfrm>
                <a:custGeom>
                  <a:rect b="b" l="l" r="r" t="t"/>
                  <a:pathLst>
                    <a:path extrusionOk="0" h="29717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0" name="Google Shape;570;p24"/>
                <p:cNvSpPr/>
                <p:nvPr/>
              </p:nvSpPr>
              <p:spPr>
                <a:xfrm>
                  <a:off x="4933950" y="1940718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1" name="Google Shape;571;p24"/>
                <p:cNvSpPr/>
                <p:nvPr/>
              </p:nvSpPr>
              <p:spPr>
                <a:xfrm>
                  <a:off x="4636293" y="1970531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2" name="Google Shape;572;p24"/>
                <p:cNvSpPr/>
                <p:nvPr/>
              </p:nvSpPr>
              <p:spPr>
                <a:xfrm>
                  <a:off x="5053012" y="1910905"/>
                  <a:ext cx="59531" cy="29717"/>
                </a:xfrm>
                <a:custGeom>
                  <a:rect b="b" l="l" r="r" t="t"/>
                  <a:pathLst>
                    <a:path extrusionOk="0" h="29717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3" name="Google Shape;573;p24"/>
                <p:cNvSpPr/>
                <p:nvPr/>
              </p:nvSpPr>
              <p:spPr>
                <a:xfrm>
                  <a:off x="5142357" y="1910905"/>
                  <a:ext cx="59531" cy="29717"/>
                </a:xfrm>
                <a:custGeom>
                  <a:rect b="b" l="l" r="r" t="t"/>
                  <a:pathLst>
                    <a:path extrusionOk="0" h="29717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4" name="Google Shape;574;p24"/>
                <p:cNvSpPr/>
                <p:nvPr/>
              </p:nvSpPr>
              <p:spPr>
                <a:xfrm>
                  <a:off x="5231606" y="191090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EF9CE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5" name="Google Shape;575;p24"/>
                <p:cNvSpPr/>
                <p:nvPr/>
              </p:nvSpPr>
              <p:spPr>
                <a:xfrm>
                  <a:off x="4963668" y="2774155"/>
                  <a:ext cx="148780" cy="29718"/>
                </a:xfrm>
                <a:custGeom>
                  <a:rect b="b" l="l" r="r" t="t"/>
                  <a:pathLst>
                    <a:path extrusionOk="0" h="29718" w="148780">
                      <a:moveTo>
                        <a:pt x="0" y="0"/>
                      </a:moveTo>
                      <a:lnTo>
                        <a:pt x="148781" y="0"/>
                      </a:lnTo>
                      <a:lnTo>
                        <a:pt x="14878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6" name="Google Shape;576;p24"/>
                <p:cNvSpPr/>
                <p:nvPr/>
              </p:nvSpPr>
              <p:spPr>
                <a:xfrm>
                  <a:off x="4844605" y="277415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EF9CE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7" name="Google Shape;577;p24"/>
                <p:cNvSpPr/>
                <p:nvPr/>
              </p:nvSpPr>
              <p:spPr>
                <a:xfrm>
                  <a:off x="5142357" y="2744342"/>
                  <a:ext cx="208406" cy="29718"/>
                </a:xfrm>
                <a:custGeom>
                  <a:rect b="b" l="l" r="r" t="t"/>
                  <a:pathLst>
                    <a:path extrusionOk="0" h="29718" w="208406">
                      <a:moveTo>
                        <a:pt x="0" y="0"/>
                      </a:moveTo>
                      <a:lnTo>
                        <a:pt x="208407" y="0"/>
                      </a:lnTo>
                      <a:lnTo>
                        <a:pt x="208407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8" name="Google Shape;578;p24"/>
                <p:cNvSpPr/>
                <p:nvPr/>
              </p:nvSpPr>
              <p:spPr>
                <a:xfrm>
                  <a:off x="5231606" y="2744342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9" name="Google Shape;579;p24"/>
                <p:cNvSpPr/>
                <p:nvPr/>
              </p:nvSpPr>
              <p:spPr>
                <a:xfrm>
                  <a:off x="5320855" y="27443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0" name="Google Shape;580;p24"/>
                <p:cNvSpPr/>
                <p:nvPr/>
              </p:nvSpPr>
              <p:spPr>
                <a:xfrm>
                  <a:off x="5291137" y="271462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1" name="Google Shape;581;p24"/>
                <p:cNvSpPr/>
                <p:nvPr/>
              </p:nvSpPr>
              <p:spPr>
                <a:xfrm>
                  <a:off x="5053012" y="277415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2" name="Google Shape;582;p24"/>
                <p:cNvSpPr/>
                <p:nvPr/>
              </p:nvSpPr>
              <p:spPr>
                <a:xfrm>
                  <a:off x="4993481" y="2774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3" name="Google Shape;583;p24"/>
                <p:cNvSpPr/>
                <p:nvPr/>
              </p:nvSpPr>
              <p:spPr>
                <a:xfrm>
                  <a:off x="4963668" y="2803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4" name="Google Shape;584;p24"/>
                <p:cNvSpPr/>
                <p:nvPr/>
              </p:nvSpPr>
              <p:spPr>
                <a:xfrm>
                  <a:off x="4666107" y="2833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5" name="Google Shape;585;p24"/>
                <p:cNvSpPr/>
                <p:nvPr/>
              </p:nvSpPr>
              <p:spPr>
                <a:xfrm>
                  <a:off x="4785169" y="2803969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4" y="0"/>
                      </a:lnTo>
                      <a:lnTo>
                        <a:pt x="8934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DD58D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6" name="Google Shape;586;p24"/>
                <p:cNvSpPr/>
                <p:nvPr/>
              </p:nvSpPr>
              <p:spPr>
                <a:xfrm>
                  <a:off x="4636293" y="2803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7" name="Google Shape;587;p24"/>
                <p:cNvSpPr/>
                <p:nvPr/>
              </p:nvSpPr>
              <p:spPr>
                <a:xfrm>
                  <a:off x="4666107" y="271462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8C07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8" name="Google Shape;588;p24"/>
                <p:cNvSpPr/>
                <p:nvPr/>
              </p:nvSpPr>
              <p:spPr>
                <a:xfrm>
                  <a:off x="4666107" y="271462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9" name="Google Shape;589;p24"/>
                <p:cNvSpPr/>
                <p:nvPr/>
              </p:nvSpPr>
              <p:spPr>
                <a:xfrm>
                  <a:off x="4636293" y="22680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0" name="Google Shape;590;p24"/>
                <p:cNvSpPr/>
                <p:nvPr/>
              </p:nvSpPr>
              <p:spPr>
                <a:xfrm>
                  <a:off x="4666107" y="23574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1" name="Google Shape;591;p24"/>
                <p:cNvSpPr/>
                <p:nvPr/>
              </p:nvSpPr>
              <p:spPr>
                <a:xfrm>
                  <a:off x="4695825" y="244678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2" name="Google Shape;592;p24"/>
                <p:cNvSpPr/>
                <p:nvPr/>
              </p:nvSpPr>
              <p:spPr>
                <a:xfrm>
                  <a:off x="5380482" y="24169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3" name="Google Shape;593;p24"/>
                <p:cNvSpPr/>
                <p:nvPr/>
              </p:nvSpPr>
              <p:spPr>
                <a:xfrm>
                  <a:off x="4606480" y="22383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4" name="Google Shape;594;p24"/>
                <p:cNvSpPr/>
                <p:nvPr/>
              </p:nvSpPr>
              <p:spPr>
                <a:xfrm>
                  <a:off x="5142357" y="1821655"/>
                  <a:ext cx="148780" cy="29717"/>
                </a:xfrm>
                <a:custGeom>
                  <a:rect b="b" l="l" r="r" t="t"/>
                  <a:pathLst>
                    <a:path extrusionOk="0" h="29717" w="148780">
                      <a:moveTo>
                        <a:pt x="0" y="0"/>
                      </a:moveTo>
                      <a:lnTo>
                        <a:pt x="148781" y="0"/>
                      </a:lnTo>
                      <a:lnTo>
                        <a:pt x="14878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5" name="Google Shape;595;p24"/>
                <p:cNvSpPr/>
                <p:nvPr/>
              </p:nvSpPr>
              <p:spPr>
                <a:xfrm>
                  <a:off x="5350668" y="173240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EF9CE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6" name="Google Shape;596;p24"/>
                <p:cNvSpPr/>
                <p:nvPr/>
              </p:nvSpPr>
              <p:spPr>
                <a:xfrm>
                  <a:off x="4695825" y="1881187"/>
                  <a:ext cx="89344" cy="29717"/>
                </a:xfrm>
                <a:custGeom>
                  <a:rect b="b" l="l" r="r" t="t"/>
                  <a:pathLst>
                    <a:path extrusionOk="0" h="29717" w="89344">
                      <a:moveTo>
                        <a:pt x="0" y="0"/>
                      </a:moveTo>
                      <a:lnTo>
                        <a:pt x="89344" y="0"/>
                      </a:lnTo>
                      <a:lnTo>
                        <a:pt x="8934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24"/>
                <p:cNvSpPr/>
                <p:nvPr/>
              </p:nvSpPr>
              <p:spPr>
                <a:xfrm>
                  <a:off x="4517231" y="1881187"/>
                  <a:ext cx="89344" cy="29717"/>
                </a:xfrm>
                <a:custGeom>
                  <a:rect b="b" l="l" r="r" t="t"/>
                  <a:pathLst>
                    <a:path extrusionOk="0" h="29717" w="89344">
                      <a:moveTo>
                        <a:pt x="0" y="0"/>
                      </a:moveTo>
                      <a:lnTo>
                        <a:pt x="89344" y="0"/>
                      </a:lnTo>
                      <a:lnTo>
                        <a:pt x="8934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24"/>
                <p:cNvSpPr/>
                <p:nvPr/>
              </p:nvSpPr>
              <p:spPr>
                <a:xfrm>
                  <a:off x="4844605" y="1851469"/>
                  <a:ext cx="178593" cy="29717"/>
                </a:xfrm>
                <a:custGeom>
                  <a:rect b="b" l="l" r="r" t="t"/>
                  <a:pathLst>
                    <a:path extrusionOk="0" h="29717" w="178593">
                      <a:moveTo>
                        <a:pt x="0" y="0"/>
                      </a:moveTo>
                      <a:lnTo>
                        <a:pt x="178594" y="0"/>
                      </a:lnTo>
                      <a:lnTo>
                        <a:pt x="17859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9" name="Google Shape;599;p24"/>
                <p:cNvSpPr/>
                <p:nvPr/>
              </p:nvSpPr>
              <p:spPr>
                <a:xfrm>
                  <a:off x="4695825" y="253603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0" name="Google Shape;600;p24"/>
                <p:cNvSpPr/>
                <p:nvPr/>
              </p:nvSpPr>
              <p:spPr>
                <a:xfrm>
                  <a:off x="4666107" y="2684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01" name="Google Shape;601;p24"/>
              <p:cNvGrpSpPr/>
              <p:nvPr/>
            </p:nvGrpSpPr>
            <p:grpSpPr>
              <a:xfrm>
                <a:off x="4993481" y="1434655"/>
                <a:ext cx="892969" cy="1012031"/>
                <a:chOff x="4993481" y="1434655"/>
                <a:chExt cx="892969" cy="1012031"/>
              </a:xfrm>
            </p:grpSpPr>
            <p:grpSp>
              <p:nvGrpSpPr>
                <p:cNvPr id="602" name="Google Shape;602;p24"/>
                <p:cNvGrpSpPr/>
                <p:nvPr/>
              </p:nvGrpSpPr>
              <p:grpSpPr>
                <a:xfrm>
                  <a:off x="4993481" y="1434655"/>
                  <a:ext cx="892969" cy="922782"/>
                  <a:chOff x="4993481" y="1434655"/>
                  <a:chExt cx="892969" cy="922782"/>
                </a:xfrm>
              </p:grpSpPr>
              <p:sp>
                <p:nvSpPr>
                  <p:cNvPr id="603" name="Google Shape;603;p24"/>
                  <p:cNvSpPr/>
                  <p:nvPr/>
                </p:nvSpPr>
                <p:spPr>
                  <a:xfrm>
                    <a:off x="4993481" y="2178843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4" name="Google Shape;604;p24"/>
                  <p:cNvSpPr/>
                  <p:nvPr/>
                </p:nvSpPr>
                <p:spPr>
                  <a:xfrm>
                    <a:off x="5053012" y="2297905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5" name="Google Shape;605;p24"/>
                  <p:cNvSpPr/>
                  <p:nvPr/>
                </p:nvSpPr>
                <p:spPr>
                  <a:xfrm>
                    <a:off x="5023294" y="2238374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6" name="Google Shape;606;p24"/>
                  <p:cNvSpPr/>
                  <p:nvPr/>
                </p:nvSpPr>
                <p:spPr>
                  <a:xfrm>
                    <a:off x="5112543" y="2178843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7" name="Google Shape;607;p24"/>
                  <p:cNvSpPr/>
                  <p:nvPr/>
                </p:nvSpPr>
                <p:spPr>
                  <a:xfrm>
                    <a:off x="5142357" y="214903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8" name="Google Shape;608;p24"/>
                  <p:cNvSpPr/>
                  <p:nvPr/>
                </p:nvSpPr>
                <p:spPr>
                  <a:xfrm>
                    <a:off x="5172075" y="2119312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9" name="Google Shape;609;p24"/>
                  <p:cNvSpPr/>
                  <p:nvPr/>
                </p:nvSpPr>
                <p:spPr>
                  <a:xfrm>
                    <a:off x="5201793" y="208959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0" name="Google Shape;610;p24"/>
                  <p:cNvSpPr/>
                  <p:nvPr/>
                </p:nvSpPr>
                <p:spPr>
                  <a:xfrm>
                    <a:off x="5261419" y="2029967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1" name="Google Shape;611;p24"/>
                  <p:cNvSpPr/>
                  <p:nvPr/>
                </p:nvSpPr>
                <p:spPr>
                  <a:xfrm>
                    <a:off x="5291137" y="2000249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2" name="Google Shape;612;p24"/>
                  <p:cNvSpPr/>
                  <p:nvPr/>
                </p:nvSpPr>
                <p:spPr>
                  <a:xfrm>
                    <a:off x="5320855" y="1970531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3" name="Google Shape;613;p24"/>
                  <p:cNvSpPr/>
                  <p:nvPr/>
                </p:nvSpPr>
                <p:spPr>
                  <a:xfrm>
                    <a:off x="5350668" y="1940718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4" name="Google Shape;614;p24"/>
                  <p:cNvSpPr/>
                  <p:nvPr/>
                </p:nvSpPr>
                <p:spPr>
                  <a:xfrm>
                    <a:off x="5380482" y="1910905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5" name="Google Shape;615;p24"/>
                  <p:cNvSpPr/>
                  <p:nvPr/>
                </p:nvSpPr>
                <p:spPr>
                  <a:xfrm>
                    <a:off x="5410200" y="1881187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6" name="Google Shape;616;p24"/>
                  <p:cNvSpPr/>
                  <p:nvPr/>
                </p:nvSpPr>
                <p:spPr>
                  <a:xfrm>
                    <a:off x="5439918" y="1910905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7" name="Google Shape;617;p24"/>
                  <p:cNvSpPr/>
                  <p:nvPr/>
                </p:nvSpPr>
                <p:spPr>
                  <a:xfrm>
                    <a:off x="5469731" y="1940718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8" name="Google Shape;618;p24"/>
                  <p:cNvSpPr/>
                  <p:nvPr/>
                </p:nvSpPr>
                <p:spPr>
                  <a:xfrm>
                    <a:off x="5499544" y="1970531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9" name="Google Shape;619;p24"/>
                  <p:cNvSpPr/>
                  <p:nvPr/>
                </p:nvSpPr>
                <p:spPr>
                  <a:xfrm>
                    <a:off x="5201793" y="223837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0" name="Google Shape;620;p24"/>
                  <p:cNvSpPr/>
                  <p:nvPr/>
                </p:nvSpPr>
                <p:spPr>
                  <a:xfrm>
                    <a:off x="5231606" y="2208656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1" name="Google Shape;621;p24"/>
                  <p:cNvSpPr/>
                  <p:nvPr/>
                </p:nvSpPr>
                <p:spPr>
                  <a:xfrm>
                    <a:off x="5261419" y="2178843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2" name="Google Shape;622;p24"/>
                  <p:cNvSpPr/>
                  <p:nvPr/>
                </p:nvSpPr>
                <p:spPr>
                  <a:xfrm>
                    <a:off x="5291137" y="214903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3" name="Google Shape;623;p24"/>
                  <p:cNvSpPr/>
                  <p:nvPr/>
                </p:nvSpPr>
                <p:spPr>
                  <a:xfrm>
                    <a:off x="5320855" y="2119312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4" name="Google Shape;624;p24"/>
                  <p:cNvSpPr/>
                  <p:nvPr/>
                </p:nvSpPr>
                <p:spPr>
                  <a:xfrm>
                    <a:off x="5350668" y="208959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5" name="Google Shape;625;p24"/>
                  <p:cNvSpPr/>
                  <p:nvPr/>
                </p:nvSpPr>
                <p:spPr>
                  <a:xfrm>
                    <a:off x="5380482" y="205978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6" name="Google Shape;626;p24"/>
                  <p:cNvSpPr/>
                  <p:nvPr/>
                </p:nvSpPr>
                <p:spPr>
                  <a:xfrm>
                    <a:off x="5410200" y="2029967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7" name="Google Shape;627;p24"/>
                  <p:cNvSpPr/>
                  <p:nvPr/>
                </p:nvSpPr>
                <p:spPr>
                  <a:xfrm>
                    <a:off x="5439918" y="1970531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8" name="Google Shape;628;p24"/>
                  <p:cNvSpPr/>
                  <p:nvPr/>
                </p:nvSpPr>
                <p:spPr>
                  <a:xfrm>
                    <a:off x="5112543" y="2297905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9" name="Google Shape;629;p24"/>
                  <p:cNvSpPr/>
                  <p:nvPr/>
                </p:nvSpPr>
                <p:spPr>
                  <a:xfrm>
                    <a:off x="5082730" y="2327719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0" name="Google Shape;630;p24"/>
                  <p:cNvSpPr/>
                  <p:nvPr/>
                </p:nvSpPr>
                <p:spPr>
                  <a:xfrm>
                    <a:off x="4993481" y="2178843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1" name="Google Shape;631;p24"/>
                  <p:cNvSpPr/>
                  <p:nvPr/>
                </p:nvSpPr>
                <p:spPr>
                  <a:xfrm>
                    <a:off x="5053012" y="208959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2" name="Google Shape;632;p24"/>
                  <p:cNvSpPr/>
                  <p:nvPr/>
                </p:nvSpPr>
                <p:spPr>
                  <a:xfrm>
                    <a:off x="5112543" y="2029967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3" name="Google Shape;633;p24"/>
                  <p:cNvSpPr/>
                  <p:nvPr/>
                </p:nvSpPr>
                <p:spPr>
                  <a:xfrm>
                    <a:off x="5142357" y="2000249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4" name="Google Shape;634;p24"/>
                  <p:cNvSpPr/>
                  <p:nvPr/>
                </p:nvSpPr>
                <p:spPr>
                  <a:xfrm>
                    <a:off x="5291137" y="1851469"/>
                    <a:ext cx="59531" cy="29717"/>
                  </a:xfrm>
                  <a:custGeom>
                    <a:rect b="b" l="l" r="r" t="t"/>
                    <a:pathLst>
                      <a:path extrusionOk="0" h="29717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5" name="Google Shape;635;p24"/>
                  <p:cNvSpPr/>
                  <p:nvPr/>
                </p:nvSpPr>
                <p:spPr>
                  <a:xfrm>
                    <a:off x="5142357" y="2000249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6" name="Google Shape;636;p24"/>
                  <p:cNvSpPr/>
                  <p:nvPr/>
                </p:nvSpPr>
                <p:spPr>
                  <a:xfrm>
                    <a:off x="5172075" y="1970531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7" name="Google Shape;637;p24"/>
                  <p:cNvSpPr/>
                  <p:nvPr/>
                </p:nvSpPr>
                <p:spPr>
                  <a:xfrm>
                    <a:off x="5201793" y="1940718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8" name="Google Shape;638;p24"/>
                  <p:cNvSpPr/>
                  <p:nvPr/>
                </p:nvSpPr>
                <p:spPr>
                  <a:xfrm>
                    <a:off x="5231606" y="1910905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9" name="Google Shape;639;p24"/>
                  <p:cNvSpPr/>
                  <p:nvPr/>
                </p:nvSpPr>
                <p:spPr>
                  <a:xfrm>
                    <a:off x="5261419" y="1881187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0" name="Google Shape;640;p24"/>
                  <p:cNvSpPr/>
                  <p:nvPr/>
                </p:nvSpPr>
                <p:spPr>
                  <a:xfrm>
                    <a:off x="5023294" y="2119312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1" name="Google Shape;641;p24"/>
                  <p:cNvSpPr/>
                  <p:nvPr/>
                </p:nvSpPr>
                <p:spPr>
                  <a:xfrm>
                    <a:off x="5082730" y="205978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2" name="Google Shape;642;p24"/>
                  <p:cNvSpPr/>
                  <p:nvPr/>
                </p:nvSpPr>
                <p:spPr>
                  <a:xfrm>
                    <a:off x="5142357" y="2268092"/>
                    <a:ext cx="59531" cy="29718"/>
                  </a:xfrm>
                  <a:custGeom>
                    <a:rect b="b" l="l" r="r" t="t"/>
                    <a:pathLst>
                      <a:path extrusionOk="0" h="29718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3" name="Google Shape;643;p24"/>
                  <p:cNvSpPr/>
                  <p:nvPr/>
                </p:nvSpPr>
                <p:spPr>
                  <a:xfrm>
                    <a:off x="5529262" y="2000249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4" name="Google Shape;644;p24"/>
                  <p:cNvSpPr/>
                  <p:nvPr/>
                </p:nvSpPr>
                <p:spPr>
                  <a:xfrm>
                    <a:off x="5558980" y="1910905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5" name="Google Shape;645;p24"/>
                  <p:cNvSpPr/>
                  <p:nvPr/>
                </p:nvSpPr>
                <p:spPr>
                  <a:xfrm>
                    <a:off x="5588793" y="1970531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6" name="Google Shape;646;p24"/>
                  <p:cNvSpPr/>
                  <p:nvPr/>
                </p:nvSpPr>
                <p:spPr>
                  <a:xfrm>
                    <a:off x="5558980" y="205978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7" name="Google Shape;647;p24"/>
                  <p:cNvSpPr/>
                  <p:nvPr/>
                </p:nvSpPr>
                <p:spPr>
                  <a:xfrm>
                    <a:off x="5648325" y="205978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8" name="Google Shape;648;p24"/>
                  <p:cNvSpPr/>
                  <p:nvPr/>
                </p:nvSpPr>
                <p:spPr>
                  <a:xfrm>
                    <a:off x="5618607" y="2029967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9" name="Google Shape;649;p24"/>
                  <p:cNvSpPr/>
                  <p:nvPr/>
                </p:nvSpPr>
                <p:spPr>
                  <a:xfrm>
                    <a:off x="5588793" y="2089594"/>
                    <a:ext cx="59531" cy="29718"/>
                  </a:xfrm>
                  <a:custGeom>
                    <a:rect b="b" l="l" r="r" t="t"/>
                    <a:pathLst>
                      <a:path extrusionOk="0" h="29718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0" name="Google Shape;650;p24"/>
                  <p:cNvSpPr/>
                  <p:nvPr/>
                </p:nvSpPr>
                <p:spPr>
                  <a:xfrm>
                    <a:off x="5231606" y="1732406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1" name="Google Shape;651;p24"/>
                  <p:cNvSpPr/>
                  <p:nvPr/>
                </p:nvSpPr>
                <p:spPr>
                  <a:xfrm>
                    <a:off x="5231606" y="1643062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2" name="Google Shape;652;p24"/>
                  <p:cNvSpPr/>
                  <p:nvPr/>
                </p:nvSpPr>
                <p:spPr>
                  <a:xfrm>
                    <a:off x="5261419" y="167278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3" name="Google Shape;653;p24"/>
                  <p:cNvSpPr/>
                  <p:nvPr/>
                </p:nvSpPr>
                <p:spPr>
                  <a:xfrm>
                    <a:off x="5201793" y="1672780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4" name="Google Shape;654;p24"/>
                  <p:cNvSpPr/>
                  <p:nvPr/>
                </p:nvSpPr>
                <p:spPr>
                  <a:xfrm>
                    <a:off x="5261419" y="1762124"/>
                    <a:ext cx="59531" cy="29717"/>
                  </a:xfrm>
                  <a:custGeom>
                    <a:rect b="b" l="l" r="r" t="t"/>
                    <a:pathLst>
                      <a:path extrusionOk="0" h="29717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5" name="Google Shape;655;p24"/>
                  <p:cNvSpPr/>
                  <p:nvPr/>
                </p:nvSpPr>
                <p:spPr>
                  <a:xfrm>
                    <a:off x="5350668" y="1732406"/>
                    <a:ext cx="59531" cy="29717"/>
                  </a:xfrm>
                  <a:custGeom>
                    <a:rect b="b" l="l" r="r" t="t"/>
                    <a:pathLst>
                      <a:path extrusionOk="0" h="29717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6" name="Google Shape;656;p24"/>
                  <p:cNvSpPr/>
                  <p:nvPr/>
                </p:nvSpPr>
                <p:spPr>
                  <a:xfrm>
                    <a:off x="5291137" y="1702593"/>
                    <a:ext cx="59531" cy="29717"/>
                  </a:xfrm>
                  <a:custGeom>
                    <a:rect b="b" l="l" r="r" t="t"/>
                    <a:pathLst>
                      <a:path extrusionOk="0" h="29717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7" name="Google Shape;657;p24"/>
                  <p:cNvSpPr/>
                  <p:nvPr/>
                </p:nvSpPr>
                <p:spPr>
                  <a:xfrm>
                    <a:off x="5320855" y="1791842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8" name="Google Shape;658;p24"/>
                  <p:cNvSpPr/>
                  <p:nvPr/>
                </p:nvSpPr>
                <p:spPr>
                  <a:xfrm>
                    <a:off x="5350668" y="1821655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9" name="Google Shape;659;p24"/>
                  <p:cNvSpPr/>
                  <p:nvPr/>
                </p:nvSpPr>
                <p:spPr>
                  <a:xfrm>
                    <a:off x="5410200" y="1762124"/>
                    <a:ext cx="59531" cy="29717"/>
                  </a:xfrm>
                  <a:custGeom>
                    <a:rect b="b" l="l" r="r" t="t"/>
                    <a:pathLst>
                      <a:path extrusionOk="0" h="29717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0" name="Google Shape;660;p24"/>
                  <p:cNvSpPr/>
                  <p:nvPr/>
                </p:nvSpPr>
                <p:spPr>
                  <a:xfrm>
                    <a:off x="5529262" y="1851469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1" name="Google Shape;661;p24"/>
                  <p:cNvSpPr/>
                  <p:nvPr/>
                </p:nvSpPr>
                <p:spPr>
                  <a:xfrm>
                    <a:off x="5558980" y="1791842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2" name="Google Shape;662;p24"/>
                  <p:cNvSpPr/>
                  <p:nvPr/>
                </p:nvSpPr>
                <p:spPr>
                  <a:xfrm>
                    <a:off x="5588793" y="1762124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3" name="Google Shape;663;p24"/>
                  <p:cNvSpPr/>
                  <p:nvPr/>
                </p:nvSpPr>
                <p:spPr>
                  <a:xfrm>
                    <a:off x="5529262" y="1702593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4" name="Google Shape;664;p24"/>
                  <p:cNvSpPr/>
                  <p:nvPr/>
                </p:nvSpPr>
                <p:spPr>
                  <a:xfrm>
                    <a:off x="5558980" y="167278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5" name="Google Shape;665;p24"/>
                  <p:cNvSpPr/>
                  <p:nvPr/>
                </p:nvSpPr>
                <p:spPr>
                  <a:xfrm>
                    <a:off x="5588793" y="1643062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6" name="Google Shape;666;p24"/>
                  <p:cNvSpPr/>
                  <p:nvPr/>
                </p:nvSpPr>
                <p:spPr>
                  <a:xfrm>
                    <a:off x="5618607" y="161334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7" name="Google Shape;667;p24"/>
                  <p:cNvSpPr/>
                  <p:nvPr/>
                </p:nvSpPr>
                <p:spPr>
                  <a:xfrm>
                    <a:off x="5678043" y="161334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8" name="Google Shape;668;p24"/>
                  <p:cNvSpPr/>
                  <p:nvPr/>
                </p:nvSpPr>
                <p:spPr>
                  <a:xfrm>
                    <a:off x="5767387" y="1613344"/>
                    <a:ext cx="59531" cy="29718"/>
                  </a:xfrm>
                  <a:custGeom>
                    <a:rect b="b" l="l" r="r" t="t"/>
                    <a:pathLst>
                      <a:path extrusionOk="0" h="29718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9" name="Google Shape;669;p24"/>
                  <p:cNvSpPr/>
                  <p:nvPr/>
                </p:nvSpPr>
                <p:spPr>
                  <a:xfrm>
                    <a:off x="5678043" y="1494281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0" name="Google Shape;670;p24"/>
                  <p:cNvSpPr/>
                  <p:nvPr/>
                </p:nvSpPr>
                <p:spPr>
                  <a:xfrm>
                    <a:off x="5707856" y="1464468"/>
                    <a:ext cx="89344" cy="29718"/>
                  </a:xfrm>
                  <a:custGeom>
                    <a:rect b="b" l="l" r="r" t="t"/>
                    <a:pathLst>
                      <a:path extrusionOk="0" h="29718" w="89344">
                        <a:moveTo>
                          <a:pt x="0" y="0"/>
                        </a:moveTo>
                        <a:lnTo>
                          <a:pt x="89345" y="0"/>
                        </a:lnTo>
                        <a:lnTo>
                          <a:pt x="8934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1" name="Google Shape;671;p24"/>
                  <p:cNvSpPr/>
                  <p:nvPr/>
                </p:nvSpPr>
                <p:spPr>
                  <a:xfrm>
                    <a:off x="5797105" y="1434655"/>
                    <a:ext cx="89344" cy="29718"/>
                  </a:xfrm>
                  <a:custGeom>
                    <a:rect b="b" l="l" r="r" t="t"/>
                    <a:pathLst>
                      <a:path extrusionOk="0" h="29718" w="89344">
                        <a:moveTo>
                          <a:pt x="0" y="0"/>
                        </a:moveTo>
                        <a:lnTo>
                          <a:pt x="89345" y="0"/>
                        </a:lnTo>
                        <a:lnTo>
                          <a:pt x="8934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2" name="Google Shape;672;p24"/>
                  <p:cNvSpPr/>
                  <p:nvPr/>
                </p:nvSpPr>
                <p:spPr>
                  <a:xfrm>
                    <a:off x="5707856" y="1553717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3" name="Google Shape;673;p24"/>
                  <p:cNvSpPr/>
                  <p:nvPr/>
                </p:nvSpPr>
                <p:spPr>
                  <a:xfrm>
                    <a:off x="5737669" y="158353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8F8F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4" name="Google Shape;674;p24"/>
                  <p:cNvSpPr/>
                  <p:nvPr/>
                </p:nvSpPr>
                <p:spPr>
                  <a:xfrm>
                    <a:off x="5797105" y="1494281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5" name="Google Shape;675;p24"/>
                  <p:cNvSpPr/>
                  <p:nvPr/>
                </p:nvSpPr>
                <p:spPr>
                  <a:xfrm>
                    <a:off x="5767387" y="1523999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6" name="Google Shape;676;p24"/>
                  <p:cNvSpPr/>
                  <p:nvPr/>
                </p:nvSpPr>
                <p:spPr>
                  <a:xfrm>
                    <a:off x="5707856" y="1494281"/>
                    <a:ext cx="89249" cy="59435"/>
                  </a:xfrm>
                  <a:custGeom>
                    <a:rect b="b" l="l" r="r" t="t"/>
                    <a:pathLst>
                      <a:path extrusionOk="0" h="59435" w="89249">
                        <a:moveTo>
                          <a:pt x="89249" y="0"/>
                        </a:moveTo>
                        <a:lnTo>
                          <a:pt x="89249" y="29718"/>
                        </a:lnTo>
                        <a:lnTo>
                          <a:pt x="59531" y="29718"/>
                        </a:lnTo>
                        <a:lnTo>
                          <a:pt x="59531" y="59436"/>
                        </a:lnTo>
                        <a:lnTo>
                          <a:pt x="0" y="59436"/>
                        </a:lnTo>
                        <a:lnTo>
                          <a:pt x="0" y="0"/>
                        </a:lnTo>
                        <a:lnTo>
                          <a:pt x="89249" y="0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7" name="Google Shape;677;p24"/>
                  <p:cNvSpPr/>
                  <p:nvPr/>
                </p:nvSpPr>
                <p:spPr>
                  <a:xfrm>
                    <a:off x="5737669" y="1553717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8" name="Google Shape;678;p24"/>
                  <p:cNvSpPr/>
                  <p:nvPr/>
                </p:nvSpPr>
                <p:spPr>
                  <a:xfrm>
                    <a:off x="5767387" y="1523999"/>
                    <a:ext cx="59531" cy="89344"/>
                  </a:xfrm>
                  <a:custGeom>
                    <a:rect b="b" l="l" r="r" t="t"/>
                    <a:pathLst>
                      <a:path extrusionOk="0" h="89344" w="59531">
                        <a:moveTo>
                          <a:pt x="59531" y="0"/>
                        </a:moveTo>
                        <a:lnTo>
                          <a:pt x="59531" y="89344"/>
                        </a:lnTo>
                        <a:lnTo>
                          <a:pt x="0" y="89344"/>
                        </a:lnTo>
                        <a:lnTo>
                          <a:pt x="0" y="29718"/>
                        </a:lnTo>
                        <a:lnTo>
                          <a:pt x="29718" y="29718"/>
                        </a:lnTo>
                        <a:lnTo>
                          <a:pt x="29718" y="0"/>
                        </a:lnTo>
                        <a:lnTo>
                          <a:pt x="59531" y="0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9" name="Google Shape;679;p24"/>
                  <p:cNvSpPr/>
                  <p:nvPr/>
                </p:nvSpPr>
                <p:spPr>
                  <a:xfrm>
                    <a:off x="5826918" y="1523999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4"/>
                        </a:lnTo>
                        <a:lnTo>
                          <a:pt x="0" y="89344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0" name="Google Shape;680;p24"/>
                  <p:cNvSpPr/>
                  <p:nvPr/>
                </p:nvSpPr>
                <p:spPr>
                  <a:xfrm>
                    <a:off x="5797105" y="1464468"/>
                    <a:ext cx="59626" cy="59531"/>
                  </a:xfrm>
                  <a:custGeom>
                    <a:rect b="b" l="l" r="r" t="t"/>
                    <a:pathLst>
                      <a:path extrusionOk="0" h="59531" w="59626">
                        <a:moveTo>
                          <a:pt x="59627" y="0"/>
                        </a:moveTo>
                        <a:lnTo>
                          <a:pt x="59627" y="59531"/>
                        </a:lnTo>
                        <a:lnTo>
                          <a:pt x="29813" y="59531"/>
                        </a:lnTo>
                        <a:lnTo>
                          <a:pt x="29813" y="29813"/>
                        </a:lnTo>
                        <a:lnTo>
                          <a:pt x="0" y="29813"/>
                        </a:lnTo>
                        <a:lnTo>
                          <a:pt x="0" y="0"/>
                        </a:lnTo>
                        <a:lnTo>
                          <a:pt x="59627" y="0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1" name="Google Shape;681;p24"/>
                  <p:cNvSpPr/>
                  <p:nvPr/>
                </p:nvSpPr>
                <p:spPr>
                  <a:xfrm>
                    <a:off x="5856732" y="1434655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5"/>
                        </a:lnTo>
                        <a:lnTo>
                          <a:pt x="0" y="89345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2" name="Google Shape;682;p24"/>
                  <p:cNvSpPr/>
                  <p:nvPr/>
                </p:nvSpPr>
                <p:spPr>
                  <a:xfrm>
                    <a:off x="5707856" y="1643062"/>
                    <a:ext cx="59531" cy="29718"/>
                  </a:xfrm>
                  <a:custGeom>
                    <a:rect b="b" l="l" r="r" t="t"/>
                    <a:pathLst>
                      <a:path extrusionOk="0" h="29718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3" name="Google Shape;683;p24"/>
                  <p:cNvSpPr/>
                  <p:nvPr/>
                </p:nvSpPr>
                <p:spPr>
                  <a:xfrm>
                    <a:off x="5678042" y="1553717"/>
                    <a:ext cx="89344" cy="89344"/>
                  </a:xfrm>
                  <a:custGeom>
                    <a:rect b="b" l="l" r="r" t="t"/>
                    <a:pathLst>
                      <a:path extrusionOk="0" h="89344" w="89344">
                        <a:moveTo>
                          <a:pt x="89345" y="59626"/>
                        </a:moveTo>
                        <a:lnTo>
                          <a:pt x="89345" y="89345"/>
                        </a:lnTo>
                        <a:lnTo>
                          <a:pt x="29813" y="89345"/>
                        </a:lnTo>
                        <a:lnTo>
                          <a:pt x="29813" y="59626"/>
                        </a:lnTo>
                        <a:lnTo>
                          <a:pt x="0" y="59626"/>
                        </a:lnTo>
                        <a:lnTo>
                          <a:pt x="0" y="0"/>
                        </a:lnTo>
                        <a:lnTo>
                          <a:pt x="29813" y="0"/>
                        </a:lnTo>
                        <a:lnTo>
                          <a:pt x="29813" y="29813"/>
                        </a:lnTo>
                        <a:lnTo>
                          <a:pt x="59627" y="29813"/>
                        </a:lnTo>
                        <a:lnTo>
                          <a:pt x="59627" y="59626"/>
                        </a:lnTo>
                        <a:lnTo>
                          <a:pt x="89345" y="59626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4" name="Google Shape;684;p24"/>
                  <p:cNvSpPr/>
                  <p:nvPr/>
                </p:nvSpPr>
                <p:spPr>
                  <a:xfrm>
                    <a:off x="5648325" y="1553717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5" name="Google Shape;685;p24"/>
                  <p:cNvSpPr/>
                  <p:nvPr/>
                </p:nvSpPr>
                <p:spPr>
                  <a:xfrm>
                    <a:off x="5618607" y="1732406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6" name="Google Shape;686;p24"/>
                  <p:cNvSpPr/>
                  <p:nvPr/>
                </p:nvSpPr>
                <p:spPr>
                  <a:xfrm>
                    <a:off x="5648325" y="1702593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7" name="Google Shape;687;p24"/>
                  <p:cNvSpPr/>
                  <p:nvPr/>
                </p:nvSpPr>
                <p:spPr>
                  <a:xfrm>
                    <a:off x="5678043" y="167278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8" name="Google Shape;688;p24"/>
                  <p:cNvSpPr/>
                  <p:nvPr/>
                </p:nvSpPr>
                <p:spPr>
                  <a:xfrm>
                    <a:off x="5469731" y="1732406"/>
                    <a:ext cx="59531" cy="29717"/>
                  </a:xfrm>
                  <a:custGeom>
                    <a:rect b="b" l="l" r="r" t="t"/>
                    <a:pathLst>
                      <a:path extrusionOk="0" h="29717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9" name="Google Shape;689;p24"/>
                  <p:cNvSpPr/>
                  <p:nvPr/>
                </p:nvSpPr>
                <p:spPr>
                  <a:xfrm>
                    <a:off x="5499544" y="1821655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0" name="Google Shape;690;p24"/>
                  <p:cNvSpPr/>
                  <p:nvPr/>
                </p:nvSpPr>
                <p:spPr>
                  <a:xfrm>
                    <a:off x="5469731" y="1613343"/>
                    <a:ext cx="238125" cy="238125"/>
                  </a:xfrm>
                  <a:custGeom>
                    <a:rect b="b" l="l" r="r" t="t"/>
                    <a:pathLst>
                      <a:path extrusionOk="0" h="238125" w="238125">
                        <a:moveTo>
                          <a:pt x="238125" y="29718"/>
                        </a:moveTo>
                        <a:lnTo>
                          <a:pt x="238125" y="59436"/>
                        </a:lnTo>
                        <a:lnTo>
                          <a:pt x="208312" y="59436"/>
                        </a:lnTo>
                        <a:lnTo>
                          <a:pt x="208312" y="89249"/>
                        </a:lnTo>
                        <a:lnTo>
                          <a:pt x="178594" y="89249"/>
                        </a:lnTo>
                        <a:lnTo>
                          <a:pt x="178594" y="119063"/>
                        </a:lnTo>
                        <a:lnTo>
                          <a:pt x="148876" y="119063"/>
                        </a:lnTo>
                        <a:lnTo>
                          <a:pt x="148876" y="148781"/>
                        </a:lnTo>
                        <a:lnTo>
                          <a:pt x="119063" y="148781"/>
                        </a:lnTo>
                        <a:lnTo>
                          <a:pt x="119063" y="178499"/>
                        </a:lnTo>
                        <a:lnTo>
                          <a:pt x="89249" y="178499"/>
                        </a:lnTo>
                        <a:lnTo>
                          <a:pt x="89249" y="238125"/>
                        </a:lnTo>
                        <a:lnTo>
                          <a:pt x="59531" y="238125"/>
                        </a:lnTo>
                        <a:lnTo>
                          <a:pt x="59531" y="208312"/>
                        </a:lnTo>
                        <a:lnTo>
                          <a:pt x="29813" y="208312"/>
                        </a:lnTo>
                        <a:lnTo>
                          <a:pt x="29813" y="178499"/>
                        </a:lnTo>
                        <a:lnTo>
                          <a:pt x="0" y="178499"/>
                        </a:lnTo>
                        <a:lnTo>
                          <a:pt x="0" y="148781"/>
                        </a:lnTo>
                        <a:lnTo>
                          <a:pt x="59531" y="148781"/>
                        </a:lnTo>
                        <a:lnTo>
                          <a:pt x="59531" y="119063"/>
                        </a:lnTo>
                        <a:lnTo>
                          <a:pt x="89249" y="119063"/>
                        </a:lnTo>
                        <a:lnTo>
                          <a:pt x="89249" y="89249"/>
                        </a:lnTo>
                        <a:lnTo>
                          <a:pt x="119063" y="89249"/>
                        </a:lnTo>
                        <a:lnTo>
                          <a:pt x="119063" y="59436"/>
                        </a:lnTo>
                        <a:lnTo>
                          <a:pt x="148876" y="59436"/>
                        </a:lnTo>
                        <a:lnTo>
                          <a:pt x="148876" y="29718"/>
                        </a:lnTo>
                        <a:lnTo>
                          <a:pt x="178594" y="29718"/>
                        </a:lnTo>
                        <a:lnTo>
                          <a:pt x="178594" y="0"/>
                        </a:lnTo>
                        <a:lnTo>
                          <a:pt x="208312" y="0"/>
                        </a:lnTo>
                        <a:lnTo>
                          <a:pt x="208312" y="29718"/>
                        </a:lnTo>
                        <a:lnTo>
                          <a:pt x="238125" y="29718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1" name="Google Shape;691;p24"/>
                  <p:cNvSpPr/>
                  <p:nvPr/>
                </p:nvSpPr>
                <p:spPr>
                  <a:xfrm>
                    <a:off x="5469731" y="1791842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2" name="Google Shape;692;p24"/>
                  <p:cNvSpPr/>
                  <p:nvPr/>
                </p:nvSpPr>
                <p:spPr>
                  <a:xfrm>
                    <a:off x="5499544" y="1791842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3" name="Google Shape;693;p24"/>
                  <p:cNvSpPr/>
                  <p:nvPr/>
                </p:nvSpPr>
                <p:spPr>
                  <a:xfrm>
                    <a:off x="5558980" y="1762124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4" name="Google Shape;694;p24"/>
                  <p:cNvSpPr/>
                  <p:nvPr/>
                </p:nvSpPr>
                <p:spPr>
                  <a:xfrm>
                    <a:off x="5529262" y="1762124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5" name="Google Shape;695;p24"/>
                  <p:cNvSpPr/>
                  <p:nvPr/>
                </p:nvSpPr>
                <p:spPr>
                  <a:xfrm>
                    <a:off x="5588793" y="1732406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6" name="Google Shape;696;p24"/>
                  <p:cNvSpPr/>
                  <p:nvPr/>
                </p:nvSpPr>
                <p:spPr>
                  <a:xfrm>
                    <a:off x="5648325" y="167278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7" name="Google Shape;697;p24"/>
                  <p:cNvSpPr/>
                  <p:nvPr/>
                </p:nvSpPr>
                <p:spPr>
                  <a:xfrm>
                    <a:off x="5529262" y="1821655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8" name="Google Shape;698;p24"/>
                  <p:cNvSpPr/>
                  <p:nvPr/>
                </p:nvSpPr>
                <p:spPr>
                  <a:xfrm>
                    <a:off x="5469731" y="1762124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9" name="Google Shape;699;p24"/>
                  <p:cNvSpPr/>
                  <p:nvPr/>
                </p:nvSpPr>
                <p:spPr>
                  <a:xfrm>
                    <a:off x="5023770" y="1851564"/>
                    <a:ext cx="445865" cy="475773"/>
                  </a:xfrm>
                  <a:custGeom>
                    <a:rect b="b" l="l" r="r" t="t"/>
                    <a:pathLst>
                      <a:path extrusionOk="0" h="475773" w="445865">
                        <a:moveTo>
                          <a:pt x="416147" y="89154"/>
                        </a:moveTo>
                        <a:lnTo>
                          <a:pt x="416147" y="59436"/>
                        </a:lnTo>
                        <a:lnTo>
                          <a:pt x="386429" y="59436"/>
                        </a:lnTo>
                        <a:lnTo>
                          <a:pt x="386429" y="89154"/>
                        </a:lnTo>
                        <a:lnTo>
                          <a:pt x="356711" y="89154"/>
                        </a:lnTo>
                        <a:lnTo>
                          <a:pt x="356711" y="118872"/>
                        </a:lnTo>
                        <a:lnTo>
                          <a:pt x="326993" y="118872"/>
                        </a:lnTo>
                        <a:lnTo>
                          <a:pt x="326993" y="148590"/>
                        </a:lnTo>
                        <a:lnTo>
                          <a:pt x="297275" y="148590"/>
                        </a:lnTo>
                        <a:lnTo>
                          <a:pt x="297275" y="178308"/>
                        </a:lnTo>
                        <a:lnTo>
                          <a:pt x="267557" y="178308"/>
                        </a:lnTo>
                        <a:lnTo>
                          <a:pt x="267557" y="208026"/>
                        </a:lnTo>
                        <a:lnTo>
                          <a:pt x="237839" y="208026"/>
                        </a:lnTo>
                        <a:lnTo>
                          <a:pt x="237839" y="178308"/>
                        </a:lnTo>
                        <a:lnTo>
                          <a:pt x="267557" y="178308"/>
                        </a:lnTo>
                        <a:lnTo>
                          <a:pt x="267557" y="148590"/>
                        </a:lnTo>
                        <a:lnTo>
                          <a:pt x="297275" y="148590"/>
                        </a:lnTo>
                        <a:lnTo>
                          <a:pt x="297275" y="118872"/>
                        </a:lnTo>
                        <a:lnTo>
                          <a:pt x="326993" y="118872"/>
                        </a:lnTo>
                        <a:lnTo>
                          <a:pt x="326993" y="89154"/>
                        </a:lnTo>
                        <a:lnTo>
                          <a:pt x="356711" y="89154"/>
                        </a:lnTo>
                        <a:lnTo>
                          <a:pt x="356711" y="59436"/>
                        </a:lnTo>
                        <a:lnTo>
                          <a:pt x="386429" y="59436"/>
                        </a:lnTo>
                        <a:lnTo>
                          <a:pt x="386429" y="29718"/>
                        </a:lnTo>
                        <a:lnTo>
                          <a:pt x="356711" y="29718"/>
                        </a:lnTo>
                        <a:lnTo>
                          <a:pt x="356711" y="0"/>
                        </a:lnTo>
                        <a:lnTo>
                          <a:pt x="326993" y="0"/>
                        </a:lnTo>
                        <a:lnTo>
                          <a:pt x="326993" y="29718"/>
                        </a:lnTo>
                        <a:lnTo>
                          <a:pt x="267462" y="29718"/>
                        </a:lnTo>
                        <a:lnTo>
                          <a:pt x="267462" y="59436"/>
                        </a:lnTo>
                        <a:lnTo>
                          <a:pt x="237744" y="59436"/>
                        </a:lnTo>
                        <a:lnTo>
                          <a:pt x="237744" y="89154"/>
                        </a:lnTo>
                        <a:lnTo>
                          <a:pt x="208026" y="89154"/>
                        </a:lnTo>
                        <a:lnTo>
                          <a:pt x="208026" y="118872"/>
                        </a:lnTo>
                        <a:lnTo>
                          <a:pt x="178308" y="118872"/>
                        </a:lnTo>
                        <a:lnTo>
                          <a:pt x="178308" y="148590"/>
                        </a:lnTo>
                        <a:lnTo>
                          <a:pt x="148590" y="148590"/>
                        </a:lnTo>
                        <a:lnTo>
                          <a:pt x="148590" y="178308"/>
                        </a:lnTo>
                        <a:lnTo>
                          <a:pt x="118872" y="178308"/>
                        </a:lnTo>
                        <a:lnTo>
                          <a:pt x="118872" y="208026"/>
                        </a:lnTo>
                        <a:lnTo>
                          <a:pt x="89154" y="208026"/>
                        </a:lnTo>
                        <a:lnTo>
                          <a:pt x="89154" y="237744"/>
                        </a:lnTo>
                        <a:lnTo>
                          <a:pt x="59436" y="237744"/>
                        </a:lnTo>
                        <a:lnTo>
                          <a:pt x="59436" y="267462"/>
                        </a:lnTo>
                        <a:lnTo>
                          <a:pt x="29718" y="267462"/>
                        </a:lnTo>
                        <a:lnTo>
                          <a:pt x="29718" y="326993"/>
                        </a:lnTo>
                        <a:lnTo>
                          <a:pt x="0" y="326993"/>
                        </a:lnTo>
                        <a:lnTo>
                          <a:pt x="0" y="386525"/>
                        </a:lnTo>
                        <a:lnTo>
                          <a:pt x="29718" y="386525"/>
                        </a:lnTo>
                        <a:lnTo>
                          <a:pt x="29718" y="446056"/>
                        </a:lnTo>
                        <a:lnTo>
                          <a:pt x="59436" y="446056"/>
                        </a:lnTo>
                        <a:lnTo>
                          <a:pt x="59436" y="475774"/>
                        </a:lnTo>
                        <a:lnTo>
                          <a:pt x="89154" y="475774"/>
                        </a:lnTo>
                        <a:lnTo>
                          <a:pt x="89154" y="446056"/>
                        </a:lnTo>
                        <a:lnTo>
                          <a:pt x="118872" y="446056"/>
                        </a:lnTo>
                        <a:lnTo>
                          <a:pt x="118872" y="416338"/>
                        </a:lnTo>
                        <a:lnTo>
                          <a:pt x="178403" y="416338"/>
                        </a:lnTo>
                        <a:lnTo>
                          <a:pt x="178403" y="386620"/>
                        </a:lnTo>
                        <a:lnTo>
                          <a:pt x="208121" y="386620"/>
                        </a:lnTo>
                        <a:lnTo>
                          <a:pt x="208121" y="356902"/>
                        </a:lnTo>
                        <a:lnTo>
                          <a:pt x="237839" y="356902"/>
                        </a:lnTo>
                        <a:lnTo>
                          <a:pt x="237839" y="327184"/>
                        </a:lnTo>
                        <a:lnTo>
                          <a:pt x="267557" y="327184"/>
                        </a:lnTo>
                        <a:lnTo>
                          <a:pt x="267557" y="297466"/>
                        </a:lnTo>
                        <a:lnTo>
                          <a:pt x="297275" y="297466"/>
                        </a:lnTo>
                        <a:lnTo>
                          <a:pt x="297275" y="267748"/>
                        </a:lnTo>
                        <a:lnTo>
                          <a:pt x="326993" y="267748"/>
                        </a:lnTo>
                        <a:lnTo>
                          <a:pt x="326993" y="238030"/>
                        </a:lnTo>
                        <a:lnTo>
                          <a:pt x="356711" y="238030"/>
                        </a:lnTo>
                        <a:lnTo>
                          <a:pt x="356711" y="208312"/>
                        </a:lnTo>
                        <a:lnTo>
                          <a:pt x="386429" y="208312"/>
                        </a:lnTo>
                        <a:lnTo>
                          <a:pt x="386429" y="178594"/>
                        </a:lnTo>
                        <a:lnTo>
                          <a:pt x="416147" y="178594"/>
                        </a:lnTo>
                        <a:lnTo>
                          <a:pt x="416147" y="119063"/>
                        </a:lnTo>
                        <a:lnTo>
                          <a:pt x="445865" y="119063"/>
                        </a:lnTo>
                        <a:lnTo>
                          <a:pt x="445865" y="89345"/>
                        </a:lnTo>
                        <a:lnTo>
                          <a:pt x="416147" y="89345"/>
                        </a:lnTo>
                        <a:close/>
                        <a:moveTo>
                          <a:pt x="207740" y="267748"/>
                        </a:moveTo>
                        <a:lnTo>
                          <a:pt x="178022" y="267748"/>
                        </a:lnTo>
                        <a:lnTo>
                          <a:pt x="178022" y="297466"/>
                        </a:lnTo>
                        <a:lnTo>
                          <a:pt x="148304" y="297466"/>
                        </a:lnTo>
                        <a:lnTo>
                          <a:pt x="148304" y="327184"/>
                        </a:lnTo>
                        <a:lnTo>
                          <a:pt x="118586" y="327184"/>
                        </a:lnTo>
                        <a:lnTo>
                          <a:pt x="118586" y="356902"/>
                        </a:lnTo>
                        <a:lnTo>
                          <a:pt x="88868" y="356902"/>
                        </a:lnTo>
                        <a:lnTo>
                          <a:pt x="88868" y="327184"/>
                        </a:lnTo>
                        <a:lnTo>
                          <a:pt x="118586" y="327184"/>
                        </a:lnTo>
                        <a:lnTo>
                          <a:pt x="118586" y="297466"/>
                        </a:lnTo>
                        <a:lnTo>
                          <a:pt x="148304" y="297466"/>
                        </a:lnTo>
                        <a:lnTo>
                          <a:pt x="148304" y="267748"/>
                        </a:lnTo>
                        <a:lnTo>
                          <a:pt x="178022" y="267748"/>
                        </a:lnTo>
                        <a:lnTo>
                          <a:pt x="178022" y="238030"/>
                        </a:lnTo>
                        <a:lnTo>
                          <a:pt x="207740" y="238030"/>
                        </a:lnTo>
                        <a:lnTo>
                          <a:pt x="207740" y="267748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0" name="Google Shape;700;p24"/>
                  <p:cNvSpPr/>
                  <p:nvPr/>
                </p:nvSpPr>
                <p:spPr>
                  <a:xfrm>
                    <a:off x="5231606" y="1672780"/>
                    <a:ext cx="416718" cy="416813"/>
                  </a:xfrm>
                  <a:custGeom>
                    <a:rect b="b" l="l" r="r" t="t"/>
                    <a:pathLst>
                      <a:path extrusionOk="0" h="416813" w="416718">
                        <a:moveTo>
                          <a:pt x="416719" y="387001"/>
                        </a:moveTo>
                        <a:lnTo>
                          <a:pt x="416719" y="416814"/>
                        </a:lnTo>
                        <a:lnTo>
                          <a:pt x="357188" y="416814"/>
                        </a:lnTo>
                        <a:lnTo>
                          <a:pt x="357188" y="387001"/>
                        </a:lnTo>
                        <a:lnTo>
                          <a:pt x="327374" y="387001"/>
                        </a:lnTo>
                        <a:lnTo>
                          <a:pt x="327374" y="327470"/>
                        </a:lnTo>
                        <a:lnTo>
                          <a:pt x="297656" y="327470"/>
                        </a:lnTo>
                        <a:lnTo>
                          <a:pt x="297656" y="297752"/>
                        </a:lnTo>
                        <a:lnTo>
                          <a:pt x="267938" y="297752"/>
                        </a:lnTo>
                        <a:lnTo>
                          <a:pt x="267938" y="267938"/>
                        </a:lnTo>
                        <a:lnTo>
                          <a:pt x="238125" y="267938"/>
                        </a:lnTo>
                        <a:lnTo>
                          <a:pt x="238125" y="238125"/>
                        </a:lnTo>
                        <a:lnTo>
                          <a:pt x="208312" y="238125"/>
                        </a:lnTo>
                        <a:lnTo>
                          <a:pt x="208312" y="208407"/>
                        </a:lnTo>
                        <a:lnTo>
                          <a:pt x="178594" y="208407"/>
                        </a:lnTo>
                        <a:lnTo>
                          <a:pt x="178594" y="178689"/>
                        </a:lnTo>
                        <a:lnTo>
                          <a:pt x="148876" y="178689"/>
                        </a:lnTo>
                        <a:lnTo>
                          <a:pt x="148876" y="148876"/>
                        </a:lnTo>
                        <a:lnTo>
                          <a:pt x="119063" y="148876"/>
                        </a:lnTo>
                        <a:lnTo>
                          <a:pt x="119063" y="119062"/>
                        </a:lnTo>
                        <a:lnTo>
                          <a:pt x="89249" y="119062"/>
                        </a:lnTo>
                        <a:lnTo>
                          <a:pt x="89249" y="89344"/>
                        </a:lnTo>
                        <a:lnTo>
                          <a:pt x="29813" y="89344"/>
                        </a:lnTo>
                        <a:lnTo>
                          <a:pt x="29813" y="59627"/>
                        </a:lnTo>
                        <a:lnTo>
                          <a:pt x="0" y="59627"/>
                        </a:lnTo>
                        <a:lnTo>
                          <a:pt x="0" y="0"/>
                        </a:lnTo>
                        <a:lnTo>
                          <a:pt x="29813" y="0"/>
                        </a:lnTo>
                        <a:lnTo>
                          <a:pt x="29813" y="29813"/>
                        </a:lnTo>
                        <a:lnTo>
                          <a:pt x="59531" y="29813"/>
                        </a:lnTo>
                        <a:lnTo>
                          <a:pt x="59531" y="59627"/>
                        </a:lnTo>
                        <a:lnTo>
                          <a:pt x="119063" y="59627"/>
                        </a:lnTo>
                        <a:lnTo>
                          <a:pt x="119063" y="89344"/>
                        </a:lnTo>
                        <a:lnTo>
                          <a:pt x="178594" y="89344"/>
                        </a:lnTo>
                        <a:lnTo>
                          <a:pt x="178594" y="119062"/>
                        </a:lnTo>
                        <a:lnTo>
                          <a:pt x="238125" y="119062"/>
                        </a:lnTo>
                        <a:lnTo>
                          <a:pt x="238125" y="148876"/>
                        </a:lnTo>
                        <a:lnTo>
                          <a:pt x="267938" y="148876"/>
                        </a:lnTo>
                        <a:lnTo>
                          <a:pt x="267938" y="178689"/>
                        </a:lnTo>
                        <a:lnTo>
                          <a:pt x="297656" y="178689"/>
                        </a:lnTo>
                        <a:lnTo>
                          <a:pt x="297656" y="238125"/>
                        </a:lnTo>
                        <a:lnTo>
                          <a:pt x="327374" y="238125"/>
                        </a:lnTo>
                        <a:lnTo>
                          <a:pt x="327374" y="297752"/>
                        </a:lnTo>
                        <a:lnTo>
                          <a:pt x="357188" y="297752"/>
                        </a:lnTo>
                        <a:lnTo>
                          <a:pt x="357188" y="357188"/>
                        </a:lnTo>
                        <a:lnTo>
                          <a:pt x="387001" y="357188"/>
                        </a:lnTo>
                        <a:lnTo>
                          <a:pt x="387001" y="387001"/>
                        </a:lnTo>
                        <a:lnTo>
                          <a:pt x="416719" y="387001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1" name="Google Shape;701;p24"/>
                  <p:cNvSpPr/>
                  <p:nvPr/>
                </p:nvSpPr>
                <p:spPr>
                  <a:xfrm>
                    <a:off x="5380482" y="1851469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2" name="Google Shape;702;p24"/>
                  <p:cNvSpPr/>
                  <p:nvPr/>
                </p:nvSpPr>
                <p:spPr>
                  <a:xfrm>
                    <a:off x="5023294" y="2178843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3" name="Google Shape;703;p24"/>
                  <p:cNvSpPr/>
                  <p:nvPr/>
                </p:nvSpPr>
                <p:spPr>
                  <a:xfrm>
                    <a:off x="5053012" y="2119312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4" name="Google Shape;704;p24"/>
                  <p:cNvSpPr/>
                  <p:nvPr/>
                </p:nvSpPr>
                <p:spPr>
                  <a:xfrm>
                    <a:off x="5082730" y="208959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5" name="Google Shape;705;p24"/>
                  <p:cNvSpPr/>
                  <p:nvPr/>
                </p:nvSpPr>
                <p:spPr>
                  <a:xfrm>
                    <a:off x="5142357" y="2029967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6" name="Google Shape;706;p24"/>
                  <p:cNvSpPr/>
                  <p:nvPr/>
                </p:nvSpPr>
                <p:spPr>
                  <a:xfrm>
                    <a:off x="5053012" y="2268092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7" name="Google Shape;707;p24"/>
                  <p:cNvSpPr/>
                  <p:nvPr/>
                </p:nvSpPr>
                <p:spPr>
                  <a:xfrm>
                    <a:off x="5082730" y="2297905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8" name="Google Shape;708;p24"/>
                  <p:cNvSpPr/>
                  <p:nvPr/>
                </p:nvSpPr>
                <p:spPr>
                  <a:xfrm>
                    <a:off x="5112543" y="2268092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9" name="Google Shape;709;p24"/>
                  <p:cNvSpPr/>
                  <p:nvPr/>
                </p:nvSpPr>
                <p:spPr>
                  <a:xfrm>
                    <a:off x="5082730" y="223837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0" name="Google Shape;710;p24"/>
                  <p:cNvSpPr/>
                  <p:nvPr/>
                </p:nvSpPr>
                <p:spPr>
                  <a:xfrm>
                    <a:off x="5201793" y="2208656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1" name="Google Shape;711;p24"/>
                  <p:cNvSpPr/>
                  <p:nvPr/>
                </p:nvSpPr>
                <p:spPr>
                  <a:xfrm>
                    <a:off x="5291137" y="1881187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2" name="Google Shape;712;p24"/>
                  <p:cNvSpPr/>
                  <p:nvPr/>
                </p:nvSpPr>
                <p:spPr>
                  <a:xfrm>
                    <a:off x="5261419" y="1910905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3" name="Google Shape;713;p24"/>
                  <p:cNvSpPr/>
                  <p:nvPr/>
                </p:nvSpPr>
                <p:spPr>
                  <a:xfrm>
                    <a:off x="5231606" y="1940718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4" name="Google Shape;714;p24"/>
                  <p:cNvSpPr/>
                  <p:nvPr/>
                </p:nvSpPr>
                <p:spPr>
                  <a:xfrm>
                    <a:off x="5201793" y="1970531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5" name="Google Shape;715;p24"/>
                  <p:cNvSpPr/>
                  <p:nvPr/>
                </p:nvSpPr>
                <p:spPr>
                  <a:xfrm>
                    <a:off x="5142357" y="2029967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6" name="Google Shape;716;p24"/>
                  <p:cNvSpPr/>
                  <p:nvPr/>
                </p:nvSpPr>
                <p:spPr>
                  <a:xfrm>
                    <a:off x="5558980" y="1970531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7" name="Google Shape;717;p24"/>
                  <p:cNvSpPr/>
                  <p:nvPr/>
                </p:nvSpPr>
                <p:spPr>
                  <a:xfrm>
                    <a:off x="5529262" y="1970531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8" name="Google Shape;718;p24"/>
                  <p:cNvSpPr/>
                  <p:nvPr/>
                </p:nvSpPr>
                <p:spPr>
                  <a:xfrm>
                    <a:off x="5499544" y="1940718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9" name="Google Shape;719;p24"/>
                  <p:cNvSpPr/>
                  <p:nvPr/>
                </p:nvSpPr>
                <p:spPr>
                  <a:xfrm>
                    <a:off x="5469731" y="1910905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0" name="Google Shape;720;p24"/>
                  <p:cNvSpPr/>
                  <p:nvPr/>
                </p:nvSpPr>
                <p:spPr>
                  <a:xfrm>
                    <a:off x="5439918" y="1881187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1" name="Google Shape;721;p24"/>
                  <p:cNvSpPr/>
                  <p:nvPr/>
                </p:nvSpPr>
                <p:spPr>
                  <a:xfrm>
                    <a:off x="5529262" y="1910905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2" name="Google Shape;722;p24"/>
                  <p:cNvSpPr/>
                  <p:nvPr/>
                </p:nvSpPr>
                <p:spPr>
                  <a:xfrm>
                    <a:off x="5588793" y="2029967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3" name="Google Shape;723;p24"/>
                  <p:cNvSpPr/>
                  <p:nvPr/>
                </p:nvSpPr>
                <p:spPr>
                  <a:xfrm>
                    <a:off x="5558980" y="2029967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4" name="Google Shape;724;p24"/>
                  <p:cNvSpPr/>
                  <p:nvPr/>
                </p:nvSpPr>
                <p:spPr>
                  <a:xfrm>
                    <a:off x="5588793" y="2059780"/>
                    <a:ext cx="59531" cy="29718"/>
                  </a:xfrm>
                  <a:custGeom>
                    <a:rect b="b" l="l" r="r" t="t"/>
                    <a:pathLst>
                      <a:path extrusionOk="0" h="29718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5" name="Google Shape;725;p24"/>
                  <p:cNvSpPr/>
                  <p:nvPr/>
                </p:nvSpPr>
                <p:spPr>
                  <a:xfrm>
                    <a:off x="5142357" y="223837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6" name="Google Shape;726;p24"/>
                  <p:cNvSpPr/>
                  <p:nvPr/>
                </p:nvSpPr>
                <p:spPr>
                  <a:xfrm>
                    <a:off x="5201793" y="2208656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7" name="Google Shape;727;p24"/>
                  <p:cNvSpPr/>
                  <p:nvPr/>
                </p:nvSpPr>
                <p:spPr>
                  <a:xfrm>
                    <a:off x="5172075" y="223837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8" name="Google Shape;728;p24"/>
                  <p:cNvSpPr/>
                  <p:nvPr/>
                </p:nvSpPr>
                <p:spPr>
                  <a:xfrm>
                    <a:off x="5261419" y="214903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9" name="Google Shape;729;p24"/>
                  <p:cNvSpPr/>
                  <p:nvPr/>
                </p:nvSpPr>
                <p:spPr>
                  <a:xfrm>
                    <a:off x="5231606" y="2178843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0" name="Google Shape;730;p24"/>
                  <p:cNvSpPr/>
                  <p:nvPr/>
                </p:nvSpPr>
                <p:spPr>
                  <a:xfrm>
                    <a:off x="5320855" y="208959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1" name="Google Shape;731;p24"/>
                  <p:cNvSpPr/>
                  <p:nvPr/>
                </p:nvSpPr>
                <p:spPr>
                  <a:xfrm>
                    <a:off x="5231606" y="1672780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2" name="Google Shape;732;p24"/>
                  <p:cNvSpPr/>
                  <p:nvPr/>
                </p:nvSpPr>
                <p:spPr>
                  <a:xfrm>
                    <a:off x="5261419" y="1732406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3" name="Google Shape;733;p24"/>
                  <p:cNvSpPr/>
                  <p:nvPr/>
                </p:nvSpPr>
                <p:spPr>
                  <a:xfrm>
                    <a:off x="5320855" y="1732406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4" name="Google Shape;734;p24"/>
                  <p:cNvSpPr/>
                  <p:nvPr/>
                </p:nvSpPr>
                <p:spPr>
                  <a:xfrm>
                    <a:off x="5350668" y="1791842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5" name="Google Shape;735;p24"/>
                  <p:cNvSpPr/>
                  <p:nvPr/>
                </p:nvSpPr>
                <p:spPr>
                  <a:xfrm>
                    <a:off x="5588793" y="167278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6" name="Google Shape;736;p24"/>
                  <p:cNvSpPr/>
                  <p:nvPr/>
                </p:nvSpPr>
                <p:spPr>
                  <a:xfrm>
                    <a:off x="5529262" y="1732406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7" name="Google Shape;737;p24"/>
                  <p:cNvSpPr/>
                  <p:nvPr/>
                </p:nvSpPr>
                <p:spPr>
                  <a:xfrm>
                    <a:off x="5707856" y="1494281"/>
                    <a:ext cx="59531" cy="29717"/>
                  </a:xfrm>
                  <a:custGeom>
                    <a:rect b="b" l="l" r="r" t="t"/>
                    <a:pathLst>
                      <a:path extrusionOk="0" h="29717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8F8F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8" name="Google Shape;738;p24"/>
                  <p:cNvSpPr/>
                  <p:nvPr/>
                </p:nvSpPr>
                <p:spPr>
                  <a:xfrm>
                    <a:off x="5678043" y="1553717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8F8F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9" name="Google Shape;739;p24"/>
                  <p:cNvSpPr/>
                  <p:nvPr/>
                </p:nvSpPr>
                <p:spPr>
                  <a:xfrm>
                    <a:off x="5678043" y="1583530"/>
                    <a:ext cx="59531" cy="29718"/>
                  </a:xfrm>
                  <a:custGeom>
                    <a:rect b="b" l="l" r="r" t="t"/>
                    <a:pathLst>
                      <a:path extrusionOk="0" h="29718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0" name="Google Shape;740;p24"/>
                  <p:cNvSpPr/>
                  <p:nvPr/>
                </p:nvSpPr>
                <p:spPr>
                  <a:xfrm>
                    <a:off x="5797105" y="1464468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8F8F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1" name="Google Shape;741;p24"/>
                  <p:cNvSpPr/>
                  <p:nvPr/>
                </p:nvSpPr>
                <p:spPr>
                  <a:xfrm>
                    <a:off x="5767387" y="1583530"/>
                    <a:ext cx="59531" cy="29718"/>
                  </a:xfrm>
                  <a:custGeom>
                    <a:rect b="b" l="l" r="r" t="t"/>
                    <a:pathLst>
                      <a:path extrusionOk="0" h="29718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2" name="Google Shape;742;p24"/>
                  <p:cNvSpPr/>
                  <p:nvPr/>
                </p:nvSpPr>
                <p:spPr>
                  <a:xfrm>
                    <a:off x="5797105" y="1553717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3" name="Google Shape;743;p24"/>
                  <p:cNvSpPr/>
                  <p:nvPr/>
                </p:nvSpPr>
                <p:spPr>
                  <a:xfrm>
                    <a:off x="5826918" y="1464468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44" name="Google Shape;744;p24"/>
                <p:cNvGrpSpPr/>
                <p:nvPr/>
              </p:nvGrpSpPr>
              <p:grpSpPr>
                <a:xfrm>
                  <a:off x="4993481" y="2178843"/>
                  <a:ext cx="148780" cy="267843"/>
                  <a:chOff x="4993481" y="2178843"/>
                  <a:chExt cx="148780" cy="267843"/>
                </a:xfrm>
              </p:grpSpPr>
              <p:sp>
                <p:nvSpPr>
                  <p:cNvPr id="745" name="Google Shape;745;p24"/>
                  <p:cNvSpPr/>
                  <p:nvPr/>
                </p:nvSpPr>
                <p:spPr>
                  <a:xfrm>
                    <a:off x="4993481" y="2178843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FF99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6" name="Google Shape;746;p24"/>
                  <p:cNvSpPr/>
                  <p:nvPr/>
                </p:nvSpPr>
                <p:spPr>
                  <a:xfrm>
                    <a:off x="5023294" y="2238374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CC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7" name="Google Shape;747;p24"/>
                  <p:cNvSpPr/>
                  <p:nvPr/>
                </p:nvSpPr>
                <p:spPr>
                  <a:xfrm>
                    <a:off x="5053012" y="2297905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FF99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8" name="Google Shape;748;p24"/>
                  <p:cNvSpPr/>
                  <p:nvPr/>
                </p:nvSpPr>
                <p:spPr>
                  <a:xfrm>
                    <a:off x="5082730" y="2357437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CC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9" name="Google Shape;749;p24"/>
                  <p:cNvSpPr/>
                  <p:nvPr/>
                </p:nvSpPr>
                <p:spPr>
                  <a:xfrm>
                    <a:off x="5112543" y="2387155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FF99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0" name="Google Shape;750;p24"/>
                  <p:cNvSpPr/>
                  <p:nvPr/>
                </p:nvSpPr>
                <p:spPr>
                  <a:xfrm>
                    <a:off x="5082730" y="2416968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CC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751" name="Google Shape;751;p24"/>
              <p:cNvGrpSpPr/>
              <p:nvPr/>
            </p:nvGrpSpPr>
            <p:grpSpPr>
              <a:xfrm>
                <a:off x="5439918" y="2149030"/>
                <a:ext cx="148780" cy="148780"/>
                <a:chOff x="5439918" y="2149030"/>
                <a:chExt cx="148780" cy="148780"/>
              </a:xfrm>
            </p:grpSpPr>
            <p:sp>
              <p:nvSpPr>
                <p:cNvPr id="752" name="Google Shape;752;p24"/>
                <p:cNvSpPr/>
                <p:nvPr/>
              </p:nvSpPr>
              <p:spPr>
                <a:xfrm>
                  <a:off x="5499544" y="22680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3" name="Google Shape;753;p24"/>
                <p:cNvSpPr/>
                <p:nvPr/>
              </p:nvSpPr>
              <p:spPr>
                <a:xfrm>
                  <a:off x="5499544" y="21788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4" name="Google Shape;754;p24"/>
                <p:cNvSpPr/>
                <p:nvPr/>
              </p:nvSpPr>
              <p:spPr>
                <a:xfrm>
                  <a:off x="5529262" y="22383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5" name="Google Shape;755;p24"/>
                <p:cNvSpPr/>
                <p:nvPr/>
              </p:nvSpPr>
              <p:spPr>
                <a:xfrm>
                  <a:off x="5529262" y="2149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6" name="Google Shape;756;p24"/>
                <p:cNvSpPr/>
                <p:nvPr/>
              </p:nvSpPr>
              <p:spPr>
                <a:xfrm>
                  <a:off x="5469731" y="22383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7" name="Google Shape;757;p24"/>
                <p:cNvSpPr/>
                <p:nvPr/>
              </p:nvSpPr>
              <p:spPr>
                <a:xfrm>
                  <a:off x="5469731" y="2149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8" name="Google Shape;758;p24"/>
                <p:cNvSpPr/>
                <p:nvPr/>
              </p:nvSpPr>
              <p:spPr>
                <a:xfrm>
                  <a:off x="5558980" y="2178843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9" name="Google Shape;759;p24"/>
                <p:cNvSpPr/>
                <p:nvPr/>
              </p:nvSpPr>
              <p:spPr>
                <a:xfrm>
                  <a:off x="5469731" y="2178843"/>
                  <a:ext cx="89249" cy="89249"/>
                </a:xfrm>
                <a:custGeom>
                  <a:rect b="b" l="l" r="r" t="t"/>
                  <a:pathLst>
                    <a:path extrusionOk="0" h="89249" w="89249">
                      <a:moveTo>
                        <a:pt x="89249" y="0"/>
                      </a:moveTo>
                      <a:lnTo>
                        <a:pt x="89249" y="59531"/>
                      </a:lnTo>
                      <a:lnTo>
                        <a:pt x="59531" y="59531"/>
                      </a:lnTo>
                      <a:lnTo>
                        <a:pt x="59531" y="89249"/>
                      </a:lnTo>
                      <a:lnTo>
                        <a:pt x="29813" y="89249"/>
                      </a:lnTo>
                      <a:lnTo>
                        <a:pt x="29813" y="59531"/>
                      </a:lnTo>
                      <a:lnTo>
                        <a:pt x="0" y="59531"/>
                      </a:lnTo>
                      <a:lnTo>
                        <a:pt x="0" y="0"/>
                      </a:lnTo>
                      <a:lnTo>
                        <a:pt x="29813" y="0"/>
                      </a:lnTo>
                      <a:lnTo>
                        <a:pt x="29813" y="29813"/>
                      </a:lnTo>
                      <a:lnTo>
                        <a:pt x="59531" y="29813"/>
                      </a:lnTo>
                      <a:lnTo>
                        <a:pt x="59531" y="0"/>
                      </a:lnTo>
                      <a:lnTo>
                        <a:pt x="89249" y="0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0" name="Google Shape;760;p24"/>
                <p:cNvSpPr/>
                <p:nvPr/>
              </p:nvSpPr>
              <p:spPr>
                <a:xfrm>
                  <a:off x="5439918" y="2178843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1" name="Google Shape;761;p24"/>
                <p:cNvSpPr/>
                <p:nvPr/>
              </p:nvSpPr>
              <p:spPr>
                <a:xfrm>
                  <a:off x="5469731" y="21788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2" name="Google Shape;762;p24"/>
                <p:cNvSpPr/>
                <p:nvPr/>
              </p:nvSpPr>
              <p:spPr>
                <a:xfrm>
                  <a:off x="5499544" y="22383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63" name="Google Shape;763;p24"/>
              <p:cNvGrpSpPr/>
              <p:nvPr/>
            </p:nvGrpSpPr>
            <p:grpSpPr>
              <a:xfrm>
                <a:off x="4189857" y="2000249"/>
                <a:ext cx="148779" cy="148781"/>
                <a:chOff x="4189857" y="2000249"/>
                <a:chExt cx="148779" cy="148781"/>
              </a:xfrm>
            </p:grpSpPr>
            <p:sp>
              <p:nvSpPr>
                <p:cNvPr id="764" name="Google Shape;764;p24"/>
                <p:cNvSpPr/>
                <p:nvPr/>
              </p:nvSpPr>
              <p:spPr>
                <a:xfrm>
                  <a:off x="4249293" y="202996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5" name="Google Shape;765;p24"/>
                <p:cNvSpPr/>
                <p:nvPr/>
              </p:nvSpPr>
              <p:spPr>
                <a:xfrm>
                  <a:off x="4249293" y="20895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6" name="Google Shape;766;p24"/>
                <p:cNvSpPr/>
                <p:nvPr/>
              </p:nvSpPr>
              <p:spPr>
                <a:xfrm>
                  <a:off x="4219575" y="20597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7" name="Google Shape;767;p24"/>
                <p:cNvSpPr/>
                <p:nvPr/>
              </p:nvSpPr>
              <p:spPr>
                <a:xfrm>
                  <a:off x="4249293" y="20597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8" name="Google Shape;768;p24"/>
                <p:cNvSpPr/>
                <p:nvPr/>
              </p:nvSpPr>
              <p:spPr>
                <a:xfrm>
                  <a:off x="4279106" y="205978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9" name="Google Shape;769;p24"/>
                <p:cNvSpPr/>
                <p:nvPr/>
              </p:nvSpPr>
              <p:spPr>
                <a:xfrm>
                  <a:off x="4308919" y="205978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0" name="Google Shape;770;p24"/>
                <p:cNvSpPr/>
                <p:nvPr/>
              </p:nvSpPr>
              <p:spPr>
                <a:xfrm>
                  <a:off x="4189857" y="20597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1" name="Google Shape;771;p24"/>
                <p:cNvSpPr/>
                <p:nvPr/>
              </p:nvSpPr>
              <p:spPr>
                <a:xfrm>
                  <a:off x="4249293" y="20002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2" name="Google Shape;772;p24"/>
                <p:cNvSpPr/>
                <p:nvPr/>
              </p:nvSpPr>
              <p:spPr>
                <a:xfrm>
                  <a:off x="4249293" y="21193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73" name="Google Shape;773;p24"/>
              <p:cNvGrpSpPr/>
              <p:nvPr/>
            </p:nvGrpSpPr>
            <p:grpSpPr>
              <a:xfrm>
                <a:off x="4338637" y="2089594"/>
                <a:ext cx="148780" cy="148780"/>
                <a:chOff x="4338637" y="2089594"/>
                <a:chExt cx="148780" cy="148780"/>
              </a:xfrm>
            </p:grpSpPr>
            <p:sp>
              <p:nvSpPr>
                <p:cNvPr id="774" name="Google Shape;774;p24"/>
                <p:cNvSpPr/>
                <p:nvPr/>
              </p:nvSpPr>
              <p:spPr>
                <a:xfrm>
                  <a:off x="4398168" y="2119312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5" name="Google Shape;775;p24"/>
                <p:cNvSpPr/>
                <p:nvPr/>
              </p:nvSpPr>
              <p:spPr>
                <a:xfrm>
                  <a:off x="4398168" y="2178843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6" name="Google Shape;776;p24"/>
                <p:cNvSpPr/>
                <p:nvPr/>
              </p:nvSpPr>
              <p:spPr>
                <a:xfrm>
                  <a:off x="4368355" y="214903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7" name="Google Shape;777;p24"/>
                <p:cNvSpPr/>
                <p:nvPr/>
              </p:nvSpPr>
              <p:spPr>
                <a:xfrm>
                  <a:off x="4398168" y="214903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8" name="Google Shape;778;p24"/>
                <p:cNvSpPr/>
                <p:nvPr/>
              </p:nvSpPr>
              <p:spPr>
                <a:xfrm>
                  <a:off x="4427982" y="214903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9" name="Google Shape;779;p24"/>
                <p:cNvSpPr/>
                <p:nvPr/>
              </p:nvSpPr>
              <p:spPr>
                <a:xfrm>
                  <a:off x="4398168" y="2089594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0" name="Google Shape;780;p24"/>
                <p:cNvSpPr/>
                <p:nvPr/>
              </p:nvSpPr>
              <p:spPr>
                <a:xfrm>
                  <a:off x="4457700" y="214903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1" name="Google Shape;781;p24"/>
                <p:cNvSpPr/>
                <p:nvPr/>
              </p:nvSpPr>
              <p:spPr>
                <a:xfrm>
                  <a:off x="4338637" y="214903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2" name="Google Shape;782;p24"/>
                <p:cNvSpPr/>
                <p:nvPr/>
              </p:nvSpPr>
              <p:spPr>
                <a:xfrm>
                  <a:off x="4398168" y="2208656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83" name="Google Shape;783;p24"/>
              <p:cNvGrpSpPr/>
              <p:nvPr/>
            </p:nvGrpSpPr>
            <p:grpSpPr>
              <a:xfrm>
                <a:off x="4606480" y="2774155"/>
                <a:ext cx="476250" cy="446437"/>
                <a:chOff x="4606480" y="2774155"/>
                <a:chExt cx="476250" cy="446437"/>
              </a:xfrm>
            </p:grpSpPr>
            <p:sp>
              <p:nvSpPr>
                <p:cNvPr id="784" name="Google Shape;784;p24"/>
                <p:cNvSpPr/>
                <p:nvPr/>
              </p:nvSpPr>
              <p:spPr>
                <a:xfrm>
                  <a:off x="4785169" y="3012280"/>
                  <a:ext cx="119062" cy="29718"/>
                </a:xfrm>
                <a:custGeom>
                  <a:rect b="b" l="l" r="r" t="t"/>
                  <a:pathLst>
                    <a:path extrusionOk="0" h="29718" w="119062">
                      <a:moveTo>
                        <a:pt x="0" y="0"/>
                      </a:moveTo>
                      <a:lnTo>
                        <a:pt x="119062" y="0"/>
                      </a:lnTo>
                      <a:lnTo>
                        <a:pt x="119062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5" name="Google Shape;785;p24"/>
                <p:cNvSpPr/>
                <p:nvPr/>
              </p:nvSpPr>
              <p:spPr>
                <a:xfrm>
                  <a:off x="4785169" y="2774155"/>
                  <a:ext cx="119062" cy="29718"/>
                </a:xfrm>
                <a:custGeom>
                  <a:rect b="b" l="l" r="r" t="t"/>
                  <a:pathLst>
                    <a:path extrusionOk="0" h="29718" w="119062">
                      <a:moveTo>
                        <a:pt x="0" y="0"/>
                      </a:moveTo>
                      <a:lnTo>
                        <a:pt x="119062" y="0"/>
                      </a:lnTo>
                      <a:lnTo>
                        <a:pt x="119062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6" name="Google Shape;786;p24"/>
                <p:cNvSpPr/>
                <p:nvPr/>
              </p:nvSpPr>
              <p:spPr>
                <a:xfrm>
                  <a:off x="4904232" y="298246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7" name="Google Shape;787;p24"/>
                <p:cNvSpPr/>
                <p:nvPr/>
              </p:nvSpPr>
              <p:spPr>
                <a:xfrm>
                  <a:off x="4904232" y="280396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8" name="Google Shape;788;p24"/>
                <p:cNvSpPr/>
                <p:nvPr/>
              </p:nvSpPr>
              <p:spPr>
                <a:xfrm>
                  <a:off x="4963668" y="29527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9" name="Google Shape;789;p24"/>
                <p:cNvSpPr/>
                <p:nvPr/>
              </p:nvSpPr>
              <p:spPr>
                <a:xfrm>
                  <a:off x="4963668" y="2833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0" name="Google Shape;790;p24"/>
                <p:cNvSpPr/>
                <p:nvPr/>
              </p:nvSpPr>
              <p:spPr>
                <a:xfrm>
                  <a:off x="4993481" y="2863405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1" name="Google Shape;791;p24"/>
                <p:cNvSpPr/>
                <p:nvPr/>
              </p:nvSpPr>
              <p:spPr>
                <a:xfrm>
                  <a:off x="4725543" y="280396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2" name="Google Shape;792;p24"/>
                <p:cNvSpPr/>
                <p:nvPr/>
              </p:nvSpPr>
              <p:spPr>
                <a:xfrm>
                  <a:off x="4725543" y="298246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" name="Google Shape;793;p24"/>
                <p:cNvSpPr/>
                <p:nvPr/>
              </p:nvSpPr>
              <p:spPr>
                <a:xfrm>
                  <a:off x="4695825" y="2833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4" name="Google Shape;794;p24"/>
                <p:cNvSpPr/>
                <p:nvPr/>
              </p:nvSpPr>
              <p:spPr>
                <a:xfrm>
                  <a:off x="4725543" y="2803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5" name="Google Shape;795;p24"/>
                <p:cNvSpPr/>
                <p:nvPr/>
              </p:nvSpPr>
              <p:spPr>
                <a:xfrm>
                  <a:off x="4725543" y="2833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24"/>
                <p:cNvSpPr/>
                <p:nvPr/>
              </p:nvSpPr>
              <p:spPr>
                <a:xfrm>
                  <a:off x="4695825" y="29527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" name="Google Shape;797;p24"/>
                <p:cNvSpPr/>
                <p:nvPr/>
              </p:nvSpPr>
              <p:spPr>
                <a:xfrm>
                  <a:off x="4666107" y="2863405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" name="Google Shape;798;p24"/>
                <p:cNvSpPr/>
                <p:nvPr/>
              </p:nvSpPr>
              <p:spPr>
                <a:xfrm>
                  <a:off x="4755356" y="286340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9" name="Google Shape;799;p24"/>
                <p:cNvSpPr/>
                <p:nvPr/>
              </p:nvSpPr>
              <p:spPr>
                <a:xfrm>
                  <a:off x="4755356" y="2923031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0" name="Google Shape;800;p24"/>
                <p:cNvSpPr/>
                <p:nvPr/>
              </p:nvSpPr>
              <p:spPr>
                <a:xfrm>
                  <a:off x="4874418" y="286340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1" name="Google Shape;801;p24"/>
                <p:cNvSpPr/>
                <p:nvPr/>
              </p:nvSpPr>
              <p:spPr>
                <a:xfrm>
                  <a:off x="4874418" y="2923031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" name="Google Shape;802;p24"/>
                <p:cNvSpPr/>
                <p:nvPr/>
              </p:nvSpPr>
              <p:spPr>
                <a:xfrm>
                  <a:off x="4725543" y="28932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3" name="Google Shape;803;p24"/>
                <p:cNvSpPr/>
                <p:nvPr/>
              </p:nvSpPr>
              <p:spPr>
                <a:xfrm>
                  <a:off x="4933950" y="28932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" name="Google Shape;804;p24"/>
                <p:cNvSpPr/>
                <p:nvPr/>
              </p:nvSpPr>
              <p:spPr>
                <a:xfrm>
                  <a:off x="4814887" y="283368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5" name="Google Shape;805;p24"/>
                <p:cNvSpPr/>
                <p:nvPr/>
              </p:nvSpPr>
              <p:spPr>
                <a:xfrm>
                  <a:off x="4695825" y="2803969"/>
                  <a:ext cx="297560" cy="208216"/>
                </a:xfrm>
                <a:custGeom>
                  <a:rect b="b" l="l" r="r" t="t"/>
                  <a:pathLst>
                    <a:path extrusionOk="0" h="208216" w="297560">
                      <a:moveTo>
                        <a:pt x="267843" y="59436"/>
                      </a:moveTo>
                      <a:lnTo>
                        <a:pt x="267843" y="29718"/>
                      </a:lnTo>
                      <a:lnTo>
                        <a:pt x="208312" y="29718"/>
                      </a:lnTo>
                      <a:lnTo>
                        <a:pt x="208312" y="0"/>
                      </a:lnTo>
                      <a:lnTo>
                        <a:pt x="89249" y="0"/>
                      </a:lnTo>
                      <a:lnTo>
                        <a:pt x="89249" y="29718"/>
                      </a:lnTo>
                      <a:lnTo>
                        <a:pt x="29718" y="29718"/>
                      </a:lnTo>
                      <a:lnTo>
                        <a:pt x="29718" y="59436"/>
                      </a:lnTo>
                      <a:lnTo>
                        <a:pt x="0" y="59436"/>
                      </a:lnTo>
                      <a:lnTo>
                        <a:pt x="0" y="148780"/>
                      </a:lnTo>
                      <a:lnTo>
                        <a:pt x="29718" y="148780"/>
                      </a:lnTo>
                      <a:lnTo>
                        <a:pt x="29718" y="178498"/>
                      </a:lnTo>
                      <a:lnTo>
                        <a:pt x="89249" y="178498"/>
                      </a:lnTo>
                      <a:lnTo>
                        <a:pt x="89249" y="208217"/>
                      </a:lnTo>
                      <a:lnTo>
                        <a:pt x="208312" y="208217"/>
                      </a:lnTo>
                      <a:lnTo>
                        <a:pt x="208312" y="178498"/>
                      </a:lnTo>
                      <a:lnTo>
                        <a:pt x="267843" y="178498"/>
                      </a:lnTo>
                      <a:lnTo>
                        <a:pt x="267843" y="148780"/>
                      </a:lnTo>
                      <a:lnTo>
                        <a:pt x="297561" y="148780"/>
                      </a:lnTo>
                      <a:lnTo>
                        <a:pt x="297561" y="59436"/>
                      </a:lnTo>
                      <a:lnTo>
                        <a:pt x="267843" y="59436"/>
                      </a:lnTo>
                      <a:close/>
                      <a:moveTo>
                        <a:pt x="267843" y="118967"/>
                      </a:moveTo>
                      <a:lnTo>
                        <a:pt x="238125" y="118967"/>
                      </a:lnTo>
                      <a:lnTo>
                        <a:pt x="238125" y="148685"/>
                      </a:lnTo>
                      <a:lnTo>
                        <a:pt x="178594" y="148685"/>
                      </a:lnTo>
                      <a:lnTo>
                        <a:pt x="178594" y="178403"/>
                      </a:lnTo>
                      <a:lnTo>
                        <a:pt x="119063" y="178403"/>
                      </a:lnTo>
                      <a:lnTo>
                        <a:pt x="119063" y="148685"/>
                      </a:lnTo>
                      <a:lnTo>
                        <a:pt x="59531" y="148685"/>
                      </a:lnTo>
                      <a:lnTo>
                        <a:pt x="59531" y="118967"/>
                      </a:lnTo>
                      <a:lnTo>
                        <a:pt x="29813" y="118967"/>
                      </a:lnTo>
                      <a:lnTo>
                        <a:pt x="29813" y="89249"/>
                      </a:lnTo>
                      <a:lnTo>
                        <a:pt x="59531" y="89249"/>
                      </a:lnTo>
                      <a:lnTo>
                        <a:pt x="59531" y="59531"/>
                      </a:lnTo>
                      <a:lnTo>
                        <a:pt x="119063" y="59531"/>
                      </a:lnTo>
                      <a:lnTo>
                        <a:pt x="119063" y="29813"/>
                      </a:lnTo>
                      <a:lnTo>
                        <a:pt x="178594" y="29813"/>
                      </a:lnTo>
                      <a:lnTo>
                        <a:pt x="178594" y="59531"/>
                      </a:lnTo>
                      <a:lnTo>
                        <a:pt x="238125" y="59531"/>
                      </a:lnTo>
                      <a:lnTo>
                        <a:pt x="238125" y="89249"/>
                      </a:lnTo>
                      <a:lnTo>
                        <a:pt x="267843" y="89249"/>
                      </a:lnTo>
                      <a:lnTo>
                        <a:pt x="267843" y="118967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" name="Google Shape;806;p24"/>
                <p:cNvSpPr/>
                <p:nvPr/>
              </p:nvSpPr>
              <p:spPr>
                <a:xfrm>
                  <a:off x="4755356" y="2863404"/>
                  <a:ext cx="178593" cy="89344"/>
                </a:xfrm>
                <a:custGeom>
                  <a:rect b="b" l="l" r="r" t="t"/>
                  <a:pathLst>
                    <a:path extrusionOk="0" h="89344" w="178593">
                      <a:moveTo>
                        <a:pt x="178594" y="29813"/>
                      </a:moveTo>
                      <a:lnTo>
                        <a:pt x="178594" y="59627"/>
                      </a:lnTo>
                      <a:lnTo>
                        <a:pt x="119063" y="59627"/>
                      </a:lnTo>
                      <a:lnTo>
                        <a:pt x="119063" y="89345"/>
                      </a:lnTo>
                      <a:lnTo>
                        <a:pt x="59531" y="89345"/>
                      </a:lnTo>
                      <a:lnTo>
                        <a:pt x="59531" y="59627"/>
                      </a:lnTo>
                      <a:lnTo>
                        <a:pt x="0" y="59627"/>
                      </a:lnTo>
                      <a:lnTo>
                        <a:pt x="0" y="29813"/>
                      </a:lnTo>
                      <a:lnTo>
                        <a:pt x="59531" y="29813"/>
                      </a:lnTo>
                      <a:lnTo>
                        <a:pt x="59531" y="0"/>
                      </a:lnTo>
                      <a:lnTo>
                        <a:pt x="119063" y="0"/>
                      </a:lnTo>
                      <a:lnTo>
                        <a:pt x="119063" y="29813"/>
                      </a:lnTo>
                      <a:lnTo>
                        <a:pt x="178594" y="29813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7" name="Google Shape;807;p24"/>
                <p:cNvSpPr/>
                <p:nvPr/>
              </p:nvSpPr>
              <p:spPr>
                <a:xfrm>
                  <a:off x="4814887" y="295274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" name="Google Shape;808;p24"/>
                <p:cNvSpPr/>
                <p:nvPr/>
              </p:nvSpPr>
              <p:spPr>
                <a:xfrm>
                  <a:off x="4666107" y="3131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" name="Google Shape;809;p24"/>
                <p:cNvSpPr/>
                <p:nvPr/>
              </p:nvSpPr>
              <p:spPr>
                <a:xfrm>
                  <a:off x="4695825" y="3161156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24"/>
                <p:cNvSpPr/>
                <p:nvPr/>
              </p:nvSpPr>
              <p:spPr>
                <a:xfrm>
                  <a:off x="4933950" y="3161156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" name="Google Shape;811;p24"/>
                <p:cNvSpPr/>
                <p:nvPr/>
              </p:nvSpPr>
              <p:spPr>
                <a:xfrm>
                  <a:off x="4755356" y="3190874"/>
                  <a:ext cx="178593" cy="29718"/>
                </a:xfrm>
                <a:custGeom>
                  <a:rect b="b" l="l" r="r" t="t"/>
                  <a:pathLst>
                    <a:path extrusionOk="0" h="29718" w="178593">
                      <a:moveTo>
                        <a:pt x="0" y="0"/>
                      </a:moveTo>
                      <a:lnTo>
                        <a:pt x="178594" y="0"/>
                      </a:lnTo>
                      <a:lnTo>
                        <a:pt x="17859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2" name="Google Shape;812;p24"/>
                <p:cNvSpPr/>
                <p:nvPr/>
              </p:nvSpPr>
              <p:spPr>
                <a:xfrm>
                  <a:off x="4993481" y="3131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3" name="Google Shape;813;p24"/>
                <p:cNvSpPr/>
                <p:nvPr/>
              </p:nvSpPr>
              <p:spPr>
                <a:xfrm>
                  <a:off x="4636293" y="29527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4" name="Google Shape;814;p24"/>
                <p:cNvSpPr/>
                <p:nvPr/>
              </p:nvSpPr>
              <p:spPr>
                <a:xfrm>
                  <a:off x="4636293" y="307181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5" name="Google Shape;815;p24"/>
                <p:cNvSpPr/>
                <p:nvPr/>
              </p:nvSpPr>
              <p:spPr>
                <a:xfrm>
                  <a:off x="4606480" y="2982467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6" name="Google Shape;816;p24"/>
                <p:cNvSpPr/>
                <p:nvPr/>
              </p:nvSpPr>
              <p:spPr>
                <a:xfrm>
                  <a:off x="5023294" y="29527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" name="Google Shape;817;p24"/>
                <p:cNvSpPr/>
                <p:nvPr/>
              </p:nvSpPr>
              <p:spPr>
                <a:xfrm>
                  <a:off x="5023294" y="307181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" name="Google Shape;818;p24"/>
                <p:cNvSpPr/>
                <p:nvPr/>
              </p:nvSpPr>
              <p:spPr>
                <a:xfrm>
                  <a:off x="4636293" y="2952749"/>
                  <a:ext cx="416718" cy="238125"/>
                </a:xfrm>
                <a:custGeom>
                  <a:rect b="b" l="l" r="r" t="t"/>
                  <a:pathLst>
                    <a:path extrusionOk="0" h="238125" w="416718">
                      <a:moveTo>
                        <a:pt x="416719" y="29718"/>
                      </a:moveTo>
                      <a:lnTo>
                        <a:pt x="416719" y="119063"/>
                      </a:lnTo>
                      <a:lnTo>
                        <a:pt x="387001" y="119063"/>
                      </a:lnTo>
                      <a:lnTo>
                        <a:pt x="387001" y="178594"/>
                      </a:lnTo>
                      <a:lnTo>
                        <a:pt x="357188" y="178594"/>
                      </a:lnTo>
                      <a:lnTo>
                        <a:pt x="357188" y="208407"/>
                      </a:lnTo>
                      <a:lnTo>
                        <a:pt x="297656" y="208407"/>
                      </a:lnTo>
                      <a:lnTo>
                        <a:pt x="297656" y="238125"/>
                      </a:lnTo>
                      <a:lnTo>
                        <a:pt x="119063" y="238125"/>
                      </a:lnTo>
                      <a:lnTo>
                        <a:pt x="119063" y="208407"/>
                      </a:lnTo>
                      <a:lnTo>
                        <a:pt x="59531" y="208407"/>
                      </a:lnTo>
                      <a:lnTo>
                        <a:pt x="59531" y="178594"/>
                      </a:lnTo>
                      <a:lnTo>
                        <a:pt x="29813" y="178594"/>
                      </a:lnTo>
                      <a:lnTo>
                        <a:pt x="29813" y="119063"/>
                      </a:lnTo>
                      <a:lnTo>
                        <a:pt x="0" y="119063"/>
                      </a:lnTo>
                      <a:lnTo>
                        <a:pt x="0" y="29718"/>
                      </a:lnTo>
                      <a:lnTo>
                        <a:pt x="29813" y="29718"/>
                      </a:lnTo>
                      <a:lnTo>
                        <a:pt x="29813" y="0"/>
                      </a:ln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89249" y="29718"/>
                      </a:lnTo>
                      <a:lnTo>
                        <a:pt x="89249" y="59531"/>
                      </a:lnTo>
                      <a:lnTo>
                        <a:pt x="148876" y="59531"/>
                      </a:lnTo>
                      <a:lnTo>
                        <a:pt x="148876" y="89345"/>
                      </a:lnTo>
                      <a:lnTo>
                        <a:pt x="267938" y="89345"/>
                      </a:lnTo>
                      <a:lnTo>
                        <a:pt x="267938" y="59531"/>
                      </a:lnTo>
                      <a:lnTo>
                        <a:pt x="327374" y="59531"/>
                      </a:lnTo>
                      <a:lnTo>
                        <a:pt x="327374" y="29718"/>
                      </a:lnTo>
                      <a:lnTo>
                        <a:pt x="357188" y="29718"/>
                      </a:lnTo>
                      <a:lnTo>
                        <a:pt x="357188" y="0"/>
                      </a:lnTo>
                      <a:lnTo>
                        <a:pt x="387001" y="0"/>
                      </a:lnTo>
                      <a:lnTo>
                        <a:pt x="387001" y="29718"/>
                      </a:lnTo>
                      <a:lnTo>
                        <a:pt x="416719" y="29718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9" name="Google Shape;819;p24"/>
                <p:cNvSpPr/>
                <p:nvPr/>
              </p:nvSpPr>
              <p:spPr>
                <a:xfrm>
                  <a:off x="5053012" y="2982467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" name="Google Shape;820;p24"/>
                <p:cNvSpPr/>
                <p:nvPr/>
              </p:nvSpPr>
              <p:spPr>
                <a:xfrm>
                  <a:off x="4755356" y="283368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1" name="Google Shape;821;p24"/>
                <p:cNvSpPr/>
                <p:nvPr/>
              </p:nvSpPr>
              <p:spPr>
                <a:xfrm>
                  <a:off x="4785169" y="2803969"/>
                  <a:ext cx="119062" cy="29718"/>
                </a:xfrm>
                <a:custGeom>
                  <a:rect b="b" l="l" r="r" t="t"/>
                  <a:pathLst>
                    <a:path extrusionOk="0" h="29718" w="119062">
                      <a:moveTo>
                        <a:pt x="0" y="0"/>
                      </a:moveTo>
                      <a:lnTo>
                        <a:pt x="119062" y="0"/>
                      </a:lnTo>
                      <a:lnTo>
                        <a:pt x="119062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" name="Google Shape;822;p24"/>
                <p:cNvSpPr/>
                <p:nvPr/>
              </p:nvSpPr>
              <p:spPr>
                <a:xfrm>
                  <a:off x="4695825" y="286340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24"/>
                <p:cNvSpPr/>
                <p:nvPr/>
              </p:nvSpPr>
              <p:spPr>
                <a:xfrm>
                  <a:off x="4725543" y="2833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4" name="Google Shape;824;p24"/>
                <p:cNvSpPr/>
                <p:nvPr/>
              </p:nvSpPr>
              <p:spPr>
                <a:xfrm>
                  <a:off x="4695825" y="29230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5" name="Google Shape;825;p24"/>
                <p:cNvSpPr/>
                <p:nvPr/>
              </p:nvSpPr>
              <p:spPr>
                <a:xfrm>
                  <a:off x="4904232" y="2833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24"/>
                <p:cNvSpPr/>
                <p:nvPr/>
              </p:nvSpPr>
              <p:spPr>
                <a:xfrm>
                  <a:off x="4933950" y="286340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" name="Google Shape;827;p24"/>
                <p:cNvSpPr/>
                <p:nvPr/>
              </p:nvSpPr>
              <p:spPr>
                <a:xfrm>
                  <a:off x="4725543" y="295274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" name="Google Shape;828;p24"/>
                <p:cNvSpPr/>
                <p:nvPr/>
              </p:nvSpPr>
              <p:spPr>
                <a:xfrm>
                  <a:off x="5023294" y="2982467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9" name="Google Shape;829;p24"/>
                <p:cNvSpPr/>
                <p:nvPr/>
              </p:nvSpPr>
              <p:spPr>
                <a:xfrm>
                  <a:off x="4993481" y="3101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0" name="Google Shape;830;p24"/>
                <p:cNvSpPr/>
                <p:nvPr/>
              </p:nvSpPr>
              <p:spPr>
                <a:xfrm>
                  <a:off x="4963668" y="3131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" name="Google Shape;831;p24"/>
                <p:cNvSpPr/>
                <p:nvPr/>
              </p:nvSpPr>
              <p:spPr>
                <a:xfrm>
                  <a:off x="4904232" y="3131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" name="Google Shape;832;p24"/>
                <p:cNvSpPr/>
                <p:nvPr/>
              </p:nvSpPr>
              <p:spPr>
                <a:xfrm>
                  <a:off x="4844605" y="3131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3" name="Google Shape;833;p24"/>
                <p:cNvSpPr/>
                <p:nvPr/>
              </p:nvSpPr>
              <p:spPr>
                <a:xfrm>
                  <a:off x="4933950" y="3101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" name="Google Shape;834;p24"/>
                <p:cNvSpPr/>
                <p:nvPr/>
              </p:nvSpPr>
              <p:spPr>
                <a:xfrm>
                  <a:off x="4963668" y="30718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" name="Google Shape;835;p24"/>
                <p:cNvSpPr/>
                <p:nvPr/>
              </p:nvSpPr>
              <p:spPr>
                <a:xfrm>
                  <a:off x="4933950" y="30420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6" name="Google Shape;836;p24"/>
                <p:cNvSpPr/>
                <p:nvPr/>
              </p:nvSpPr>
              <p:spPr>
                <a:xfrm>
                  <a:off x="4874418" y="30718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7" name="Google Shape;837;p24"/>
                <p:cNvSpPr/>
                <p:nvPr/>
              </p:nvSpPr>
              <p:spPr>
                <a:xfrm>
                  <a:off x="4993481" y="30420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8" name="Google Shape;838;p24"/>
                <p:cNvSpPr/>
                <p:nvPr/>
              </p:nvSpPr>
              <p:spPr>
                <a:xfrm>
                  <a:off x="4993481" y="298246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9" name="Google Shape;839;p24"/>
                <p:cNvSpPr/>
                <p:nvPr/>
              </p:nvSpPr>
              <p:spPr>
                <a:xfrm>
                  <a:off x="4814887" y="3161156"/>
                  <a:ext cx="119062" cy="29718"/>
                </a:xfrm>
                <a:custGeom>
                  <a:rect b="b" l="l" r="r" t="t"/>
                  <a:pathLst>
                    <a:path extrusionOk="0" h="29718" w="119062">
                      <a:moveTo>
                        <a:pt x="0" y="0"/>
                      </a:moveTo>
                      <a:lnTo>
                        <a:pt x="119063" y="0"/>
                      </a:lnTo>
                      <a:lnTo>
                        <a:pt x="11906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40" name="Google Shape;840;p24"/>
              <p:cNvGrpSpPr/>
              <p:nvPr/>
            </p:nvGrpSpPr>
            <p:grpSpPr>
              <a:xfrm>
                <a:off x="4011168" y="2119312"/>
                <a:ext cx="833437" cy="833437"/>
                <a:chOff x="4011168" y="2119312"/>
                <a:chExt cx="833437" cy="833437"/>
              </a:xfrm>
            </p:grpSpPr>
            <p:sp>
              <p:nvSpPr>
                <p:cNvPr id="841" name="Google Shape;841;p24"/>
                <p:cNvSpPr/>
                <p:nvPr/>
              </p:nvSpPr>
              <p:spPr>
                <a:xfrm>
                  <a:off x="4695825" y="2803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2" name="Google Shape;842;p24"/>
                <p:cNvSpPr/>
                <p:nvPr/>
              </p:nvSpPr>
              <p:spPr>
                <a:xfrm>
                  <a:off x="4725543" y="2833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3" name="Google Shape;843;p24"/>
                <p:cNvSpPr/>
                <p:nvPr/>
              </p:nvSpPr>
              <p:spPr>
                <a:xfrm>
                  <a:off x="4755356" y="2863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4" name="Google Shape;844;p24"/>
                <p:cNvSpPr/>
                <p:nvPr/>
              </p:nvSpPr>
              <p:spPr>
                <a:xfrm>
                  <a:off x="4785169" y="28932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5" name="Google Shape;845;p24"/>
                <p:cNvSpPr/>
                <p:nvPr/>
              </p:nvSpPr>
              <p:spPr>
                <a:xfrm>
                  <a:off x="4814887" y="29230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6" name="Google Shape;846;p24"/>
                <p:cNvSpPr/>
                <p:nvPr/>
              </p:nvSpPr>
              <p:spPr>
                <a:xfrm>
                  <a:off x="4666107" y="2774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7" name="Google Shape;847;p24"/>
                <p:cNvSpPr/>
                <p:nvPr/>
              </p:nvSpPr>
              <p:spPr>
                <a:xfrm>
                  <a:off x="4011168" y="2149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8" name="Google Shape;848;p24"/>
                <p:cNvSpPr/>
                <p:nvPr/>
              </p:nvSpPr>
              <p:spPr>
                <a:xfrm>
                  <a:off x="4636293" y="2774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9" name="Google Shape;849;p24"/>
                <p:cNvSpPr/>
                <p:nvPr/>
              </p:nvSpPr>
              <p:spPr>
                <a:xfrm>
                  <a:off x="4606480" y="27443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0" name="Google Shape;850;p24"/>
                <p:cNvSpPr/>
                <p:nvPr/>
              </p:nvSpPr>
              <p:spPr>
                <a:xfrm>
                  <a:off x="4606480" y="271462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1" name="Google Shape;851;p24"/>
                <p:cNvSpPr/>
                <p:nvPr/>
              </p:nvSpPr>
              <p:spPr>
                <a:xfrm>
                  <a:off x="4666107" y="26550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2" name="Google Shape;852;p24"/>
                <p:cNvSpPr/>
                <p:nvPr/>
              </p:nvSpPr>
              <p:spPr>
                <a:xfrm>
                  <a:off x="4517231" y="277415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3" name="Google Shape;853;p24"/>
                <p:cNvSpPr/>
                <p:nvPr/>
              </p:nvSpPr>
              <p:spPr>
                <a:xfrm>
                  <a:off x="4457700" y="280396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4" name="Google Shape;854;p24"/>
                <p:cNvSpPr/>
                <p:nvPr/>
              </p:nvSpPr>
              <p:spPr>
                <a:xfrm>
                  <a:off x="4398168" y="277415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5" name="Google Shape;855;p24"/>
                <p:cNvSpPr/>
                <p:nvPr/>
              </p:nvSpPr>
              <p:spPr>
                <a:xfrm>
                  <a:off x="4368355" y="2744342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6" name="Google Shape;856;p24"/>
                <p:cNvSpPr/>
                <p:nvPr/>
              </p:nvSpPr>
              <p:spPr>
                <a:xfrm>
                  <a:off x="4398168" y="2714624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7" name="Google Shape;857;p24"/>
                <p:cNvSpPr/>
                <p:nvPr/>
              </p:nvSpPr>
              <p:spPr>
                <a:xfrm>
                  <a:off x="4338637" y="2684906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8" name="Google Shape;858;p24"/>
                <p:cNvSpPr/>
                <p:nvPr/>
              </p:nvSpPr>
              <p:spPr>
                <a:xfrm>
                  <a:off x="4279106" y="2655093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9" name="Google Shape;859;p24"/>
                <p:cNvSpPr/>
                <p:nvPr/>
              </p:nvSpPr>
              <p:spPr>
                <a:xfrm>
                  <a:off x="4427982" y="2684906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0" name="Google Shape;860;p24"/>
                <p:cNvSpPr/>
                <p:nvPr/>
              </p:nvSpPr>
              <p:spPr>
                <a:xfrm>
                  <a:off x="4457700" y="2655093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1" name="Google Shape;861;p24"/>
                <p:cNvSpPr/>
                <p:nvPr/>
              </p:nvSpPr>
              <p:spPr>
                <a:xfrm>
                  <a:off x="4249293" y="2625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2" name="Google Shape;862;p24"/>
                <p:cNvSpPr/>
                <p:nvPr/>
              </p:nvSpPr>
              <p:spPr>
                <a:xfrm>
                  <a:off x="4219575" y="256584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3" name="Google Shape;863;p24"/>
                <p:cNvSpPr/>
                <p:nvPr/>
              </p:nvSpPr>
              <p:spPr>
                <a:xfrm>
                  <a:off x="4189857" y="2506217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4" name="Google Shape;864;p24"/>
                <p:cNvSpPr/>
                <p:nvPr/>
              </p:nvSpPr>
              <p:spPr>
                <a:xfrm>
                  <a:off x="4160043" y="2446781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5" name="Google Shape;865;p24"/>
                <p:cNvSpPr/>
                <p:nvPr/>
              </p:nvSpPr>
              <p:spPr>
                <a:xfrm>
                  <a:off x="4130230" y="2387155"/>
                  <a:ext cx="29717" cy="59531"/>
                </a:xfrm>
                <a:custGeom>
                  <a:rect b="b" l="l" r="r" t="t"/>
                  <a:pathLst>
                    <a:path extrusionOk="0" h="59531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6" name="Google Shape;866;p24"/>
                <p:cNvSpPr/>
                <p:nvPr/>
              </p:nvSpPr>
              <p:spPr>
                <a:xfrm>
                  <a:off x="4100512" y="232771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7" name="Google Shape;867;p24"/>
                <p:cNvSpPr/>
                <p:nvPr/>
              </p:nvSpPr>
              <p:spPr>
                <a:xfrm>
                  <a:off x="4070794" y="2268092"/>
                  <a:ext cx="29717" cy="59531"/>
                </a:xfrm>
                <a:custGeom>
                  <a:rect b="b" l="l" r="r" t="t"/>
                  <a:pathLst>
                    <a:path extrusionOk="0" h="59531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8" name="Google Shape;868;p24"/>
                <p:cNvSpPr/>
                <p:nvPr/>
              </p:nvSpPr>
              <p:spPr>
                <a:xfrm>
                  <a:off x="4040981" y="220865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9" name="Google Shape;869;p24"/>
                <p:cNvSpPr/>
                <p:nvPr/>
              </p:nvSpPr>
              <p:spPr>
                <a:xfrm>
                  <a:off x="4011168" y="214903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0" name="Google Shape;870;p24"/>
                <p:cNvSpPr/>
                <p:nvPr/>
              </p:nvSpPr>
              <p:spPr>
                <a:xfrm>
                  <a:off x="4695825" y="259556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1" name="Google Shape;871;p24"/>
                <p:cNvSpPr/>
                <p:nvPr/>
              </p:nvSpPr>
              <p:spPr>
                <a:xfrm>
                  <a:off x="4666107" y="253603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2" name="Google Shape;872;p24"/>
                <p:cNvSpPr/>
                <p:nvPr/>
              </p:nvSpPr>
              <p:spPr>
                <a:xfrm>
                  <a:off x="4636293" y="250621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3" name="Google Shape;873;p24"/>
                <p:cNvSpPr/>
                <p:nvPr/>
              </p:nvSpPr>
              <p:spPr>
                <a:xfrm>
                  <a:off x="4576762" y="2387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4" name="Google Shape;874;p24"/>
                <p:cNvSpPr/>
                <p:nvPr/>
              </p:nvSpPr>
              <p:spPr>
                <a:xfrm>
                  <a:off x="4517231" y="235743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5" name="Google Shape;875;p24"/>
                <p:cNvSpPr/>
                <p:nvPr/>
              </p:nvSpPr>
              <p:spPr>
                <a:xfrm>
                  <a:off x="4457700" y="232771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6" name="Google Shape;876;p24"/>
                <p:cNvSpPr/>
                <p:nvPr/>
              </p:nvSpPr>
              <p:spPr>
                <a:xfrm>
                  <a:off x="4398168" y="229790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7" name="Google Shape;877;p24"/>
                <p:cNvSpPr/>
                <p:nvPr/>
              </p:nvSpPr>
              <p:spPr>
                <a:xfrm>
                  <a:off x="4338637" y="2268092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8" name="Google Shape;878;p24"/>
                <p:cNvSpPr/>
                <p:nvPr/>
              </p:nvSpPr>
              <p:spPr>
                <a:xfrm>
                  <a:off x="4279106" y="223837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9" name="Google Shape;879;p24"/>
                <p:cNvSpPr/>
                <p:nvPr/>
              </p:nvSpPr>
              <p:spPr>
                <a:xfrm>
                  <a:off x="4219575" y="2208656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0" name="Google Shape;880;p24"/>
                <p:cNvSpPr/>
                <p:nvPr/>
              </p:nvSpPr>
              <p:spPr>
                <a:xfrm>
                  <a:off x="4160043" y="2178843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1" name="Google Shape;881;p24"/>
                <p:cNvSpPr/>
                <p:nvPr/>
              </p:nvSpPr>
              <p:spPr>
                <a:xfrm>
                  <a:off x="4100512" y="214903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2" name="Google Shape;882;p24"/>
                <p:cNvSpPr/>
                <p:nvPr/>
              </p:nvSpPr>
              <p:spPr>
                <a:xfrm>
                  <a:off x="4040981" y="2119312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3" name="Google Shape;883;p24"/>
                <p:cNvSpPr/>
                <p:nvPr/>
              </p:nvSpPr>
              <p:spPr>
                <a:xfrm>
                  <a:off x="4606480" y="2536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4" name="Google Shape;884;p24"/>
                <p:cNvSpPr/>
                <p:nvPr/>
              </p:nvSpPr>
              <p:spPr>
                <a:xfrm>
                  <a:off x="4576762" y="247649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5" name="Google Shape;885;p24"/>
                <p:cNvSpPr/>
                <p:nvPr/>
              </p:nvSpPr>
              <p:spPr>
                <a:xfrm>
                  <a:off x="4606480" y="2416968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6" name="Google Shape;886;p24"/>
                <p:cNvSpPr/>
                <p:nvPr/>
              </p:nvSpPr>
              <p:spPr>
                <a:xfrm>
                  <a:off x="4576762" y="256584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7" name="Google Shape;887;p24"/>
                <p:cNvSpPr/>
                <p:nvPr/>
              </p:nvSpPr>
              <p:spPr>
                <a:xfrm>
                  <a:off x="4547044" y="2595562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8" name="Google Shape;888;p24"/>
                <p:cNvSpPr/>
                <p:nvPr/>
              </p:nvSpPr>
              <p:spPr>
                <a:xfrm>
                  <a:off x="4666107" y="27443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9" name="Google Shape;889;p24"/>
                <p:cNvSpPr/>
                <p:nvPr/>
              </p:nvSpPr>
              <p:spPr>
                <a:xfrm>
                  <a:off x="4636293" y="271462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0" name="Google Shape;890;p24"/>
                <p:cNvSpPr/>
                <p:nvPr/>
              </p:nvSpPr>
              <p:spPr>
                <a:xfrm>
                  <a:off x="4576762" y="27443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1" name="Google Shape;891;p24"/>
                <p:cNvSpPr/>
                <p:nvPr/>
              </p:nvSpPr>
              <p:spPr>
                <a:xfrm>
                  <a:off x="4636293" y="2684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2" name="Google Shape;892;p24"/>
                <p:cNvSpPr/>
                <p:nvPr/>
              </p:nvSpPr>
              <p:spPr>
                <a:xfrm>
                  <a:off x="4040981" y="2149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3" name="Google Shape;893;p24"/>
                <p:cNvSpPr/>
                <p:nvPr/>
              </p:nvSpPr>
              <p:spPr>
                <a:xfrm>
                  <a:off x="4011168" y="21193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4" name="Google Shape;894;p24"/>
                <p:cNvSpPr/>
                <p:nvPr/>
              </p:nvSpPr>
              <p:spPr>
                <a:xfrm>
                  <a:off x="4040981" y="21788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5" name="Google Shape;895;p24"/>
                <p:cNvSpPr/>
                <p:nvPr/>
              </p:nvSpPr>
              <p:spPr>
                <a:xfrm>
                  <a:off x="4070794" y="214903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6" name="Google Shape;896;p24"/>
                <p:cNvSpPr/>
                <p:nvPr/>
              </p:nvSpPr>
              <p:spPr>
                <a:xfrm>
                  <a:off x="4070794" y="2178843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7" name="Google Shape;897;p24"/>
                <p:cNvSpPr/>
                <p:nvPr/>
              </p:nvSpPr>
              <p:spPr>
                <a:xfrm>
                  <a:off x="4100512" y="22086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8" name="Google Shape;898;p24"/>
                <p:cNvSpPr/>
                <p:nvPr/>
              </p:nvSpPr>
              <p:spPr>
                <a:xfrm>
                  <a:off x="4130230" y="2238374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9" name="Google Shape;899;p24"/>
                <p:cNvSpPr/>
                <p:nvPr/>
              </p:nvSpPr>
              <p:spPr>
                <a:xfrm>
                  <a:off x="4160043" y="22680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0" name="Google Shape;900;p24"/>
                <p:cNvSpPr/>
                <p:nvPr/>
              </p:nvSpPr>
              <p:spPr>
                <a:xfrm>
                  <a:off x="4189857" y="2297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1" name="Google Shape;901;p24"/>
                <p:cNvSpPr/>
                <p:nvPr/>
              </p:nvSpPr>
              <p:spPr>
                <a:xfrm>
                  <a:off x="4219575" y="23277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2" name="Google Shape;902;p24"/>
                <p:cNvSpPr/>
                <p:nvPr/>
              </p:nvSpPr>
              <p:spPr>
                <a:xfrm>
                  <a:off x="4249293" y="23574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3" name="Google Shape;903;p24"/>
                <p:cNvSpPr/>
                <p:nvPr/>
              </p:nvSpPr>
              <p:spPr>
                <a:xfrm>
                  <a:off x="4279106" y="2387155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4" name="Google Shape;904;p24"/>
                <p:cNvSpPr/>
                <p:nvPr/>
              </p:nvSpPr>
              <p:spPr>
                <a:xfrm>
                  <a:off x="4308919" y="2416968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" name="Google Shape;905;p24"/>
                <p:cNvSpPr/>
                <p:nvPr/>
              </p:nvSpPr>
              <p:spPr>
                <a:xfrm>
                  <a:off x="4338637" y="2446781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6" name="Google Shape;906;p24"/>
                <p:cNvSpPr/>
                <p:nvPr/>
              </p:nvSpPr>
              <p:spPr>
                <a:xfrm>
                  <a:off x="4100512" y="2178843"/>
                  <a:ext cx="178593" cy="148875"/>
                </a:xfrm>
                <a:custGeom>
                  <a:rect b="b" l="l" r="r" t="t"/>
                  <a:pathLst>
                    <a:path extrusionOk="0" h="148875" w="178593">
                      <a:moveTo>
                        <a:pt x="178594" y="59531"/>
                      </a:moveTo>
                      <a:lnTo>
                        <a:pt x="178594" y="89249"/>
                      </a:lnTo>
                      <a:lnTo>
                        <a:pt x="148781" y="89249"/>
                      </a:lnTo>
                      <a:lnTo>
                        <a:pt x="148781" y="148876"/>
                      </a:lnTo>
                      <a:lnTo>
                        <a:pt x="119063" y="148876"/>
                      </a:lnTo>
                      <a:lnTo>
                        <a:pt x="119063" y="119063"/>
                      </a:lnTo>
                      <a:lnTo>
                        <a:pt x="89344" y="119063"/>
                      </a:lnTo>
                      <a:lnTo>
                        <a:pt x="89344" y="89249"/>
                      </a:lnTo>
                      <a:lnTo>
                        <a:pt x="59531" y="89249"/>
                      </a:lnTo>
                      <a:lnTo>
                        <a:pt x="59531" y="59531"/>
                      </a:lnTo>
                      <a:lnTo>
                        <a:pt x="29718" y="59531"/>
                      </a:lnTo>
                      <a:lnTo>
                        <a:pt x="29718" y="29813"/>
                      </a:lnTo>
                      <a:lnTo>
                        <a:pt x="0" y="29813"/>
                      </a:lnTo>
                      <a:lnTo>
                        <a:pt x="0" y="0"/>
                      </a:lnTo>
                      <a:lnTo>
                        <a:pt x="59531" y="0"/>
                      </a:lnTo>
                      <a:lnTo>
                        <a:pt x="59531" y="29813"/>
                      </a:lnTo>
                      <a:lnTo>
                        <a:pt x="119063" y="29813"/>
                      </a:lnTo>
                      <a:lnTo>
                        <a:pt x="119063" y="59531"/>
                      </a:lnTo>
                      <a:lnTo>
                        <a:pt x="178594" y="59531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7" name="Google Shape;907;p24"/>
                <p:cNvSpPr/>
                <p:nvPr/>
              </p:nvSpPr>
              <p:spPr>
                <a:xfrm>
                  <a:off x="4249293" y="226809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8" name="Google Shape;908;p24"/>
                <p:cNvSpPr/>
                <p:nvPr/>
              </p:nvSpPr>
              <p:spPr>
                <a:xfrm>
                  <a:off x="4368355" y="2387155"/>
                  <a:ext cx="29717" cy="59531"/>
                </a:xfrm>
                <a:custGeom>
                  <a:rect b="b" l="l" r="r" t="t"/>
                  <a:pathLst>
                    <a:path extrusionOk="0" h="59531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9" name="Google Shape;909;p24"/>
                <p:cNvSpPr/>
                <p:nvPr/>
              </p:nvSpPr>
              <p:spPr>
                <a:xfrm>
                  <a:off x="4279106" y="247649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0" name="Google Shape;910;p24"/>
                <p:cNvSpPr/>
                <p:nvPr/>
              </p:nvSpPr>
              <p:spPr>
                <a:xfrm>
                  <a:off x="4338637" y="253603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1" name="Google Shape;911;p24"/>
                <p:cNvSpPr/>
                <p:nvPr/>
              </p:nvSpPr>
              <p:spPr>
                <a:xfrm>
                  <a:off x="4368355" y="2506217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2" name="Google Shape;912;p24"/>
                <p:cNvSpPr/>
                <p:nvPr/>
              </p:nvSpPr>
              <p:spPr>
                <a:xfrm>
                  <a:off x="4308919" y="2565844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3" name="Google Shape;913;p24"/>
                <p:cNvSpPr/>
                <p:nvPr/>
              </p:nvSpPr>
              <p:spPr>
                <a:xfrm>
                  <a:off x="4279106" y="2595562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4" name="Google Shape;914;p24"/>
                <p:cNvSpPr/>
                <p:nvPr/>
              </p:nvSpPr>
              <p:spPr>
                <a:xfrm>
                  <a:off x="4070794" y="2208656"/>
                  <a:ext cx="267842" cy="297561"/>
                </a:xfrm>
                <a:custGeom>
                  <a:rect b="b" l="l" r="r" t="t"/>
                  <a:pathLst>
                    <a:path extrusionOk="0" h="297561" w="267842">
                      <a:moveTo>
                        <a:pt x="267843" y="238125"/>
                      </a:moveTo>
                      <a:lnTo>
                        <a:pt x="267843" y="267843"/>
                      </a:lnTo>
                      <a:lnTo>
                        <a:pt x="208312" y="267843"/>
                      </a:lnTo>
                      <a:lnTo>
                        <a:pt x="208312" y="297561"/>
                      </a:lnTo>
                      <a:lnTo>
                        <a:pt x="119062" y="297561"/>
                      </a:lnTo>
                      <a:lnTo>
                        <a:pt x="119062" y="238125"/>
                      </a:lnTo>
                      <a:lnTo>
                        <a:pt x="89249" y="238125"/>
                      </a:lnTo>
                      <a:lnTo>
                        <a:pt x="89249" y="178499"/>
                      </a:lnTo>
                      <a:lnTo>
                        <a:pt x="59436" y="178499"/>
                      </a:lnTo>
                      <a:lnTo>
                        <a:pt x="59436" y="119063"/>
                      </a:lnTo>
                      <a:lnTo>
                        <a:pt x="29718" y="119063"/>
                      </a:lnTo>
                      <a:lnTo>
                        <a:pt x="29718" y="59436"/>
                      </a:lnTo>
                      <a:lnTo>
                        <a:pt x="0" y="59436"/>
                      </a:lnTo>
                      <a:lnTo>
                        <a:pt x="0" y="0"/>
                      </a:ln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59436" y="29718"/>
                      </a:lnTo>
                      <a:lnTo>
                        <a:pt x="59436" y="59436"/>
                      </a:lnTo>
                      <a:lnTo>
                        <a:pt x="89249" y="59436"/>
                      </a:lnTo>
                      <a:lnTo>
                        <a:pt x="89249" y="89249"/>
                      </a:lnTo>
                      <a:lnTo>
                        <a:pt x="119062" y="89249"/>
                      </a:lnTo>
                      <a:lnTo>
                        <a:pt x="119062" y="119063"/>
                      </a:lnTo>
                      <a:lnTo>
                        <a:pt x="148781" y="119063"/>
                      </a:lnTo>
                      <a:lnTo>
                        <a:pt x="148781" y="148781"/>
                      </a:lnTo>
                      <a:lnTo>
                        <a:pt x="178499" y="148781"/>
                      </a:lnTo>
                      <a:lnTo>
                        <a:pt x="178499" y="178499"/>
                      </a:lnTo>
                      <a:lnTo>
                        <a:pt x="208312" y="178499"/>
                      </a:lnTo>
                      <a:lnTo>
                        <a:pt x="208312" y="208312"/>
                      </a:lnTo>
                      <a:lnTo>
                        <a:pt x="238125" y="208312"/>
                      </a:lnTo>
                      <a:lnTo>
                        <a:pt x="238125" y="238125"/>
                      </a:lnTo>
                      <a:lnTo>
                        <a:pt x="267843" y="238125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5" name="Google Shape;915;p24"/>
                <p:cNvSpPr/>
                <p:nvPr/>
              </p:nvSpPr>
              <p:spPr>
                <a:xfrm>
                  <a:off x="4219575" y="250621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6" name="Google Shape;916;p24"/>
                <p:cNvSpPr/>
                <p:nvPr/>
              </p:nvSpPr>
              <p:spPr>
                <a:xfrm>
                  <a:off x="4249293" y="2268092"/>
                  <a:ext cx="148875" cy="178688"/>
                </a:xfrm>
                <a:custGeom>
                  <a:rect b="b" l="l" r="r" t="t"/>
                  <a:pathLst>
                    <a:path extrusionOk="0" h="178688" w="148875">
                      <a:moveTo>
                        <a:pt x="148876" y="29813"/>
                      </a:moveTo>
                      <a:lnTo>
                        <a:pt x="148876" y="119063"/>
                      </a:lnTo>
                      <a:lnTo>
                        <a:pt x="119062" y="119063"/>
                      </a:lnTo>
                      <a:lnTo>
                        <a:pt x="119062" y="178689"/>
                      </a:lnTo>
                      <a:lnTo>
                        <a:pt x="89344" y="178689"/>
                      </a:lnTo>
                      <a:lnTo>
                        <a:pt x="89344" y="148876"/>
                      </a:lnTo>
                      <a:lnTo>
                        <a:pt x="59627" y="148876"/>
                      </a:lnTo>
                      <a:lnTo>
                        <a:pt x="59627" y="119063"/>
                      </a:lnTo>
                      <a:lnTo>
                        <a:pt x="29813" y="119063"/>
                      </a:lnTo>
                      <a:lnTo>
                        <a:pt x="29813" y="89344"/>
                      </a:lnTo>
                      <a:lnTo>
                        <a:pt x="0" y="89344"/>
                      </a:lnTo>
                      <a:lnTo>
                        <a:pt x="0" y="59626"/>
                      </a:lnTo>
                      <a:lnTo>
                        <a:pt x="29813" y="59626"/>
                      </a:lnTo>
                      <a:lnTo>
                        <a:pt x="29813" y="0"/>
                      </a:lnTo>
                      <a:lnTo>
                        <a:pt x="89344" y="0"/>
                      </a:lnTo>
                      <a:lnTo>
                        <a:pt x="89344" y="29813"/>
                      </a:lnTo>
                      <a:lnTo>
                        <a:pt x="148876" y="29813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7" name="Google Shape;917;p24"/>
                <p:cNvSpPr/>
                <p:nvPr/>
              </p:nvSpPr>
              <p:spPr>
                <a:xfrm>
                  <a:off x="4398168" y="2327719"/>
                  <a:ext cx="29717" cy="59531"/>
                </a:xfrm>
                <a:custGeom>
                  <a:rect b="b" l="l" r="r" t="t"/>
                  <a:pathLst>
                    <a:path extrusionOk="0" h="59531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8" name="Google Shape;918;p24"/>
                <p:cNvSpPr/>
                <p:nvPr/>
              </p:nvSpPr>
              <p:spPr>
                <a:xfrm>
                  <a:off x="4219575" y="2476499"/>
                  <a:ext cx="148780" cy="148780"/>
                </a:xfrm>
                <a:custGeom>
                  <a:rect b="b" l="l" r="r" t="t"/>
                  <a:pathLst>
                    <a:path extrusionOk="0" h="148780" w="148780">
                      <a:moveTo>
                        <a:pt x="148780" y="0"/>
                      </a:moveTo>
                      <a:lnTo>
                        <a:pt x="148780" y="59531"/>
                      </a:lnTo>
                      <a:lnTo>
                        <a:pt x="119063" y="59531"/>
                      </a:lnTo>
                      <a:lnTo>
                        <a:pt x="119063" y="89344"/>
                      </a:lnTo>
                      <a:lnTo>
                        <a:pt x="89345" y="89344"/>
                      </a:lnTo>
                      <a:lnTo>
                        <a:pt x="89345" y="119063"/>
                      </a:lnTo>
                      <a:lnTo>
                        <a:pt x="59531" y="119063"/>
                      </a:lnTo>
                      <a:lnTo>
                        <a:pt x="59531" y="148780"/>
                      </a:lnTo>
                      <a:lnTo>
                        <a:pt x="29718" y="148780"/>
                      </a:lnTo>
                      <a:lnTo>
                        <a:pt x="29718" y="89344"/>
                      </a:lnTo>
                      <a:lnTo>
                        <a:pt x="0" y="89344"/>
                      </a:lnTo>
                      <a:lnTo>
                        <a:pt x="0" y="59531"/>
                      </a:lnTo>
                      <a:lnTo>
                        <a:pt x="59531" y="59531"/>
                      </a:lnTo>
                      <a:lnTo>
                        <a:pt x="59531" y="29718"/>
                      </a:lnTo>
                      <a:lnTo>
                        <a:pt x="119063" y="29718"/>
                      </a:lnTo>
                      <a:lnTo>
                        <a:pt x="119063" y="0"/>
                      </a:lnTo>
                      <a:lnTo>
                        <a:pt x="148780" y="0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9" name="Google Shape;919;p24"/>
                <p:cNvSpPr/>
                <p:nvPr/>
              </p:nvSpPr>
              <p:spPr>
                <a:xfrm>
                  <a:off x="4368355" y="2476499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0" name="Google Shape;920;p24"/>
                <p:cNvSpPr/>
                <p:nvPr/>
              </p:nvSpPr>
              <p:spPr>
                <a:xfrm>
                  <a:off x="4398168" y="2506217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1" name="Google Shape;921;p24"/>
                <p:cNvSpPr/>
                <p:nvPr/>
              </p:nvSpPr>
              <p:spPr>
                <a:xfrm>
                  <a:off x="4427982" y="253603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2" name="Google Shape;922;p24"/>
                <p:cNvSpPr/>
                <p:nvPr/>
              </p:nvSpPr>
              <p:spPr>
                <a:xfrm>
                  <a:off x="4457700" y="2565844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24"/>
                <p:cNvSpPr/>
                <p:nvPr/>
              </p:nvSpPr>
              <p:spPr>
                <a:xfrm>
                  <a:off x="4487418" y="2595562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24"/>
                <p:cNvSpPr/>
                <p:nvPr/>
              </p:nvSpPr>
              <p:spPr>
                <a:xfrm>
                  <a:off x="4279106" y="2536030"/>
                  <a:ext cx="238125" cy="178593"/>
                </a:xfrm>
                <a:custGeom>
                  <a:rect b="b" l="l" r="r" t="t"/>
                  <a:pathLst>
                    <a:path extrusionOk="0" h="178593" w="238125">
                      <a:moveTo>
                        <a:pt x="238125" y="89249"/>
                      </a:moveTo>
                      <a:lnTo>
                        <a:pt x="238125" y="119063"/>
                      </a:lnTo>
                      <a:lnTo>
                        <a:pt x="178594" y="119063"/>
                      </a:lnTo>
                      <a:lnTo>
                        <a:pt x="178594" y="148876"/>
                      </a:lnTo>
                      <a:lnTo>
                        <a:pt x="148876" y="148876"/>
                      </a:lnTo>
                      <a:lnTo>
                        <a:pt x="148876" y="178594"/>
                      </a:lnTo>
                      <a:lnTo>
                        <a:pt x="119063" y="178594"/>
                      </a:lnTo>
                      <a:lnTo>
                        <a:pt x="119063" y="148876"/>
                      </a:lnTo>
                      <a:lnTo>
                        <a:pt x="59531" y="148876"/>
                      </a:lnTo>
                      <a:lnTo>
                        <a:pt x="59531" y="119063"/>
                      </a:lnTo>
                      <a:lnTo>
                        <a:pt x="0" y="119063"/>
                      </a:lnTo>
                      <a:lnTo>
                        <a:pt x="0" y="89249"/>
                      </a:lnTo>
                      <a:lnTo>
                        <a:pt x="29813" y="89249"/>
                      </a:lnTo>
                      <a:lnTo>
                        <a:pt x="29813" y="59531"/>
                      </a:lnTo>
                      <a:lnTo>
                        <a:pt x="59531" y="59531"/>
                      </a:lnTo>
                      <a:lnTo>
                        <a:pt x="59531" y="29813"/>
                      </a:lnTo>
                      <a:lnTo>
                        <a:pt x="89249" y="29813"/>
                      </a:lnTo>
                      <a:lnTo>
                        <a:pt x="89249" y="0"/>
                      </a:lnTo>
                      <a:lnTo>
                        <a:pt x="148876" y="0"/>
                      </a:lnTo>
                      <a:lnTo>
                        <a:pt x="148876" y="29813"/>
                      </a:lnTo>
                      <a:lnTo>
                        <a:pt x="178594" y="29813"/>
                      </a:lnTo>
                      <a:lnTo>
                        <a:pt x="178594" y="59531"/>
                      </a:lnTo>
                      <a:lnTo>
                        <a:pt x="208312" y="59531"/>
                      </a:lnTo>
                      <a:lnTo>
                        <a:pt x="208312" y="89249"/>
                      </a:lnTo>
                      <a:lnTo>
                        <a:pt x="238125" y="89249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24"/>
                <p:cNvSpPr/>
                <p:nvPr/>
              </p:nvSpPr>
              <p:spPr>
                <a:xfrm>
                  <a:off x="4368355" y="2327718"/>
                  <a:ext cx="238125" cy="297560"/>
                </a:xfrm>
                <a:custGeom>
                  <a:rect b="b" l="l" r="r" t="t"/>
                  <a:pathLst>
                    <a:path extrusionOk="0" h="297560" w="238125">
                      <a:moveTo>
                        <a:pt x="208407" y="148781"/>
                      </a:moveTo>
                      <a:lnTo>
                        <a:pt x="208407" y="208312"/>
                      </a:lnTo>
                      <a:lnTo>
                        <a:pt x="238125" y="208312"/>
                      </a:lnTo>
                      <a:lnTo>
                        <a:pt x="238125" y="238125"/>
                      </a:lnTo>
                      <a:lnTo>
                        <a:pt x="208407" y="238125"/>
                      </a:lnTo>
                      <a:lnTo>
                        <a:pt x="208407" y="267843"/>
                      </a:lnTo>
                      <a:lnTo>
                        <a:pt x="178689" y="267843"/>
                      </a:lnTo>
                      <a:lnTo>
                        <a:pt x="178689" y="297561"/>
                      </a:lnTo>
                      <a:lnTo>
                        <a:pt x="148876" y="297561"/>
                      </a:lnTo>
                      <a:lnTo>
                        <a:pt x="148876" y="267843"/>
                      </a:lnTo>
                      <a:lnTo>
                        <a:pt x="119063" y="267843"/>
                      </a:lnTo>
                      <a:lnTo>
                        <a:pt x="119063" y="238125"/>
                      </a:lnTo>
                      <a:lnTo>
                        <a:pt x="89345" y="238125"/>
                      </a:lnTo>
                      <a:lnTo>
                        <a:pt x="89345" y="208312"/>
                      </a:lnTo>
                      <a:lnTo>
                        <a:pt x="59627" y="208312"/>
                      </a:lnTo>
                      <a:lnTo>
                        <a:pt x="59627" y="178499"/>
                      </a:lnTo>
                      <a:lnTo>
                        <a:pt x="29813" y="178499"/>
                      </a:lnTo>
                      <a:lnTo>
                        <a:pt x="29813" y="148781"/>
                      </a:lnTo>
                      <a:lnTo>
                        <a:pt x="0" y="148781"/>
                      </a:lnTo>
                      <a:lnTo>
                        <a:pt x="0" y="119063"/>
                      </a:lnTo>
                      <a:lnTo>
                        <a:pt x="29813" y="119063"/>
                      </a:lnTo>
                      <a:lnTo>
                        <a:pt x="29813" y="59436"/>
                      </a:lnTo>
                      <a:lnTo>
                        <a:pt x="59627" y="59436"/>
                      </a:lnTo>
                      <a:lnTo>
                        <a:pt x="59627" y="0"/>
                      </a:ln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148876" y="29718"/>
                      </a:lnTo>
                      <a:lnTo>
                        <a:pt x="148876" y="59436"/>
                      </a:lnTo>
                      <a:lnTo>
                        <a:pt x="208407" y="59436"/>
                      </a:lnTo>
                      <a:lnTo>
                        <a:pt x="208407" y="89249"/>
                      </a:lnTo>
                      <a:lnTo>
                        <a:pt x="238125" y="89249"/>
                      </a:lnTo>
                      <a:lnTo>
                        <a:pt x="238125" y="148781"/>
                      </a:lnTo>
                      <a:lnTo>
                        <a:pt x="208407" y="148781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6" name="Google Shape;926;p24"/>
                <p:cNvSpPr/>
                <p:nvPr/>
              </p:nvSpPr>
              <p:spPr>
                <a:xfrm>
                  <a:off x="4517231" y="262528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7" name="Google Shape;927;p24"/>
                <p:cNvSpPr/>
                <p:nvPr/>
              </p:nvSpPr>
              <p:spPr>
                <a:xfrm>
                  <a:off x="4547044" y="2655093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8" name="Google Shape;928;p24"/>
                <p:cNvSpPr/>
                <p:nvPr/>
              </p:nvSpPr>
              <p:spPr>
                <a:xfrm>
                  <a:off x="4398168" y="2655093"/>
                  <a:ext cx="208311" cy="148875"/>
                </a:xfrm>
                <a:custGeom>
                  <a:rect b="b" l="l" r="r" t="t"/>
                  <a:pathLst>
                    <a:path extrusionOk="0" h="148875" w="208311">
                      <a:moveTo>
                        <a:pt x="208312" y="59531"/>
                      </a:moveTo>
                      <a:lnTo>
                        <a:pt x="208312" y="89249"/>
                      </a:lnTo>
                      <a:lnTo>
                        <a:pt x="178594" y="89249"/>
                      </a:lnTo>
                      <a:lnTo>
                        <a:pt x="178594" y="119063"/>
                      </a:lnTo>
                      <a:lnTo>
                        <a:pt x="119063" y="119063"/>
                      </a:lnTo>
                      <a:lnTo>
                        <a:pt x="119063" y="148876"/>
                      </a:lnTo>
                      <a:lnTo>
                        <a:pt x="59531" y="148876"/>
                      </a:lnTo>
                      <a:lnTo>
                        <a:pt x="59531" y="119063"/>
                      </a:lnTo>
                      <a:lnTo>
                        <a:pt x="0" y="119063"/>
                      </a:lnTo>
                      <a:lnTo>
                        <a:pt x="0" y="89249"/>
                      </a:lnTo>
                      <a:lnTo>
                        <a:pt x="29813" y="89249"/>
                      </a:lnTo>
                      <a:lnTo>
                        <a:pt x="29813" y="59531"/>
                      </a:lnTo>
                      <a:lnTo>
                        <a:pt x="59531" y="59531"/>
                      </a:lnTo>
                      <a:lnTo>
                        <a:pt x="59531" y="29813"/>
                      </a:lnTo>
                      <a:lnTo>
                        <a:pt x="119063" y="29813"/>
                      </a:lnTo>
                      <a:lnTo>
                        <a:pt x="119063" y="0"/>
                      </a:lnTo>
                      <a:lnTo>
                        <a:pt x="148876" y="0"/>
                      </a:lnTo>
                      <a:lnTo>
                        <a:pt x="148876" y="29813"/>
                      </a:lnTo>
                      <a:lnTo>
                        <a:pt x="178594" y="29813"/>
                      </a:lnTo>
                      <a:lnTo>
                        <a:pt x="178594" y="59531"/>
                      </a:lnTo>
                      <a:lnTo>
                        <a:pt x="208312" y="59531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9" name="Google Shape;929;p24"/>
                <p:cNvSpPr/>
                <p:nvPr/>
              </p:nvSpPr>
              <p:spPr>
                <a:xfrm>
                  <a:off x="4547044" y="2536030"/>
                  <a:ext cx="148780" cy="178593"/>
                </a:xfrm>
                <a:custGeom>
                  <a:rect b="b" l="l" r="r" t="t"/>
                  <a:pathLst>
                    <a:path extrusionOk="0" h="178593" w="148780">
                      <a:moveTo>
                        <a:pt x="148780" y="59531"/>
                      </a:moveTo>
                      <a:lnTo>
                        <a:pt x="148780" y="119063"/>
                      </a:lnTo>
                      <a:lnTo>
                        <a:pt x="119062" y="119063"/>
                      </a:lnTo>
                      <a:lnTo>
                        <a:pt x="119062" y="148876"/>
                      </a:lnTo>
                      <a:lnTo>
                        <a:pt x="89249" y="148876"/>
                      </a:lnTo>
                      <a:lnTo>
                        <a:pt x="89249" y="178594"/>
                      </a:lnTo>
                      <a:lnTo>
                        <a:pt x="59436" y="178594"/>
                      </a:lnTo>
                      <a:lnTo>
                        <a:pt x="59436" y="148876"/>
                      </a:lnTo>
                      <a:lnTo>
                        <a:pt x="29718" y="148876"/>
                      </a:lnTo>
                      <a:lnTo>
                        <a:pt x="29718" y="119063"/>
                      </a:lnTo>
                      <a:lnTo>
                        <a:pt x="0" y="119063"/>
                      </a:lnTo>
                      <a:lnTo>
                        <a:pt x="0" y="89249"/>
                      </a:lnTo>
                      <a:lnTo>
                        <a:pt x="29718" y="89249"/>
                      </a:lnTo>
                      <a:lnTo>
                        <a:pt x="29718" y="59531"/>
                      </a:lnTo>
                      <a:lnTo>
                        <a:pt x="59436" y="59531"/>
                      </a:lnTo>
                      <a:lnTo>
                        <a:pt x="59436" y="29813"/>
                      </a:lnTo>
                      <a:lnTo>
                        <a:pt x="89249" y="29813"/>
                      </a:lnTo>
                      <a:lnTo>
                        <a:pt x="89249" y="0"/>
                      </a:lnTo>
                      <a:lnTo>
                        <a:pt x="119062" y="0"/>
                      </a:lnTo>
                      <a:lnTo>
                        <a:pt x="119062" y="59531"/>
                      </a:lnTo>
                      <a:lnTo>
                        <a:pt x="148780" y="59531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0" name="Google Shape;930;p24"/>
                <p:cNvSpPr/>
                <p:nvPr/>
              </p:nvSpPr>
              <p:spPr>
                <a:xfrm>
                  <a:off x="4576762" y="2684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24"/>
                <p:cNvSpPr/>
                <p:nvPr/>
              </p:nvSpPr>
              <p:spPr>
                <a:xfrm>
                  <a:off x="4636293" y="27443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24"/>
                <p:cNvSpPr/>
                <p:nvPr/>
              </p:nvSpPr>
              <p:spPr>
                <a:xfrm>
                  <a:off x="4606480" y="2684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24"/>
                <p:cNvSpPr/>
                <p:nvPr/>
              </p:nvSpPr>
              <p:spPr>
                <a:xfrm>
                  <a:off x="4576762" y="271462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4" name="Google Shape;934;p24"/>
                <p:cNvSpPr/>
                <p:nvPr/>
              </p:nvSpPr>
              <p:spPr>
                <a:xfrm>
                  <a:off x="4636293" y="26550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5" name="Google Shape;935;p24"/>
                <p:cNvSpPr/>
                <p:nvPr/>
              </p:nvSpPr>
              <p:spPr>
                <a:xfrm>
                  <a:off x="4606480" y="256584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6" name="Google Shape;936;p24"/>
                <p:cNvSpPr/>
                <p:nvPr/>
              </p:nvSpPr>
              <p:spPr>
                <a:xfrm>
                  <a:off x="4576762" y="259556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7" name="Google Shape;937;p24"/>
                <p:cNvSpPr/>
                <p:nvPr/>
              </p:nvSpPr>
              <p:spPr>
                <a:xfrm>
                  <a:off x="4636293" y="2536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8" name="Google Shape;938;p24"/>
                <p:cNvSpPr/>
                <p:nvPr/>
              </p:nvSpPr>
              <p:spPr>
                <a:xfrm>
                  <a:off x="4517231" y="2744342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9" name="Google Shape;939;p24"/>
                <p:cNvSpPr/>
                <p:nvPr/>
              </p:nvSpPr>
              <p:spPr>
                <a:xfrm>
                  <a:off x="4666107" y="259556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0" name="Google Shape;940;p24"/>
                <p:cNvSpPr/>
                <p:nvPr/>
              </p:nvSpPr>
              <p:spPr>
                <a:xfrm>
                  <a:off x="4517231" y="2655093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1" name="Google Shape;941;p24"/>
                <p:cNvSpPr/>
                <p:nvPr/>
              </p:nvSpPr>
              <p:spPr>
                <a:xfrm>
                  <a:off x="4457700" y="2684906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24"/>
                <p:cNvSpPr/>
                <p:nvPr/>
              </p:nvSpPr>
              <p:spPr>
                <a:xfrm>
                  <a:off x="4368355" y="253603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3" name="Google Shape;943;p24"/>
                <p:cNvSpPr/>
                <p:nvPr/>
              </p:nvSpPr>
              <p:spPr>
                <a:xfrm>
                  <a:off x="4487418" y="2357437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4" name="Google Shape;944;p24"/>
                <p:cNvSpPr/>
                <p:nvPr/>
              </p:nvSpPr>
              <p:spPr>
                <a:xfrm>
                  <a:off x="4457700" y="2506217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5" name="Google Shape;945;p24"/>
                <p:cNvSpPr/>
                <p:nvPr/>
              </p:nvSpPr>
              <p:spPr>
                <a:xfrm>
                  <a:off x="4487418" y="2476499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24"/>
                <p:cNvSpPr/>
                <p:nvPr/>
              </p:nvSpPr>
              <p:spPr>
                <a:xfrm>
                  <a:off x="4517231" y="2446781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7" name="Google Shape;947;p24"/>
                <p:cNvSpPr/>
                <p:nvPr/>
              </p:nvSpPr>
              <p:spPr>
                <a:xfrm>
                  <a:off x="4547044" y="2416968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8" name="Google Shape;948;p24"/>
                <p:cNvSpPr/>
                <p:nvPr/>
              </p:nvSpPr>
              <p:spPr>
                <a:xfrm>
                  <a:off x="4368355" y="2297905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9" name="Google Shape;949;p24"/>
                <p:cNvSpPr/>
                <p:nvPr/>
              </p:nvSpPr>
              <p:spPr>
                <a:xfrm>
                  <a:off x="4249293" y="23277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0" name="Google Shape;950;p24"/>
                <p:cNvSpPr/>
                <p:nvPr/>
              </p:nvSpPr>
              <p:spPr>
                <a:xfrm>
                  <a:off x="4547044" y="2387155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1" name="Google Shape;951;p24"/>
                <p:cNvSpPr/>
                <p:nvPr/>
              </p:nvSpPr>
              <p:spPr>
                <a:xfrm>
                  <a:off x="4576762" y="244678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2" name="Google Shape;952;p24"/>
                <p:cNvSpPr/>
                <p:nvPr/>
              </p:nvSpPr>
              <p:spPr>
                <a:xfrm>
                  <a:off x="4368355" y="2446781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3" name="Google Shape;953;p24"/>
                <p:cNvSpPr/>
                <p:nvPr/>
              </p:nvSpPr>
              <p:spPr>
                <a:xfrm>
                  <a:off x="4189857" y="23277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4" name="Google Shape;954;p24"/>
                <p:cNvSpPr/>
                <p:nvPr/>
              </p:nvSpPr>
              <p:spPr>
                <a:xfrm>
                  <a:off x="4249293" y="2387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5" name="Google Shape;955;p24"/>
                <p:cNvSpPr/>
                <p:nvPr/>
              </p:nvSpPr>
              <p:spPr>
                <a:xfrm>
                  <a:off x="4427982" y="2565844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" name="Google Shape;956;p24"/>
                <p:cNvSpPr/>
                <p:nvPr/>
              </p:nvSpPr>
              <p:spPr>
                <a:xfrm>
                  <a:off x="4487418" y="262528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7" name="Google Shape;957;p24"/>
                <p:cNvSpPr/>
                <p:nvPr/>
              </p:nvSpPr>
              <p:spPr>
                <a:xfrm>
                  <a:off x="4308919" y="2446781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8" name="Google Shape;958;p24"/>
                <p:cNvSpPr/>
                <p:nvPr/>
              </p:nvSpPr>
              <p:spPr>
                <a:xfrm>
                  <a:off x="4130230" y="2268092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24"/>
                <p:cNvSpPr/>
                <p:nvPr/>
              </p:nvSpPr>
              <p:spPr>
                <a:xfrm>
                  <a:off x="4070794" y="2208656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0" name="Google Shape;960;p24"/>
                <p:cNvSpPr/>
                <p:nvPr/>
              </p:nvSpPr>
              <p:spPr>
                <a:xfrm>
                  <a:off x="4398168" y="2387155"/>
                  <a:ext cx="29717" cy="59531"/>
                </a:xfrm>
                <a:custGeom>
                  <a:rect b="b" l="l" r="r" t="t"/>
                  <a:pathLst>
                    <a:path extrusionOk="0" h="59531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1" name="Google Shape;961;p24"/>
                <p:cNvSpPr/>
                <p:nvPr/>
              </p:nvSpPr>
              <p:spPr>
                <a:xfrm>
                  <a:off x="4427982" y="2327719"/>
                  <a:ext cx="29717" cy="59531"/>
                </a:xfrm>
                <a:custGeom>
                  <a:rect b="b" l="l" r="r" t="t"/>
                  <a:pathLst>
                    <a:path extrusionOk="0" h="59531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2" name="Google Shape;962;p24"/>
                <p:cNvSpPr/>
                <p:nvPr/>
              </p:nvSpPr>
              <p:spPr>
                <a:xfrm>
                  <a:off x="4279106" y="2268092"/>
                  <a:ext cx="29717" cy="59531"/>
                </a:xfrm>
                <a:custGeom>
                  <a:rect b="b" l="l" r="r" t="t"/>
                  <a:pathLst>
                    <a:path extrusionOk="0" h="59531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3" name="Google Shape;963;p24"/>
                <p:cNvSpPr/>
                <p:nvPr/>
              </p:nvSpPr>
              <p:spPr>
                <a:xfrm>
                  <a:off x="4338637" y="2565844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4" name="Google Shape;964;p24"/>
                <p:cNvSpPr/>
                <p:nvPr/>
              </p:nvSpPr>
              <p:spPr>
                <a:xfrm>
                  <a:off x="4308919" y="2595562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965" name="Google Shape;965;p24"/>
          <p:cNvGrpSpPr/>
          <p:nvPr/>
        </p:nvGrpSpPr>
        <p:grpSpPr>
          <a:xfrm>
            <a:off x="7660779" y="3499839"/>
            <a:ext cx="1174471" cy="1374022"/>
            <a:chOff x="6600825" y="3577779"/>
            <a:chExt cx="1577530" cy="1845564"/>
          </a:xfrm>
        </p:grpSpPr>
        <p:grpSp>
          <p:nvGrpSpPr>
            <p:cNvPr id="966" name="Google Shape;966;p24"/>
            <p:cNvGrpSpPr/>
            <p:nvPr/>
          </p:nvGrpSpPr>
          <p:grpSpPr>
            <a:xfrm>
              <a:off x="6600825" y="3577779"/>
              <a:ext cx="1577530" cy="1845564"/>
              <a:chOff x="6600825" y="3577779"/>
              <a:chExt cx="1577530" cy="1845564"/>
            </a:xfrm>
          </p:grpSpPr>
          <p:sp>
            <p:nvSpPr>
              <p:cNvPr id="967" name="Google Shape;967;p24"/>
              <p:cNvSpPr/>
              <p:nvPr/>
            </p:nvSpPr>
            <p:spPr>
              <a:xfrm>
                <a:off x="7136606" y="3845718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8" name="Google Shape;968;p24"/>
              <p:cNvSpPr/>
              <p:nvPr/>
            </p:nvSpPr>
            <p:spPr>
              <a:xfrm>
                <a:off x="7136606" y="3905249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9" name="Google Shape;969;p24"/>
              <p:cNvSpPr/>
              <p:nvPr/>
            </p:nvSpPr>
            <p:spPr>
              <a:xfrm>
                <a:off x="7106793" y="3875531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" name="Google Shape;970;p24"/>
              <p:cNvSpPr/>
              <p:nvPr/>
            </p:nvSpPr>
            <p:spPr>
              <a:xfrm>
                <a:off x="7166419" y="3875531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1" name="Google Shape;971;p24"/>
              <p:cNvSpPr/>
              <p:nvPr/>
            </p:nvSpPr>
            <p:spPr>
              <a:xfrm>
                <a:off x="7404544" y="3577780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2" name="Google Shape;972;p24"/>
              <p:cNvSpPr/>
              <p:nvPr/>
            </p:nvSpPr>
            <p:spPr>
              <a:xfrm>
                <a:off x="7404544" y="3637406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24"/>
              <p:cNvSpPr/>
              <p:nvPr/>
            </p:nvSpPr>
            <p:spPr>
              <a:xfrm>
                <a:off x="7374731" y="3607593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4" name="Google Shape;974;p24"/>
              <p:cNvSpPr/>
              <p:nvPr/>
            </p:nvSpPr>
            <p:spPr>
              <a:xfrm>
                <a:off x="7434262" y="3607593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5" name="Google Shape;975;p24"/>
              <p:cNvSpPr/>
              <p:nvPr/>
            </p:nvSpPr>
            <p:spPr>
              <a:xfrm>
                <a:off x="6600825" y="3577779"/>
                <a:ext cx="1577530" cy="1845564"/>
              </a:xfrm>
              <a:custGeom>
                <a:rect b="b" l="l" r="r" t="t"/>
                <a:pathLst>
                  <a:path extrusionOk="0" h="1845564" w="1577530">
                    <a:moveTo>
                      <a:pt x="1547813" y="922782"/>
                    </a:moveTo>
                    <a:lnTo>
                      <a:pt x="1518095" y="922782"/>
                    </a:lnTo>
                    <a:lnTo>
                      <a:pt x="1518095" y="952500"/>
                    </a:lnTo>
                    <a:lnTo>
                      <a:pt x="1488281" y="952500"/>
                    </a:lnTo>
                    <a:lnTo>
                      <a:pt x="1488281" y="982313"/>
                    </a:lnTo>
                    <a:lnTo>
                      <a:pt x="1458468" y="982313"/>
                    </a:lnTo>
                    <a:lnTo>
                      <a:pt x="1458468" y="1012127"/>
                    </a:lnTo>
                    <a:lnTo>
                      <a:pt x="1428750" y="1012127"/>
                    </a:lnTo>
                    <a:lnTo>
                      <a:pt x="1428750" y="1041845"/>
                    </a:lnTo>
                    <a:lnTo>
                      <a:pt x="1399032" y="1041845"/>
                    </a:lnTo>
                    <a:lnTo>
                      <a:pt x="1399032" y="1071563"/>
                    </a:lnTo>
                    <a:lnTo>
                      <a:pt x="1369219" y="1071563"/>
                    </a:lnTo>
                    <a:lnTo>
                      <a:pt x="1369219" y="1101376"/>
                    </a:lnTo>
                    <a:lnTo>
                      <a:pt x="1339406" y="1101376"/>
                    </a:lnTo>
                    <a:lnTo>
                      <a:pt x="1339406" y="1131189"/>
                    </a:lnTo>
                    <a:lnTo>
                      <a:pt x="1309688" y="1131189"/>
                    </a:lnTo>
                    <a:lnTo>
                      <a:pt x="1309688" y="1160907"/>
                    </a:lnTo>
                    <a:lnTo>
                      <a:pt x="1279970" y="1160907"/>
                    </a:lnTo>
                    <a:lnTo>
                      <a:pt x="1279970" y="1190625"/>
                    </a:lnTo>
                    <a:lnTo>
                      <a:pt x="1250156" y="1190625"/>
                    </a:lnTo>
                    <a:lnTo>
                      <a:pt x="1250156" y="1101376"/>
                    </a:lnTo>
                    <a:lnTo>
                      <a:pt x="1220343" y="1101376"/>
                    </a:lnTo>
                    <a:lnTo>
                      <a:pt x="1220343" y="982313"/>
                    </a:lnTo>
                    <a:lnTo>
                      <a:pt x="1190625" y="982313"/>
                    </a:lnTo>
                    <a:lnTo>
                      <a:pt x="1190625" y="922782"/>
                    </a:lnTo>
                    <a:lnTo>
                      <a:pt x="1160907" y="922782"/>
                    </a:lnTo>
                    <a:lnTo>
                      <a:pt x="1160907" y="893064"/>
                    </a:lnTo>
                    <a:lnTo>
                      <a:pt x="1131094" y="893064"/>
                    </a:lnTo>
                    <a:lnTo>
                      <a:pt x="1131094" y="863251"/>
                    </a:lnTo>
                    <a:lnTo>
                      <a:pt x="1101281" y="863251"/>
                    </a:lnTo>
                    <a:lnTo>
                      <a:pt x="1101281" y="833438"/>
                    </a:lnTo>
                    <a:lnTo>
                      <a:pt x="1041845" y="833438"/>
                    </a:lnTo>
                    <a:lnTo>
                      <a:pt x="1041845" y="803720"/>
                    </a:lnTo>
                    <a:lnTo>
                      <a:pt x="982218" y="803720"/>
                    </a:lnTo>
                    <a:lnTo>
                      <a:pt x="982218" y="774002"/>
                    </a:lnTo>
                    <a:lnTo>
                      <a:pt x="922782" y="774002"/>
                    </a:lnTo>
                    <a:lnTo>
                      <a:pt x="922782" y="744188"/>
                    </a:lnTo>
                    <a:lnTo>
                      <a:pt x="892969" y="744188"/>
                    </a:lnTo>
                    <a:lnTo>
                      <a:pt x="892969" y="714375"/>
                    </a:lnTo>
                    <a:lnTo>
                      <a:pt x="833438" y="714375"/>
                    </a:lnTo>
                    <a:lnTo>
                      <a:pt x="833438" y="684657"/>
                    </a:lnTo>
                    <a:lnTo>
                      <a:pt x="803720" y="684657"/>
                    </a:lnTo>
                    <a:lnTo>
                      <a:pt x="803720" y="595313"/>
                    </a:lnTo>
                    <a:lnTo>
                      <a:pt x="833438" y="595313"/>
                    </a:lnTo>
                    <a:lnTo>
                      <a:pt x="833438" y="476250"/>
                    </a:lnTo>
                    <a:lnTo>
                      <a:pt x="863155" y="476250"/>
                    </a:lnTo>
                    <a:lnTo>
                      <a:pt x="863155" y="416814"/>
                    </a:lnTo>
                    <a:lnTo>
                      <a:pt x="833438" y="416814"/>
                    </a:lnTo>
                    <a:lnTo>
                      <a:pt x="833438" y="387001"/>
                    </a:lnTo>
                    <a:lnTo>
                      <a:pt x="803720" y="387001"/>
                    </a:lnTo>
                    <a:lnTo>
                      <a:pt x="803720" y="357188"/>
                    </a:lnTo>
                    <a:lnTo>
                      <a:pt x="744093" y="357188"/>
                    </a:lnTo>
                    <a:lnTo>
                      <a:pt x="744093" y="387001"/>
                    </a:lnTo>
                    <a:lnTo>
                      <a:pt x="714375" y="387001"/>
                    </a:lnTo>
                    <a:lnTo>
                      <a:pt x="714375" y="297752"/>
                    </a:lnTo>
                    <a:lnTo>
                      <a:pt x="744093" y="297752"/>
                    </a:lnTo>
                    <a:lnTo>
                      <a:pt x="744093" y="267938"/>
                    </a:lnTo>
                    <a:lnTo>
                      <a:pt x="773906" y="267938"/>
                    </a:lnTo>
                    <a:lnTo>
                      <a:pt x="773906" y="238125"/>
                    </a:lnTo>
                    <a:lnTo>
                      <a:pt x="803720" y="238125"/>
                    </a:lnTo>
                    <a:lnTo>
                      <a:pt x="803720" y="178689"/>
                    </a:lnTo>
                    <a:lnTo>
                      <a:pt x="773906" y="178689"/>
                    </a:lnTo>
                    <a:lnTo>
                      <a:pt x="773906" y="119063"/>
                    </a:lnTo>
                    <a:lnTo>
                      <a:pt x="744093" y="119063"/>
                    </a:lnTo>
                    <a:lnTo>
                      <a:pt x="744093" y="59627"/>
                    </a:lnTo>
                    <a:lnTo>
                      <a:pt x="714375" y="59627"/>
                    </a:lnTo>
                    <a:lnTo>
                      <a:pt x="714375" y="0"/>
                    </a:lnTo>
                    <a:lnTo>
                      <a:pt x="684657" y="0"/>
                    </a:lnTo>
                    <a:lnTo>
                      <a:pt x="684657" y="59627"/>
                    </a:lnTo>
                    <a:lnTo>
                      <a:pt x="654844" y="59627"/>
                    </a:lnTo>
                    <a:lnTo>
                      <a:pt x="654844" y="119063"/>
                    </a:lnTo>
                    <a:lnTo>
                      <a:pt x="625030" y="119063"/>
                    </a:lnTo>
                    <a:lnTo>
                      <a:pt x="625030" y="178689"/>
                    </a:lnTo>
                    <a:lnTo>
                      <a:pt x="595313" y="178689"/>
                    </a:lnTo>
                    <a:lnTo>
                      <a:pt x="595313" y="238125"/>
                    </a:lnTo>
                    <a:lnTo>
                      <a:pt x="625030" y="238125"/>
                    </a:lnTo>
                    <a:lnTo>
                      <a:pt x="625030" y="267938"/>
                    </a:lnTo>
                    <a:lnTo>
                      <a:pt x="654844" y="267938"/>
                    </a:lnTo>
                    <a:lnTo>
                      <a:pt x="654844" y="297752"/>
                    </a:lnTo>
                    <a:lnTo>
                      <a:pt x="684657" y="297752"/>
                    </a:lnTo>
                    <a:lnTo>
                      <a:pt x="684657" y="387001"/>
                    </a:lnTo>
                    <a:lnTo>
                      <a:pt x="654844" y="387001"/>
                    </a:lnTo>
                    <a:lnTo>
                      <a:pt x="654844" y="416814"/>
                    </a:lnTo>
                    <a:lnTo>
                      <a:pt x="625030" y="416814"/>
                    </a:lnTo>
                    <a:lnTo>
                      <a:pt x="625030" y="446532"/>
                    </a:lnTo>
                    <a:lnTo>
                      <a:pt x="595313" y="446532"/>
                    </a:lnTo>
                    <a:lnTo>
                      <a:pt x="595313" y="476250"/>
                    </a:lnTo>
                    <a:lnTo>
                      <a:pt x="625030" y="476250"/>
                    </a:lnTo>
                    <a:lnTo>
                      <a:pt x="625030" y="595313"/>
                    </a:lnTo>
                    <a:lnTo>
                      <a:pt x="595313" y="595313"/>
                    </a:lnTo>
                    <a:lnTo>
                      <a:pt x="595313" y="684657"/>
                    </a:lnTo>
                    <a:lnTo>
                      <a:pt x="535781" y="684657"/>
                    </a:lnTo>
                    <a:lnTo>
                      <a:pt x="535781" y="714375"/>
                    </a:lnTo>
                    <a:lnTo>
                      <a:pt x="476250" y="714375"/>
                    </a:lnTo>
                    <a:lnTo>
                      <a:pt x="476250" y="744188"/>
                    </a:lnTo>
                    <a:lnTo>
                      <a:pt x="446532" y="744188"/>
                    </a:lnTo>
                    <a:lnTo>
                      <a:pt x="446532" y="774002"/>
                    </a:lnTo>
                    <a:lnTo>
                      <a:pt x="416719" y="774002"/>
                    </a:lnTo>
                    <a:lnTo>
                      <a:pt x="416719" y="803720"/>
                    </a:lnTo>
                    <a:lnTo>
                      <a:pt x="386905" y="803720"/>
                    </a:lnTo>
                    <a:lnTo>
                      <a:pt x="386905" y="506063"/>
                    </a:lnTo>
                    <a:lnTo>
                      <a:pt x="357188" y="506063"/>
                    </a:lnTo>
                    <a:lnTo>
                      <a:pt x="357188" y="476250"/>
                    </a:lnTo>
                    <a:lnTo>
                      <a:pt x="327470" y="476250"/>
                    </a:lnTo>
                    <a:lnTo>
                      <a:pt x="327470" y="446532"/>
                    </a:lnTo>
                    <a:lnTo>
                      <a:pt x="59531" y="446532"/>
                    </a:lnTo>
                    <a:lnTo>
                      <a:pt x="59531" y="476250"/>
                    </a:lnTo>
                    <a:lnTo>
                      <a:pt x="29718" y="476250"/>
                    </a:lnTo>
                    <a:lnTo>
                      <a:pt x="29718" y="506063"/>
                    </a:lnTo>
                    <a:lnTo>
                      <a:pt x="0" y="506063"/>
                    </a:lnTo>
                    <a:lnTo>
                      <a:pt x="0" y="982313"/>
                    </a:lnTo>
                    <a:lnTo>
                      <a:pt x="29718" y="982313"/>
                    </a:lnTo>
                    <a:lnTo>
                      <a:pt x="29718" y="1012127"/>
                    </a:lnTo>
                    <a:lnTo>
                      <a:pt x="59531" y="1012127"/>
                    </a:lnTo>
                    <a:lnTo>
                      <a:pt x="59531" y="1041845"/>
                    </a:lnTo>
                    <a:lnTo>
                      <a:pt x="178594" y="1041845"/>
                    </a:lnTo>
                    <a:lnTo>
                      <a:pt x="178594" y="1071563"/>
                    </a:lnTo>
                    <a:lnTo>
                      <a:pt x="148780" y="1071563"/>
                    </a:lnTo>
                    <a:lnTo>
                      <a:pt x="148780" y="1279970"/>
                    </a:lnTo>
                    <a:lnTo>
                      <a:pt x="119063" y="1279970"/>
                    </a:lnTo>
                    <a:lnTo>
                      <a:pt x="119063" y="1339501"/>
                    </a:lnTo>
                    <a:lnTo>
                      <a:pt x="89345" y="1339501"/>
                    </a:lnTo>
                    <a:lnTo>
                      <a:pt x="89345" y="1399032"/>
                    </a:lnTo>
                    <a:lnTo>
                      <a:pt x="119063" y="1399032"/>
                    </a:lnTo>
                    <a:lnTo>
                      <a:pt x="119063" y="1428750"/>
                    </a:lnTo>
                    <a:lnTo>
                      <a:pt x="178594" y="1428750"/>
                    </a:lnTo>
                    <a:lnTo>
                      <a:pt x="178594" y="1458563"/>
                    </a:lnTo>
                    <a:lnTo>
                      <a:pt x="208407" y="1458563"/>
                    </a:lnTo>
                    <a:lnTo>
                      <a:pt x="208407" y="1488377"/>
                    </a:lnTo>
                    <a:lnTo>
                      <a:pt x="238125" y="1488377"/>
                    </a:lnTo>
                    <a:lnTo>
                      <a:pt x="238125" y="1518095"/>
                    </a:lnTo>
                    <a:lnTo>
                      <a:pt x="267843" y="1518095"/>
                    </a:lnTo>
                    <a:lnTo>
                      <a:pt x="267843" y="1547813"/>
                    </a:lnTo>
                    <a:lnTo>
                      <a:pt x="267843" y="1607439"/>
                    </a:lnTo>
                    <a:lnTo>
                      <a:pt x="238125" y="1607439"/>
                    </a:lnTo>
                    <a:lnTo>
                      <a:pt x="238125" y="1637157"/>
                    </a:lnTo>
                    <a:lnTo>
                      <a:pt x="208407" y="1637157"/>
                    </a:lnTo>
                    <a:lnTo>
                      <a:pt x="208407" y="1696688"/>
                    </a:lnTo>
                    <a:lnTo>
                      <a:pt x="178594" y="1696688"/>
                    </a:lnTo>
                    <a:lnTo>
                      <a:pt x="178594" y="1756220"/>
                    </a:lnTo>
                    <a:lnTo>
                      <a:pt x="208407" y="1756220"/>
                    </a:lnTo>
                    <a:lnTo>
                      <a:pt x="208407" y="1785938"/>
                    </a:lnTo>
                    <a:lnTo>
                      <a:pt x="238125" y="1785938"/>
                    </a:lnTo>
                    <a:lnTo>
                      <a:pt x="238125" y="1815751"/>
                    </a:lnTo>
                    <a:lnTo>
                      <a:pt x="654844" y="1815751"/>
                    </a:lnTo>
                    <a:lnTo>
                      <a:pt x="684657" y="1815751"/>
                    </a:lnTo>
                    <a:lnTo>
                      <a:pt x="684657" y="1845564"/>
                    </a:lnTo>
                    <a:lnTo>
                      <a:pt x="714375" y="1845564"/>
                    </a:lnTo>
                    <a:lnTo>
                      <a:pt x="714375" y="1815751"/>
                    </a:lnTo>
                    <a:lnTo>
                      <a:pt x="773906" y="1815751"/>
                    </a:lnTo>
                    <a:lnTo>
                      <a:pt x="773906" y="1785938"/>
                    </a:lnTo>
                    <a:lnTo>
                      <a:pt x="803720" y="1785938"/>
                    </a:lnTo>
                    <a:lnTo>
                      <a:pt x="803720" y="1756220"/>
                    </a:lnTo>
                    <a:lnTo>
                      <a:pt x="833438" y="1756220"/>
                    </a:lnTo>
                    <a:lnTo>
                      <a:pt x="833438" y="1726502"/>
                    </a:lnTo>
                    <a:lnTo>
                      <a:pt x="863155" y="1726502"/>
                    </a:lnTo>
                    <a:lnTo>
                      <a:pt x="863155" y="1756220"/>
                    </a:lnTo>
                    <a:lnTo>
                      <a:pt x="952500" y="1756220"/>
                    </a:lnTo>
                    <a:lnTo>
                      <a:pt x="952500" y="1726502"/>
                    </a:lnTo>
                    <a:lnTo>
                      <a:pt x="1041845" y="1726502"/>
                    </a:lnTo>
                    <a:lnTo>
                      <a:pt x="1041845" y="1696688"/>
                    </a:lnTo>
                    <a:lnTo>
                      <a:pt x="1101281" y="1696688"/>
                    </a:lnTo>
                    <a:lnTo>
                      <a:pt x="1101281" y="1666875"/>
                    </a:lnTo>
                    <a:lnTo>
                      <a:pt x="1131094" y="1666875"/>
                    </a:lnTo>
                    <a:lnTo>
                      <a:pt x="1131094" y="1637157"/>
                    </a:lnTo>
                    <a:lnTo>
                      <a:pt x="1160907" y="1637157"/>
                    </a:lnTo>
                    <a:lnTo>
                      <a:pt x="1160907" y="1577626"/>
                    </a:lnTo>
                    <a:lnTo>
                      <a:pt x="1190625" y="1577626"/>
                    </a:lnTo>
                    <a:lnTo>
                      <a:pt x="1190625" y="1488377"/>
                    </a:lnTo>
                    <a:lnTo>
                      <a:pt x="1220343" y="1488377"/>
                    </a:lnTo>
                    <a:lnTo>
                      <a:pt x="1220343" y="1339501"/>
                    </a:lnTo>
                    <a:lnTo>
                      <a:pt x="1220343" y="1309688"/>
                    </a:lnTo>
                    <a:lnTo>
                      <a:pt x="1250156" y="1309688"/>
                    </a:lnTo>
                    <a:lnTo>
                      <a:pt x="1250156" y="1279970"/>
                    </a:lnTo>
                    <a:lnTo>
                      <a:pt x="1279970" y="1279970"/>
                    </a:lnTo>
                    <a:lnTo>
                      <a:pt x="1279970" y="1250252"/>
                    </a:lnTo>
                    <a:lnTo>
                      <a:pt x="1309688" y="1250252"/>
                    </a:lnTo>
                    <a:lnTo>
                      <a:pt x="1309688" y="1220438"/>
                    </a:lnTo>
                    <a:lnTo>
                      <a:pt x="1339406" y="1220438"/>
                    </a:lnTo>
                    <a:lnTo>
                      <a:pt x="1339406" y="1190625"/>
                    </a:lnTo>
                    <a:lnTo>
                      <a:pt x="1369219" y="1190625"/>
                    </a:lnTo>
                    <a:lnTo>
                      <a:pt x="1369219" y="1160907"/>
                    </a:lnTo>
                    <a:lnTo>
                      <a:pt x="1399032" y="1160907"/>
                    </a:lnTo>
                    <a:lnTo>
                      <a:pt x="1399032" y="1131189"/>
                    </a:lnTo>
                    <a:lnTo>
                      <a:pt x="1428750" y="1131189"/>
                    </a:lnTo>
                    <a:lnTo>
                      <a:pt x="1428750" y="1101376"/>
                    </a:lnTo>
                    <a:lnTo>
                      <a:pt x="1458468" y="1101376"/>
                    </a:lnTo>
                    <a:lnTo>
                      <a:pt x="1458468" y="1071563"/>
                    </a:lnTo>
                    <a:lnTo>
                      <a:pt x="1488281" y="1071563"/>
                    </a:lnTo>
                    <a:lnTo>
                      <a:pt x="1488281" y="1041845"/>
                    </a:lnTo>
                    <a:lnTo>
                      <a:pt x="1518095" y="1041845"/>
                    </a:lnTo>
                    <a:lnTo>
                      <a:pt x="1518095" y="1012127"/>
                    </a:lnTo>
                    <a:lnTo>
                      <a:pt x="1547813" y="1012127"/>
                    </a:lnTo>
                    <a:lnTo>
                      <a:pt x="1547813" y="982313"/>
                    </a:lnTo>
                    <a:lnTo>
                      <a:pt x="1577531" y="982313"/>
                    </a:lnTo>
                    <a:lnTo>
                      <a:pt x="1577531" y="952500"/>
                    </a:lnTo>
                    <a:lnTo>
                      <a:pt x="1577531" y="922782"/>
                    </a:lnTo>
                    <a:lnTo>
                      <a:pt x="1547813" y="922782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6" name="Google Shape;976;p24"/>
            <p:cNvGrpSpPr/>
            <p:nvPr/>
          </p:nvGrpSpPr>
          <p:grpSpPr>
            <a:xfrm>
              <a:off x="6600825" y="3577780"/>
              <a:ext cx="1577530" cy="1845468"/>
              <a:chOff x="6600825" y="3577780"/>
              <a:chExt cx="1577530" cy="1845468"/>
            </a:xfrm>
          </p:grpSpPr>
          <p:grpSp>
            <p:nvGrpSpPr>
              <p:cNvPr id="977" name="Google Shape;977;p24"/>
              <p:cNvGrpSpPr/>
              <p:nvPr/>
            </p:nvGrpSpPr>
            <p:grpSpPr>
              <a:xfrm>
                <a:off x="6600825" y="4024312"/>
                <a:ext cx="386905" cy="595312"/>
                <a:chOff x="6600825" y="4024312"/>
                <a:chExt cx="386905" cy="595312"/>
              </a:xfrm>
            </p:grpSpPr>
            <p:sp>
              <p:nvSpPr>
                <p:cNvPr id="978" name="Google Shape;978;p24"/>
                <p:cNvSpPr/>
                <p:nvPr/>
              </p:nvSpPr>
              <p:spPr>
                <a:xfrm>
                  <a:off x="6600825" y="4083843"/>
                  <a:ext cx="29718" cy="476250"/>
                </a:xfrm>
                <a:custGeom>
                  <a:rect b="b" l="l" r="r" t="t"/>
                  <a:pathLst>
                    <a:path extrusionOk="0" h="476250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476250"/>
                      </a:lnTo>
                      <a:lnTo>
                        <a:pt x="0" y="476250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9" name="Google Shape;979;p24"/>
                <p:cNvSpPr/>
                <p:nvPr/>
              </p:nvSpPr>
              <p:spPr>
                <a:xfrm>
                  <a:off x="6958012" y="4083843"/>
                  <a:ext cx="29718" cy="476250"/>
                </a:xfrm>
                <a:custGeom>
                  <a:rect b="b" l="l" r="r" t="t"/>
                  <a:pathLst>
                    <a:path extrusionOk="0" h="476250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476250"/>
                      </a:lnTo>
                      <a:lnTo>
                        <a:pt x="0" y="476250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0" name="Google Shape;980;p24"/>
                <p:cNvSpPr/>
                <p:nvPr/>
              </p:nvSpPr>
              <p:spPr>
                <a:xfrm>
                  <a:off x="6630543" y="4054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1" name="Google Shape;981;p24"/>
                <p:cNvSpPr/>
                <p:nvPr/>
              </p:nvSpPr>
              <p:spPr>
                <a:xfrm>
                  <a:off x="6928294" y="4054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2" name="Google Shape;982;p24"/>
                <p:cNvSpPr/>
                <p:nvPr/>
              </p:nvSpPr>
              <p:spPr>
                <a:xfrm>
                  <a:off x="6660356" y="4024312"/>
                  <a:ext cx="267843" cy="29718"/>
                </a:xfrm>
                <a:custGeom>
                  <a:rect b="b" l="l" r="r" t="t"/>
                  <a:pathLst>
                    <a:path extrusionOk="0" h="29718" w="267843">
                      <a:moveTo>
                        <a:pt x="0" y="0"/>
                      </a:moveTo>
                      <a:lnTo>
                        <a:pt x="267843" y="0"/>
                      </a:lnTo>
                      <a:lnTo>
                        <a:pt x="26784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3" name="Google Shape;983;p24"/>
                <p:cNvSpPr/>
                <p:nvPr/>
              </p:nvSpPr>
              <p:spPr>
                <a:xfrm>
                  <a:off x="6630543" y="45600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4" name="Google Shape;984;p24"/>
                <p:cNvSpPr/>
                <p:nvPr/>
              </p:nvSpPr>
              <p:spPr>
                <a:xfrm>
                  <a:off x="6928294" y="45600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D078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5" name="Google Shape;985;p24"/>
                <p:cNvSpPr/>
                <p:nvPr/>
              </p:nvSpPr>
              <p:spPr>
                <a:xfrm>
                  <a:off x="6660356" y="4589906"/>
                  <a:ext cx="267843" cy="29718"/>
                </a:xfrm>
                <a:custGeom>
                  <a:rect b="b" l="l" r="r" t="t"/>
                  <a:pathLst>
                    <a:path extrusionOk="0" h="29718" w="267843">
                      <a:moveTo>
                        <a:pt x="0" y="0"/>
                      </a:moveTo>
                      <a:lnTo>
                        <a:pt x="267843" y="0"/>
                      </a:lnTo>
                      <a:lnTo>
                        <a:pt x="26784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24"/>
                <p:cNvSpPr/>
                <p:nvPr/>
              </p:nvSpPr>
              <p:spPr>
                <a:xfrm>
                  <a:off x="6660356" y="4470844"/>
                  <a:ext cx="267843" cy="29718"/>
                </a:xfrm>
                <a:custGeom>
                  <a:rect b="b" l="l" r="r" t="t"/>
                  <a:pathLst>
                    <a:path extrusionOk="0" h="29718" w="267843">
                      <a:moveTo>
                        <a:pt x="0" y="0"/>
                      </a:moveTo>
                      <a:lnTo>
                        <a:pt x="267843" y="0"/>
                      </a:lnTo>
                      <a:lnTo>
                        <a:pt x="26784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7" name="Google Shape;987;p24"/>
                <p:cNvSpPr/>
                <p:nvPr/>
              </p:nvSpPr>
              <p:spPr>
                <a:xfrm>
                  <a:off x="6690169" y="4441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8" name="Google Shape;988;p24"/>
                <p:cNvSpPr/>
                <p:nvPr/>
              </p:nvSpPr>
              <p:spPr>
                <a:xfrm>
                  <a:off x="6719887" y="441121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9" name="Google Shape;989;p24"/>
                <p:cNvSpPr/>
                <p:nvPr/>
              </p:nvSpPr>
              <p:spPr>
                <a:xfrm>
                  <a:off x="6868668" y="4441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0" name="Google Shape;990;p24"/>
                <p:cNvSpPr/>
                <p:nvPr/>
              </p:nvSpPr>
              <p:spPr>
                <a:xfrm>
                  <a:off x="6809232" y="441121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1" name="Google Shape;991;p24"/>
                <p:cNvSpPr/>
                <p:nvPr/>
              </p:nvSpPr>
              <p:spPr>
                <a:xfrm>
                  <a:off x="6838950" y="420290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2" name="Google Shape;992;p24"/>
                <p:cNvSpPr/>
                <p:nvPr/>
              </p:nvSpPr>
              <p:spPr>
                <a:xfrm>
                  <a:off x="6719887" y="420290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24"/>
                <p:cNvSpPr/>
                <p:nvPr/>
              </p:nvSpPr>
              <p:spPr>
                <a:xfrm>
                  <a:off x="6809232" y="41730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24"/>
                <p:cNvSpPr/>
                <p:nvPr/>
              </p:nvSpPr>
              <p:spPr>
                <a:xfrm>
                  <a:off x="6868668" y="4292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5" name="Google Shape;995;p24"/>
                <p:cNvSpPr/>
                <p:nvPr/>
              </p:nvSpPr>
              <p:spPr>
                <a:xfrm>
                  <a:off x="6838950" y="41433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6" name="Google Shape;996;p24"/>
                <p:cNvSpPr/>
                <p:nvPr/>
              </p:nvSpPr>
              <p:spPr>
                <a:xfrm>
                  <a:off x="6809232" y="4321968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7" name="Google Shape;997;p24"/>
                <p:cNvSpPr/>
                <p:nvPr/>
              </p:nvSpPr>
              <p:spPr>
                <a:xfrm>
                  <a:off x="6690169" y="4292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8" name="Google Shape;998;p24"/>
                <p:cNvSpPr/>
                <p:nvPr/>
              </p:nvSpPr>
              <p:spPr>
                <a:xfrm>
                  <a:off x="6719887" y="4321968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9" name="Google Shape;999;p24"/>
                <p:cNvSpPr/>
                <p:nvPr/>
              </p:nvSpPr>
              <p:spPr>
                <a:xfrm>
                  <a:off x="6719887" y="41433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0" name="Google Shape;1000;p24"/>
                <p:cNvSpPr/>
                <p:nvPr/>
              </p:nvSpPr>
              <p:spPr>
                <a:xfrm>
                  <a:off x="6779418" y="41433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1" name="Google Shape;1001;p24"/>
                <p:cNvSpPr/>
                <p:nvPr/>
              </p:nvSpPr>
              <p:spPr>
                <a:xfrm>
                  <a:off x="6660356" y="40838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2" name="Google Shape;1002;p24"/>
                <p:cNvSpPr/>
                <p:nvPr/>
              </p:nvSpPr>
              <p:spPr>
                <a:xfrm>
                  <a:off x="6898481" y="40838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3" name="Google Shape;1003;p24"/>
                <p:cNvSpPr/>
                <p:nvPr/>
              </p:nvSpPr>
              <p:spPr>
                <a:xfrm>
                  <a:off x="6660356" y="4530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4" name="Google Shape;1004;p24"/>
                <p:cNvSpPr/>
                <p:nvPr/>
              </p:nvSpPr>
              <p:spPr>
                <a:xfrm>
                  <a:off x="6898481" y="4530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5" name="Google Shape;1005;p24"/>
                <p:cNvSpPr/>
                <p:nvPr/>
              </p:nvSpPr>
              <p:spPr>
                <a:xfrm>
                  <a:off x="6749605" y="41730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6" name="Google Shape;1006;p24"/>
                <p:cNvSpPr/>
                <p:nvPr/>
              </p:nvSpPr>
              <p:spPr>
                <a:xfrm>
                  <a:off x="6749605" y="4262437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7" name="Google Shape;1007;p24"/>
                <p:cNvSpPr/>
                <p:nvPr/>
              </p:nvSpPr>
              <p:spPr>
                <a:xfrm>
                  <a:off x="6630733" y="4054125"/>
                  <a:ext cx="327278" cy="535685"/>
                </a:xfrm>
                <a:custGeom>
                  <a:rect b="b" l="l" r="r" t="t"/>
                  <a:pathLst>
                    <a:path extrusionOk="0" h="535685" w="327278">
                      <a:moveTo>
                        <a:pt x="297561" y="29718"/>
                      </a:moveTo>
                      <a:lnTo>
                        <a:pt x="297561" y="59436"/>
                      </a:lnTo>
                      <a:lnTo>
                        <a:pt x="267843" y="59436"/>
                      </a:lnTo>
                      <a:lnTo>
                        <a:pt x="267843" y="29718"/>
                      </a:lnTo>
                      <a:lnTo>
                        <a:pt x="297561" y="29718"/>
                      </a:lnTo>
                      <a:lnTo>
                        <a:pt x="297561" y="0"/>
                      </a:ln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59436" y="29718"/>
                      </a:lnTo>
                      <a:lnTo>
                        <a:pt x="59436" y="59436"/>
                      </a:lnTo>
                      <a:lnTo>
                        <a:pt x="29718" y="59436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lnTo>
                        <a:pt x="0" y="505968"/>
                      </a:lnTo>
                      <a:lnTo>
                        <a:pt x="29718" y="505968"/>
                      </a:lnTo>
                      <a:lnTo>
                        <a:pt x="29718" y="476250"/>
                      </a:lnTo>
                      <a:lnTo>
                        <a:pt x="59436" y="476250"/>
                      </a:lnTo>
                      <a:lnTo>
                        <a:pt x="59436" y="505968"/>
                      </a:lnTo>
                      <a:lnTo>
                        <a:pt x="29718" y="505968"/>
                      </a:lnTo>
                      <a:lnTo>
                        <a:pt x="29718" y="535686"/>
                      </a:lnTo>
                      <a:lnTo>
                        <a:pt x="297561" y="535686"/>
                      </a:lnTo>
                      <a:lnTo>
                        <a:pt x="297561" y="505968"/>
                      </a:lnTo>
                      <a:lnTo>
                        <a:pt x="267843" y="505968"/>
                      </a:lnTo>
                      <a:lnTo>
                        <a:pt x="267843" y="476250"/>
                      </a:lnTo>
                      <a:lnTo>
                        <a:pt x="297561" y="476250"/>
                      </a:lnTo>
                      <a:lnTo>
                        <a:pt x="297561" y="505968"/>
                      </a:lnTo>
                      <a:lnTo>
                        <a:pt x="327279" y="505968"/>
                      </a:lnTo>
                      <a:lnTo>
                        <a:pt x="327279" y="29718"/>
                      </a:lnTo>
                      <a:lnTo>
                        <a:pt x="297561" y="29718"/>
                      </a:lnTo>
                      <a:close/>
                      <a:moveTo>
                        <a:pt x="297561" y="446437"/>
                      </a:moveTo>
                      <a:lnTo>
                        <a:pt x="29718" y="446437"/>
                      </a:lnTo>
                      <a:lnTo>
                        <a:pt x="29718" y="416719"/>
                      </a:lnTo>
                      <a:lnTo>
                        <a:pt x="59436" y="416719"/>
                      </a:lnTo>
                      <a:lnTo>
                        <a:pt x="59436" y="387001"/>
                      </a:lnTo>
                      <a:lnTo>
                        <a:pt x="89154" y="387001"/>
                      </a:lnTo>
                      <a:lnTo>
                        <a:pt x="89154" y="357283"/>
                      </a:lnTo>
                      <a:lnTo>
                        <a:pt x="148685" y="357283"/>
                      </a:lnTo>
                      <a:lnTo>
                        <a:pt x="148685" y="297752"/>
                      </a:lnTo>
                      <a:lnTo>
                        <a:pt x="89154" y="297752"/>
                      </a:lnTo>
                      <a:lnTo>
                        <a:pt x="89154" y="268033"/>
                      </a:lnTo>
                      <a:lnTo>
                        <a:pt x="59436" y="268033"/>
                      </a:lnTo>
                      <a:lnTo>
                        <a:pt x="59436" y="238315"/>
                      </a:lnTo>
                      <a:lnTo>
                        <a:pt x="89154" y="238315"/>
                      </a:lnTo>
                      <a:lnTo>
                        <a:pt x="89154" y="268033"/>
                      </a:lnTo>
                      <a:lnTo>
                        <a:pt x="148685" y="268033"/>
                      </a:lnTo>
                      <a:lnTo>
                        <a:pt x="148685" y="238315"/>
                      </a:lnTo>
                      <a:lnTo>
                        <a:pt x="118967" y="238315"/>
                      </a:lnTo>
                      <a:lnTo>
                        <a:pt x="118967" y="208597"/>
                      </a:lnTo>
                      <a:lnTo>
                        <a:pt x="89249" y="208597"/>
                      </a:lnTo>
                      <a:lnTo>
                        <a:pt x="89249" y="149066"/>
                      </a:lnTo>
                      <a:lnTo>
                        <a:pt x="118967" y="149066"/>
                      </a:lnTo>
                      <a:lnTo>
                        <a:pt x="118967" y="119348"/>
                      </a:lnTo>
                      <a:lnTo>
                        <a:pt x="89249" y="119348"/>
                      </a:lnTo>
                      <a:lnTo>
                        <a:pt x="89249" y="89630"/>
                      </a:lnTo>
                      <a:lnTo>
                        <a:pt x="118967" y="89630"/>
                      </a:lnTo>
                      <a:lnTo>
                        <a:pt x="118967" y="119348"/>
                      </a:lnTo>
                      <a:lnTo>
                        <a:pt x="148685" y="119348"/>
                      </a:lnTo>
                      <a:lnTo>
                        <a:pt x="148685" y="89630"/>
                      </a:lnTo>
                      <a:lnTo>
                        <a:pt x="178403" y="89630"/>
                      </a:lnTo>
                      <a:lnTo>
                        <a:pt x="178403" y="119348"/>
                      </a:lnTo>
                      <a:lnTo>
                        <a:pt x="208121" y="119348"/>
                      </a:lnTo>
                      <a:lnTo>
                        <a:pt x="208121" y="89630"/>
                      </a:lnTo>
                      <a:lnTo>
                        <a:pt x="237839" y="89630"/>
                      </a:lnTo>
                      <a:lnTo>
                        <a:pt x="237839" y="119348"/>
                      </a:lnTo>
                      <a:lnTo>
                        <a:pt x="208121" y="119348"/>
                      </a:lnTo>
                      <a:lnTo>
                        <a:pt x="208121" y="149066"/>
                      </a:lnTo>
                      <a:lnTo>
                        <a:pt x="237839" y="149066"/>
                      </a:lnTo>
                      <a:lnTo>
                        <a:pt x="237839" y="208597"/>
                      </a:lnTo>
                      <a:lnTo>
                        <a:pt x="208121" y="208597"/>
                      </a:lnTo>
                      <a:lnTo>
                        <a:pt x="208121" y="238315"/>
                      </a:lnTo>
                      <a:lnTo>
                        <a:pt x="178403" y="238315"/>
                      </a:lnTo>
                      <a:lnTo>
                        <a:pt x="178403" y="268033"/>
                      </a:lnTo>
                      <a:lnTo>
                        <a:pt x="237934" y="268033"/>
                      </a:lnTo>
                      <a:lnTo>
                        <a:pt x="237934" y="238315"/>
                      </a:lnTo>
                      <a:lnTo>
                        <a:pt x="267652" y="238315"/>
                      </a:lnTo>
                      <a:lnTo>
                        <a:pt x="267652" y="268033"/>
                      </a:lnTo>
                      <a:lnTo>
                        <a:pt x="237934" y="268033"/>
                      </a:lnTo>
                      <a:lnTo>
                        <a:pt x="237934" y="297752"/>
                      </a:lnTo>
                      <a:lnTo>
                        <a:pt x="178403" y="297752"/>
                      </a:lnTo>
                      <a:lnTo>
                        <a:pt x="178403" y="357283"/>
                      </a:lnTo>
                      <a:lnTo>
                        <a:pt x="237934" y="357283"/>
                      </a:lnTo>
                      <a:lnTo>
                        <a:pt x="237934" y="387001"/>
                      </a:lnTo>
                      <a:lnTo>
                        <a:pt x="267652" y="387001"/>
                      </a:lnTo>
                      <a:lnTo>
                        <a:pt x="267652" y="416719"/>
                      </a:lnTo>
                      <a:lnTo>
                        <a:pt x="297370" y="416719"/>
                      </a:lnTo>
                      <a:lnTo>
                        <a:pt x="297370" y="446437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8" name="Google Shape;1008;p24"/>
                <p:cNvSpPr/>
                <p:nvPr/>
              </p:nvSpPr>
              <p:spPr>
                <a:xfrm>
                  <a:off x="6719887" y="4441030"/>
                  <a:ext cx="148780" cy="29718"/>
                </a:xfrm>
                <a:custGeom>
                  <a:rect b="b" l="l" r="r" t="t"/>
                  <a:pathLst>
                    <a:path extrusionOk="0" h="29718" w="148780">
                      <a:moveTo>
                        <a:pt x="0" y="0"/>
                      </a:moveTo>
                      <a:lnTo>
                        <a:pt x="148780" y="0"/>
                      </a:lnTo>
                      <a:lnTo>
                        <a:pt x="148780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9" name="Google Shape;1009;p24"/>
                <p:cNvSpPr/>
                <p:nvPr/>
              </p:nvSpPr>
              <p:spPr>
                <a:xfrm>
                  <a:off x="6749605" y="4173092"/>
                  <a:ext cx="89344" cy="89344"/>
                </a:xfrm>
                <a:custGeom>
                  <a:rect b="b" l="l" r="r" t="t"/>
                  <a:pathLst>
                    <a:path extrusionOk="0" h="89344" w="89344">
                      <a:moveTo>
                        <a:pt x="89345" y="29813"/>
                      </a:moveTo>
                      <a:lnTo>
                        <a:pt x="89345" y="89345"/>
                      </a:lnTo>
                      <a:lnTo>
                        <a:pt x="0" y="89345"/>
                      </a:lnTo>
                      <a:lnTo>
                        <a:pt x="0" y="29813"/>
                      </a:lnTo>
                      <a:lnTo>
                        <a:pt x="29813" y="29813"/>
                      </a:lnTo>
                      <a:lnTo>
                        <a:pt x="29813" y="0"/>
                      </a:lnTo>
                      <a:lnTo>
                        <a:pt x="59627" y="0"/>
                      </a:lnTo>
                      <a:lnTo>
                        <a:pt x="59627" y="29813"/>
                      </a:lnTo>
                      <a:lnTo>
                        <a:pt x="89345" y="29813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0" name="Google Shape;1010;p24"/>
                <p:cNvSpPr/>
                <p:nvPr/>
              </p:nvSpPr>
              <p:spPr>
                <a:xfrm>
                  <a:off x="6779418" y="4292155"/>
                  <a:ext cx="29718" cy="148780"/>
                </a:xfrm>
                <a:custGeom>
                  <a:rect b="b" l="l" r="r" t="t"/>
                  <a:pathLst>
                    <a:path extrusionOk="0" h="148780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48780"/>
                      </a:lnTo>
                      <a:lnTo>
                        <a:pt x="0" y="148780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11" name="Google Shape;1011;p24"/>
              <p:cNvGrpSpPr/>
              <p:nvPr/>
            </p:nvGrpSpPr>
            <p:grpSpPr>
              <a:xfrm>
                <a:off x="6690169" y="4292155"/>
                <a:ext cx="1160717" cy="1101280"/>
                <a:chOff x="6690169" y="4292155"/>
                <a:chExt cx="1160717" cy="1101280"/>
              </a:xfrm>
            </p:grpSpPr>
            <p:sp>
              <p:nvSpPr>
                <p:cNvPr id="1012" name="Google Shape;1012;p24"/>
                <p:cNvSpPr/>
                <p:nvPr/>
              </p:nvSpPr>
              <p:spPr>
                <a:xfrm>
                  <a:off x="6838950" y="5363717"/>
                  <a:ext cx="535781" cy="29718"/>
                </a:xfrm>
                <a:custGeom>
                  <a:rect b="b" l="l" r="r" t="t"/>
                  <a:pathLst>
                    <a:path extrusionOk="0" h="29718" w="535781">
                      <a:moveTo>
                        <a:pt x="0" y="0"/>
                      </a:moveTo>
                      <a:lnTo>
                        <a:pt x="535781" y="0"/>
                      </a:lnTo>
                      <a:lnTo>
                        <a:pt x="53578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3" name="Google Shape;1013;p24"/>
                <p:cNvSpPr/>
                <p:nvPr/>
              </p:nvSpPr>
              <p:spPr>
                <a:xfrm>
                  <a:off x="6809232" y="533399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4" name="Google Shape;1014;p24"/>
                <p:cNvSpPr/>
                <p:nvPr/>
              </p:nvSpPr>
              <p:spPr>
                <a:xfrm>
                  <a:off x="7404544" y="530428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D078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5" name="Google Shape;1015;p24"/>
                <p:cNvSpPr/>
                <p:nvPr/>
              </p:nvSpPr>
              <p:spPr>
                <a:xfrm>
                  <a:off x="7374731" y="533399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D078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6" name="Google Shape;1016;p24"/>
                <p:cNvSpPr/>
                <p:nvPr/>
              </p:nvSpPr>
              <p:spPr>
                <a:xfrm>
                  <a:off x="7404544" y="52149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D078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7" name="Google Shape;1017;p24"/>
                <p:cNvSpPr/>
                <p:nvPr/>
              </p:nvSpPr>
              <p:spPr>
                <a:xfrm>
                  <a:off x="7434262" y="52744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D078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8" name="Google Shape;1018;p24"/>
                <p:cNvSpPr/>
                <p:nvPr/>
              </p:nvSpPr>
              <p:spPr>
                <a:xfrm>
                  <a:off x="7463980" y="5304281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9" name="Google Shape;1019;p24"/>
                <p:cNvSpPr/>
                <p:nvPr/>
              </p:nvSpPr>
              <p:spPr>
                <a:xfrm>
                  <a:off x="7553325" y="5274468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0" name="Google Shape;1020;p24"/>
                <p:cNvSpPr/>
                <p:nvPr/>
              </p:nvSpPr>
              <p:spPr>
                <a:xfrm>
                  <a:off x="7642669" y="524465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1" name="Google Shape;1021;p24"/>
                <p:cNvSpPr/>
                <p:nvPr/>
              </p:nvSpPr>
              <p:spPr>
                <a:xfrm>
                  <a:off x="7731918" y="515540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2" name="Google Shape;1022;p24"/>
                <p:cNvSpPr/>
                <p:nvPr/>
              </p:nvSpPr>
              <p:spPr>
                <a:xfrm>
                  <a:off x="7761732" y="5066156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3" name="Google Shape;1023;p24"/>
                <p:cNvSpPr/>
                <p:nvPr/>
              </p:nvSpPr>
              <p:spPr>
                <a:xfrm>
                  <a:off x="7791450" y="4887467"/>
                  <a:ext cx="29718" cy="178593"/>
                </a:xfrm>
                <a:custGeom>
                  <a:rect b="b" l="l" r="r" t="t"/>
                  <a:pathLst>
                    <a:path extrusionOk="0" h="178593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78594"/>
                      </a:lnTo>
                      <a:lnTo>
                        <a:pt x="0" y="178594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4" name="Google Shape;1024;p24"/>
                <p:cNvSpPr/>
                <p:nvPr/>
              </p:nvSpPr>
              <p:spPr>
                <a:xfrm>
                  <a:off x="7791450" y="4560093"/>
                  <a:ext cx="29718" cy="119062"/>
                </a:xfrm>
                <a:custGeom>
                  <a:rect b="b" l="l" r="r" t="t"/>
                  <a:pathLst>
                    <a:path extrusionOk="0" h="119062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19063"/>
                      </a:lnTo>
                      <a:lnTo>
                        <a:pt x="0" y="119063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5" name="Google Shape;1025;p24"/>
                <p:cNvSpPr/>
                <p:nvPr/>
              </p:nvSpPr>
              <p:spPr>
                <a:xfrm>
                  <a:off x="7761732" y="450056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6" name="Google Shape;1026;p24"/>
                <p:cNvSpPr/>
                <p:nvPr/>
              </p:nvSpPr>
              <p:spPr>
                <a:xfrm>
                  <a:off x="7731918" y="447084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7" name="Google Shape;1027;p24"/>
                <p:cNvSpPr/>
                <p:nvPr/>
              </p:nvSpPr>
              <p:spPr>
                <a:xfrm>
                  <a:off x="7702105" y="4441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8" name="Google Shape;1028;p24"/>
                <p:cNvSpPr/>
                <p:nvPr/>
              </p:nvSpPr>
              <p:spPr>
                <a:xfrm>
                  <a:off x="7642669" y="441121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9" name="Google Shape;1029;p24"/>
                <p:cNvSpPr/>
                <p:nvPr/>
              </p:nvSpPr>
              <p:spPr>
                <a:xfrm>
                  <a:off x="7583043" y="438149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24"/>
                <p:cNvSpPr/>
                <p:nvPr/>
              </p:nvSpPr>
              <p:spPr>
                <a:xfrm>
                  <a:off x="7523607" y="4351781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1" name="Google Shape;1031;p24"/>
                <p:cNvSpPr/>
                <p:nvPr/>
              </p:nvSpPr>
              <p:spPr>
                <a:xfrm>
                  <a:off x="6958012" y="438149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2" name="Google Shape;1032;p24"/>
                <p:cNvSpPr/>
                <p:nvPr/>
              </p:nvSpPr>
              <p:spPr>
                <a:xfrm>
                  <a:off x="6898481" y="441121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3" name="Google Shape;1033;p24"/>
                <p:cNvSpPr/>
                <p:nvPr/>
              </p:nvSpPr>
              <p:spPr>
                <a:xfrm>
                  <a:off x="6868668" y="4441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4" name="Google Shape;1034;p24"/>
                <p:cNvSpPr/>
                <p:nvPr/>
              </p:nvSpPr>
              <p:spPr>
                <a:xfrm>
                  <a:off x="6838950" y="447084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5" name="Google Shape;1035;p24"/>
                <p:cNvSpPr/>
                <p:nvPr/>
              </p:nvSpPr>
              <p:spPr>
                <a:xfrm>
                  <a:off x="6809232" y="450056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6" name="Google Shape;1036;p24"/>
                <p:cNvSpPr/>
                <p:nvPr/>
              </p:nvSpPr>
              <p:spPr>
                <a:xfrm>
                  <a:off x="6779418" y="4560093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7" name="Google Shape;1037;p24"/>
                <p:cNvSpPr/>
                <p:nvPr/>
              </p:nvSpPr>
              <p:spPr>
                <a:xfrm>
                  <a:off x="7017543" y="4351781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8" name="Google Shape;1038;p24"/>
                <p:cNvSpPr/>
                <p:nvPr/>
              </p:nvSpPr>
              <p:spPr>
                <a:xfrm>
                  <a:off x="7434262" y="4321968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9" name="Google Shape;1039;p24"/>
                <p:cNvSpPr/>
                <p:nvPr/>
              </p:nvSpPr>
              <p:spPr>
                <a:xfrm>
                  <a:off x="7077075" y="4321968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D078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0" name="Google Shape;1040;p24"/>
                <p:cNvSpPr/>
                <p:nvPr/>
              </p:nvSpPr>
              <p:spPr>
                <a:xfrm>
                  <a:off x="7166419" y="4292155"/>
                  <a:ext cx="267843" cy="29718"/>
                </a:xfrm>
                <a:custGeom>
                  <a:rect b="b" l="l" r="r" t="t"/>
                  <a:pathLst>
                    <a:path extrusionOk="0" h="29718" w="267843">
                      <a:moveTo>
                        <a:pt x="0" y="0"/>
                      </a:moveTo>
                      <a:lnTo>
                        <a:pt x="267843" y="0"/>
                      </a:lnTo>
                      <a:lnTo>
                        <a:pt x="26784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D078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1" name="Google Shape;1041;p24"/>
                <p:cNvSpPr/>
                <p:nvPr/>
              </p:nvSpPr>
              <p:spPr>
                <a:xfrm>
                  <a:off x="7821168" y="4679155"/>
                  <a:ext cx="29718" cy="208406"/>
                </a:xfrm>
                <a:custGeom>
                  <a:rect b="b" l="l" r="r" t="t"/>
                  <a:pathLst>
                    <a:path extrusionOk="0" h="208406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08407"/>
                      </a:lnTo>
                      <a:lnTo>
                        <a:pt x="0" y="208407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2" name="Google Shape;1042;p24"/>
                <p:cNvSpPr/>
                <p:nvPr/>
              </p:nvSpPr>
              <p:spPr>
                <a:xfrm>
                  <a:off x="6749605" y="4649342"/>
                  <a:ext cx="29718" cy="208406"/>
                </a:xfrm>
                <a:custGeom>
                  <a:rect b="b" l="l" r="r" t="t"/>
                  <a:pathLst>
                    <a:path extrusionOk="0" h="208406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08407"/>
                      </a:lnTo>
                      <a:lnTo>
                        <a:pt x="0" y="208407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3" name="Google Shape;1043;p24"/>
                <p:cNvSpPr/>
                <p:nvPr/>
              </p:nvSpPr>
              <p:spPr>
                <a:xfrm>
                  <a:off x="7702105" y="52149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4" name="Google Shape;1044;p24"/>
                <p:cNvSpPr/>
                <p:nvPr/>
              </p:nvSpPr>
              <p:spPr>
                <a:xfrm>
                  <a:off x="6809232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5" name="Google Shape;1045;p24"/>
                <p:cNvSpPr/>
                <p:nvPr/>
              </p:nvSpPr>
              <p:spPr>
                <a:xfrm>
                  <a:off x="6779418" y="5006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" name="Google Shape;1046;p24"/>
                <p:cNvSpPr/>
                <p:nvPr/>
              </p:nvSpPr>
              <p:spPr>
                <a:xfrm>
                  <a:off x="6719887" y="485774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7" name="Google Shape;1047;p24"/>
                <p:cNvSpPr/>
                <p:nvPr/>
              </p:nvSpPr>
              <p:spPr>
                <a:xfrm>
                  <a:off x="6719887" y="4976812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8" name="Google Shape;1048;p24"/>
                <p:cNvSpPr/>
                <p:nvPr/>
              </p:nvSpPr>
              <p:spPr>
                <a:xfrm>
                  <a:off x="6690169" y="491728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9" name="Google Shape;1049;p24"/>
                <p:cNvSpPr/>
                <p:nvPr/>
              </p:nvSpPr>
              <p:spPr>
                <a:xfrm>
                  <a:off x="6838950" y="51852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0" name="Google Shape;1050;p24"/>
                <p:cNvSpPr/>
                <p:nvPr/>
              </p:nvSpPr>
              <p:spPr>
                <a:xfrm>
                  <a:off x="6898481" y="5155405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1" name="Google Shape;1051;p24"/>
                <p:cNvSpPr/>
                <p:nvPr/>
              </p:nvSpPr>
              <p:spPr>
                <a:xfrm>
                  <a:off x="6987730" y="5185219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2" name="Google Shape;1052;p24"/>
                <p:cNvSpPr/>
                <p:nvPr/>
              </p:nvSpPr>
              <p:spPr>
                <a:xfrm>
                  <a:off x="7077075" y="5214937"/>
                  <a:ext cx="148780" cy="29718"/>
                </a:xfrm>
                <a:custGeom>
                  <a:rect b="b" l="l" r="r" t="t"/>
                  <a:pathLst>
                    <a:path extrusionOk="0" h="29718" w="148780">
                      <a:moveTo>
                        <a:pt x="0" y="0"/>
                      </a:moveTo>
                      <a:lnTo>
                        <a:pt x="148780" y="0"/>
                      </a:lnTo>
                      <a:lnTo>
                        <a:pt x="148780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3" name="Google Shape;1053;p24"/>
                <p:cNvSpPr/>
                <p:nvPr/>
              </p:nvSpPr>
              <p:spPr>
                <a:xfrm>
                  <a:off x="7225855" y="518521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4" name="Google Shape;1054;p24"/>
                <p:cNvSpPr/>
                <p:nvPr/>
              </p:nvSpPr>
              <p:spPr>
                <a:xfrm>
                  <a:off x="7285482" y="5095874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5" name="Google Shape;1055;p24"/>
                <p:cNvSpPr/>
                <p:nvPr/>
              </p:nvSpPr>
              <p:spPr>
                <a:xfrm>
                  <a:off x="7315200" y="4976812"/>
                  <a:ext cx="29718" cy="119062"/>
                </a:xfrm>
                <a:custGeom>
                  <a:rect b="b" l="l" r="r" t="t"/>
                  <a:pathLst>
                    <a:path extrusionOk="0" h="119062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19063"/>
                      </a:lnTo>
                      <a:lnTo>
                        <a:pt x="0" y="119063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6" name="Google Shape;1056;p24"/>
                <p:cNvSpPr/>
                <p:nvPr/>
              </p:nvSpPr>
              <p:spPr>
                <a:xfrm>
                  <a:off x="6838950" y="50661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7" name="Google Shape;1057;p24"/>
                <p:cNvSpPr/>
                <p:nvPr/>
              </p:nvSpPr>
              <p:spPr>
                <a:xfrm>
                  <a:off x="6868668" y="5036343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8" name="Google Shape;1058;p24"/>
                <p:cNvSpPr/>
                <p:nvPr/>
              </p:nvSpPr>
              <p:spPr>
                <a:xfrm>
                  <a:off x="6868668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9" name="Google Shape;1059;p24"/>
                <p:cNvSpPr/>
                <p:nvPr/>
              </p:nvSpPr>
              <p:spPr>
                <a:xfrm>
                  <a:off x="6898481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" name="Google Shape;1060;p24"/>
                <p:cNvSpPr/>
                <p:nvPr/>
              </p:nvSpPr>
              <p:spPr>
                <a:xfrm>
                  <a:off x="6898481" y="51255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1" name="Google Shape;1061;p24"/>
                <p:cNvSpPr/>
                <p:nvPr/>
              </p:nvSpPr>
              <p:spPr>
                <a:xfrm>
                  <a:off x="6958012" y="51255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" name="Google Shape;1062;p24"/>
                <p:cNvSpPr/>
                <p:nvPr/>
              </p:nvSpPr>
              <p:spPr>
                <a:xfrm>
                  <a:off x="7017543" y="5155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3" name="Google Shape;1063;p24"/>
                <p:cNvSpPr/>
                <p:nvPr/>
              </p:nvSpPr>
              <p:spPr>
                <a:xfrm>
                  <a:off x="7077075" y="51852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4" name="Google Shape;1064;p24"/>
                <p:cNvSpPr/>
                <p:nvPr/>
              </p:nvSpPr>
              <p:spPr>
                <a:xfrm>
                  <a:off x="7136606" y="51852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5" name="Google Shape;1065;p24"/>
                <p:cNvSpPr/>
                <p:nvPr/>
              </p:nvSpPr>
              <p:spPr>
                <a:xfrm>
                  <a:off x="7196137" y="51852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6" name="Google Shape;1066;p24"/>
                <p:cNvSpPr/>
                <p:nvPr/>
              </p:nvSpPr>
              <p:spPr>
                <a:xfrm>
                  <a:off x="6928294" y="5066156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7" name="Google Shape;1067;p24"/>
                <p:cNvSpPr/>
                <p:nvPr/>
              </p:nvSpPr>
              <p:spPr>
                <a:xfrm>
                  <a:off x="6898481" y="50661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8" name="Google Shape;1068;p24"/>
                <p:cNvSpPr/>
                <p:nvPr/>
              </p:nvSpPr>
              <p:spPr>
                <a:xfrm>
                  <a:off x="6868668" y="512559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9" name="Google Shape;1069;p24"/>
                <p:cNvSpPr/>
                <p:nvPr/>
              </p:nvSpPr>
              <p:spPr>
                <a:xfrm>
                  <a:off x="6928294" y="51255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0" name="Google Shape;1070;p24"/>
                <p:cNvSpPr/>
                <p:nvPr/>
              </p:nvSpPr>
              <p:spPr>
                <a:xfrm>
                  <a:off x="6928294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1" name="Google Shape;1071;p24"/>
                <p:cNvSpPr/>
                <p:nvPr/>
              </p:nvSpPr>
              <p:spPr>
                <a:xfrm>
                  <a:off x="7047357" y="5155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2" name="Google Shape;1072;p24"/>
                <p:cNvSpPr/>
                <p:nvPr/>
              </p:nvSpPr>
              <p:spPr>
                <a:xfrm>
                  <a:off x="6958012" y="509587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3" name="Google Shape;1073;p24"/>
                <p:cNvSpPr/>
                <p:nvPr/>
              </p:nvSpPr>
              <p:spPr>
                <a:xfrm>
                  <a:off x="7017543" y="5125592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4" name="Google Shape;1074;p24"/>
                <p:cNvSpPr/>
                <p:nvPr/>
              </p:nvSpPr>
              <p:spPr>
                <a:xfrm>
                  <a:off x="6987730" y="512559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5" name="Google Shape;1075;p24"/>
                <p:cNvSpPr/>
                <p:nvPr/>
              </p:nvSpPr>
              <p:spPr>
                <a:xfrm>
                  <a:off x="6958012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6" name="Google Shape;1076;p24"/>
                <p:cNvSpPr/>
                <p:nvPr/>
              </p:nvSpPr>
              <p:spPr>
                <a:xfrm>
                  <a:off x="7017543" y="50661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7" name="Google Shape;1077;p24"/>
                <p:cNvSpPr/>
                <p:nvPr/>
              </p:nvSpPr>
              <p:spPr>
                <a:xfrm>
                  <a:off x="7077075" y="50661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8" name="Google Shape;1078;p24"/>
                <p:cNvSpPr/>
                <p:nvPr/>
              </p:nvSpPr>
              <p:spPr>
                <a:xfrm>
                  <a:off x="7136606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9" name="Google Shape;1079;p24"/>
                <p:cNvSpPr/>
                <p:nvPr/>
              </p:nvSpPr>
              <p:spPr>
                <a:xfrm>
                  <a:off x="7196137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0" name="Google Shape;1080;p24"/>
                <p:cNvSpPr/>
                <p:nvPr/>
              </p:nvSpPr>
              <p:spPr>
                <a:xfrm>
                  <a:off x="7077075" y="5155405"/>
                  <a:ext cx="148780" cy="29718"/>
                </a:xfrm>
                <a:custGeom>
                  <a:rect b="b" l="l" r="r" t="t"/>
                  <a:pathLst>
                    <a:path extrusionOk="0" h="29718" w="148780">
                      <a:moveTo>
                        <a:pt x="0" y="0"/>
                      </a:moveTo>
                      <a:lnTo>
                        <a:pt x="148780" y="0"/>
                      </a:lnTo>
                      <a:lnTo>
                        <a:pt x="148780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1" name="Google Shape;1081;p24"/>
                <p:cNvSpPr/>
                <p:nvPr/>
              </p:nvSpPr>
              <p:spPr>
                <a:xfrm>
                  <a:off x="7225855" y="5155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2" name="Google Shape;1082;p24"/>
                <p:cNvSpPr/>
                <p:nvPr/>
              </p:nvSpPr>
              <p:spPr>
                <a:xfrm>
                  <a:off x="7166419" y="51852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3" name="Google Shape;1083;p24"/>
                <p:cNvSpPr/>
                <p:nvPr/>
              </p:nvSpPr>
              <p:spPr>
                <a:xfrm>
                  <a:off x="7106793" y="51852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4" name="Google Shape;1084;p24"/>
                <p:cNvSpPr/>
                <p:nvPr/>
              </p:nvSpPr>
              <p:spPr>
                <a:xfrm>
                  <a:off x="7255668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5" name="Google Shape;1085;p24"/>
                <p:cNvSpPr/>
                <p:nvPr/>
              </p:nvSpPr>
              <p:spPr>
                <a:xfrm>
                  <a:off x="7017543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6" name="Google Shape;1086;p24"/>
                <p:cNvSpPr/>
                <p:nvPr/>
              </p:nvSpPr>
              <p:spPr>
                <a:xfrm>
                  <a:off x="7017543" y="5036343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7" name="Google Shape;1087;p24"/>
                <p:cNvSpPr/>
                <p:nvPr/>
              </p:nvSpPr>
              <p:spPr>
                <a:xfrm>
                  <a:off x="7047357" y="509587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8" name="Google Shape;1088;p24"/>
                <p:cNvSpPr/>
                <p:nvPr/>
              </p:nvSpPr>
              <p:spPr>
                <a:xfrm>
                  <a:off x="6928294" y="5006530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9" name="Google Shape;1089;p24"/>
                <p:cNvSpPr/>
                <p:nvPr/>
              </p:nvSpPr>
              <p:spPr>
                <a:xfrm>
                  <a:off x="7106793" y="5066156"/>
                  <a:ext cx="178593" cy="29718"/>
                </a:xfrm>
                <a:custGeom>
                  <a:rect b="b" l="l" r="r" t="t"/>
                  <a:pathLst>
                    <a:path extrusionOk="0" h="29718" w="178593">
                      <a:moveTo>
                        <a:pt x="0" y="0"/>
                      </a:moveTo>
                      <a:lnTo>
                        <a:pt x="178594" y="0"/>
                      </a:lnTo>
                      <a:lnTo>
                        <a:pt x="17859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0" name="Google Shape;1090;p24"/>
                <p:cNvSpPr/>
                <p:nvPr/>
              </p:nvSpPr>
              <p:spPr>
                <a:xfrm>
                  <a:off x="7106793" y="5125592"/>
                  <a:ext cx="178593" cy="29718"/>
                </a:xfrm>
                <a:custGeom>
                  <a:rect b="b" l="l" r="r" t="t"/>
                  <a:pathLst>
                    <a:path extrusionOk="0" h="29718" w="178593">
                      <a:moveTo>
                        <a:pt x="0" y="0"/>
                      </a:moveTo>
                      <a:lnTo>
                        <a:pt x="178594" y="0"/>
                      </a:lnTo>
                      <a:lnTo>
                        <a:pt x="17859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1" name="Google Shape;1091;p24"/>
                <p:cNvSpPr/>
                <p:nvPr/>
              </p:nvSpPr>
              <p:spPr>
                <a:xfrm>
                  <a:off x="7374731" y="524465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2" name="Google Shape;1092;p24"/>
                <p:cNvSpPr/>
                <p:nvPr/>
              </p:nvSpPr>
              <p:spPr>
                <a:xfrm>
                  <a:off x="7404544" y="518521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3" name="Google Shape;1093;p24"/>
                <p:cNvSpPr/>
                <p:nvPr/>
              </p:nvSpPr>
              <p:spPr>
                <a:xfrm>
                  <a:off x="7493793" y="494709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4" name="Google Shape;1094;p24"/>
                <p:cNvSpPr/>
                <p:nvPr/>
              </p:nvSpPr>
              <p:spPr>
                <a:xfrm>
                  <a:off x="7434262" y="5095874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5" name="Google Shape;1095;p24"/>
                <p:cNvSpPr/>
                <p:nvPr/>
              </p:nvSpPr>
              <p:spPr>
                <a:xfrm>
                  <a:off x="7463980" y="5006530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6" name="Google Shape;1096;p24"/>
                <p:cNvSpPr/>
                <p:nvPr/>
              </p:nvSpPr>
              <p:spPr>
                <a:xfrm>
                  <a:off x="6809232" y="5214937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7" name="Google Shape;1097;p24"/>
                <p:cNvSpPr/>
                <p:nvPr/>
              </p:nvSpPr>
              <p:spPr>
                <a:xfrm>
                  <a:off x="6779418" y="5274468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8" name="Google Shape;1098;p24"/>
                <p:cNvSpPr/>
                <p:nvPr/>
              </p:nvSpPr>
              <p:spPr>
                <a:xfrm>
                  <a:off x="6809232" y="4679155"/>
                  <a:ext cx="29718" cy="148780"/>
                </a:xfrm>
                <a:custGeom>
                  <a:rect b="b" l="l" r="r" t="t"/>
                  <a:pathLst>
                    <a:path extrusionOk="0" h="148780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48780"/>
                      </a:lnTo>
                      <a:lnTo>
                        <a:pt x="0" y="148780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9" name="Google Shape;1099;p24"/>
                <p:cNvSpPr/>
                <p:nvPr/>
              </p:nvSpPr>
              <p:spPr>
                <a:xfrm>
                  <a:off x="6838950" y="461962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0" name="Google Shape;1100;p24"/>
                <p:cNvSpPr/>
                <p:nvPr/>
              </p:nvSpPr>
              <p:spPr>
                <a:xfrm>
                  <a:off x="6868668" y="4589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1" name="Google Shape;1101;p24"/>
                <p:cNvSpPr/>
                <p:nvPr/>
              </p:nvSpPr>
              <p:spPr>
                <a:xfrm>
                  <a:off x="6898481" y="4560093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2" name="Google Shape;1102;p24"/>
                <p:cNvSpPr/>
                <p:nvPr/>
              </p:nvSpPr>
              <p:spPr>
                <a:xfrm>
                  <a:off x="6987730" y="4589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3" name="Google Shape;1103;p24"/>
                <p:cNvSpPr/>
                <p:nvPr/>
              </p:nvSpPr>
              <p:spPr>
                <a:xfrm>
                  <a:off x="6838950" y="4828031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4" name="Google Shape;1104;p24"/>
                <p:cNvSpPr/>
                <p:nvPr/>
              </p:nvSpPr>
              <p:spPr>
                <a:xfrm>
                  <a:off x="6958012" y="485774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5" name="Google Shape;1105;p24"/>
                <p:cNvSpPr/>
                <p:nvPr/>
              </p:nvSpPr>
              <p:spPr>
                <a:xfrm>
                  <a:off x="6987730" y="4917280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6" name="Google Shape;1106;p24"/>
                <p:cNvSpPr/>
                <p:nvPr/>
              </p:nvSpPr>
              <p:spPr>
                <a:xfrm>
                  <a:off x="7077075" y="488746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7" name="Google Shape;1107;p24"/>
                <p:cNvSpPr/>
                <p:nvPr/>
              </p:nvSpPr>
              <p:spPr>
                <a:xfrm>
                  <a:off x="6987730" y="4798218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8" name="Google Shape;1108;p24"/>
                <p:cNvSpPr/>
                <p:nvPr/>
              </p:nvSpPr>
              <p:spPr>
                <a:xfrm>
                  <a:off x="7017543" y="4768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9" name="Google Shape;1109;p24"/>
                <p:cNvSpPr/>
                <p:nvPr/>
              </p:nvSpPr>
              <p:spPr>
                <a:xfrm>
                  <a:off x="7047357" y="48280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0" name="Google Shape;1110;p24"/>
                <p:cNvSpPr/>
                <p:nvPr/>
              </p:nvSpPr>
              <p:spPr>
                <a:xfrm>
                  <a:off x="7077075" y="47982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D078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1" name="Google Shape;1111;p24"/>
                <p:cNvSpPr/>
                <p:nvPr/>
              </p:nvSpPr>
              <p:spPr>
                <a:xfrm>
                  <a:off x="7077075" y="47982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2" name="Google Shape;1112;p24"/>
                <p:cNvSpPr/>
                <p:nvPr/>
              </p:nvSpPr>
              <p:spPr>
                <a:xfrm>
                  <a:off x="7225855" y="47982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3" name="Google Shape;1113;p24"/>
                <p:cNvSpPr/>
                <p:nvPr/>
              </p:nvSpPr>
              <p:spPr>
                <a:xfrm>
                  <a:off x="7374731" y="47982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4" name="Google Shape;1114;p24"/>
                <p:cNvSpPr/>
                <p:nvPr/>
              </p:nvSpPr>
              <p:spPr>
                <a:xfrm>
                  <a:off x="7404544" y="4768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5" name="Google Shape;1115;p24"/>
                <p:cNvSpPr/>
                <p:nvPr/>
              </p:nvSpPr>
              <p:spPr>
                <a:xfrm>
                  <a:off x="7196137" y="4768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6" name="Google Shape;1116;p24"/>
                <p:cNvSpPr/>
                <p:nvPr/>
              </p:nvSpPr>
              <p:spPr>
                <a:xfrm>
                  <a:off x="7166419" y="4589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7" name="Google Shape;1117;p24"/>
                <p:cNvSpPr/>
                <p:nvPr/>
              </p:nvSpPr>
              <p:spPr>
                <a:xfrm>
                  <a:off x="7196137" y="4560093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8" name="Google Shape;1118;p24"/>
                <p:cNvSpPr/>
                <p:nvPr/>
              </p:nvSpPr>
              <p:spPr>
                <a:xfrm>
                  <a:off x="7374731" y="4560093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9" name="Google Shape;1119;p24"/>
                <p:cNvSpPr/>
                <p:nvPr/>
              </p:nvSpPr>
              <p:spPr>
                <a:xfrm>
                  <a:off x="7255668" y="4530280"/>
                  <a:ext cx="119062" cy="29718"/>
                </a:xfrm>
                <a:custGeom>
                  <a:rect b="b" l="l" r="r" t="t"/>
                  <a:pathLst>
                    <a:path extrusionOk="0" h="29718" w="119062">
                      <a:moveTo>
                        <a:pt x="0" y="0"/>
                      </a:moveTo>
                      <a:lnTo>
                        <a:pt x="119063" y="0"/>
                      </a:lnTo>
                      <a:lnTo>
                        <a:pt x="11906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0" name="Google Shape;1120;p24"/>
                <p:cNvSpPr/>
                <p:nvPr/>
              </p:nvSpPr>
              <p:spPr>
                <a:xfrm>
                  <a:off x="7166419" y="4679155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1" name="Google Shape;1121;p24"/>
                <p:cNvSpPr/>
                <p:nvPr/>
              </p:nvSpPr>
              <p:spPr>
                <a:xfrm>
                  <a:off x="7136606" y="461962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2" name="Google Shape;1122;p24"/>
                <p:cNvSpPr/>
                <p:nvPr/>
              </p:nvSpPr>
              <p:spPr>
                <a:xfrm>
                  <a:off x="7434262" y="4589906"/>
                  <a:ext cx="29718" cy="178593"/>
                </a:xfrm>
                <a:custGeom>
                  <a:rect b="b" l="l" r="r" t="t"/>
                  <a:pathLst>
                    <a:path extrusionOk="0" h="178593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78594"/>
                      </a:lnTo>
                      <a:lnTo>
                        <a:pt x="0" y="178594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3" name="Google Shape;1123;p24"/>
                <p:cNvSpPr/>
                <p:nvPr/>
              </p:nvSpPr>
              <p:spPr>
                <a:xfrm>
                  <a:off x="7136606" y="4798218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4" name="Google Shape;1124;p24"/>
                <p:cNvSpPr/>
                <p:nvPr/>
              </p:nvSpPr>
              <p:spPr>
                <a:xfrm>
                  <a:off x="7106793" y="4738687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5" name="Google Shape;1125;p24"/>
                <p:cNvSpPr/>
                <p:nvPr/>
              </p:nvSpPr>
              <p:spPr>
                <a:xfrm>
                  <a:off x="7017543" y="485774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6" name="Google Shape;1126;p24"/>
                <p:cNvSpPr/>
                <p:nvPr/>
              </p:nvSpPr>
              <p:spPr>
                <a:xfrm>
                  <a:off x="7047357" y="4738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7" name="Google Shape;1127;p24"/>
                <p:cNvSpPr/>
                <p:nvPr/>
              </p:nvSpPr>
              <p:spPr>
                <a:xfrm>
                  <a:off x="7077075" y="4708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8" name="Google Shape;1128;p24"/>
                <p:cNvSpPr/>
                <p:nvPr/>
              </p:nvSpPr>
              <p:spPr>
                <a:xfrm>
                  <a:off x="6928294" y="47982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9" name="Google Shape;1129;p24"/>
                <p:cNvSpPr/>
                <p:nvPr/>
              </p:nvSpPr>
              <p:spPr>
                <a:xfrm>
                  <a:off x="6958012" y="4738687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0" name="Google Shape;1130;p24"/>
                <p:cNvSpPr/>
                <p:nvPr/>
              </p:nvSpPr>
              <p:spPr>
                <a:xfrm>
                  <a:off x="6987730" y="467915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1" name="Google Shape;1131;p24"/>
                <p:cNvSpPr/>
                <p:nvPr/>
              </p:nvSpPr>
              <p:spPr>
                <a:xfrm>
                  <a:off x="7017543" y="461962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2" name="Google Shape;1132;p24"/>
                <p:cNvSpPr/>
                <p:nvPr/>
              </p:nvSpPr>
              <p:spPr>
                <a:xfrm>
                  <a:off x="7255668" y="4828031"/>
                  <a:ext cx="119062" cy="29718"/>
                </a:xfrm>
                <a:custGeom>
                  <a:rect b="b" l="l" r="r" t="t"/>
                  <a:pathLst>
                    <a:path extrusionOk="0" h="29718" w="119062">
                      <a:moveTo>
                        <a:pt x="0" y="0"/>
                      </a:moveTo>
                      <a:lnTo>
                        <a:pt x="119063" y="0"/>
                      </a:lnTo>
                      <a:lnTo>
                        <a:pt x="11906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3" name="Google Shape;1133;p24"/>
                <p:cNvSpPr/>
                <p:nvPr/>
              </p:nvSpPr>
              <p:spPr>
                <a:xfrm>
                  <a:off x="7255668" y="4947094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4" name="Google Shape;1134;p24"/>
                <p:cNvSpPr/>
                <p:nvPr/>
              </p:nvSpPr>
              <p:spPr>
                <a:xfrm>
                  <a:off x="7463980" y="4947094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5" name="Google Shape;1135;p24"/>
                <p:cNvSpPr/>
                <p:nvPr/>
              </p:nvSpPr>
              <p:spPr>
                <a:xfrm>
                  <a:off x="7523607" y="4798218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6" name="Google Shape;1136;p24"/>
                <p:cNvSpPr/>
                <p:nvPr/>
              </p:nvSpPr>
              <p:spPr>
                <a:xfrm>
                  <a:off x="7523607" y="4560093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7" name="Google Shape;1137;p24"/>
                <p:cNvSpPr/>
                <p:nvPr/>
              </p:nvSpPr>
              <p:spPr>
                <a:xfrm>
                  <a:off x="7553325" y="4530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8" name="Google Shape;1138;p24"/>
                <p:cNvSpPr/>
                <p:nvPr/>
              </p:nvSpPr>
              <p:spPr>
                <a:xfrm>
                  <a:off x="7553325" y="4619624"/>
                  <a:ext cx="29718" cy="178593"/>
                </a:xfrm>
                <a:custGeom>
                  <a:rect b="b" l="l" r="r" t="t"/>
                  <a:pathLst>
                    <a:path extrusionOk="0" h="178593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78594"/>
                      </a:lnTo>
                      <a:lnTo>
                        <a:pt x="0" y="178594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9" name="Google Shape;1139;p24"/>
                <p:cNvSpPr/>
                <p:nvPr/>
              </p:nvSpPr>
              <p:spPr>
                <a:xfrm>
                  <a:off x="7553325" y="4976812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0" name="Google Shape;1140;p24"/>
                <p:cNvSpPr/>
                <p:nvPr/>
              </p:nvSpPr>
              <p:spPr>
                <a:xfrm>
                  <a:off x="7553325" y="48577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1" name="Google Shape;1141;p24"/>
                <p:cNvSpPr/>
                <p:nvPr/>
              </p:nvSpPr>
              <p:spPr>
                <a:xfrm>
                  <a:off x="7583043" y="488746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2" name="Google Shape;1142;p24"/>
                <p:cNvSpPr/>
                <p:nvPr/>
              </p:nvSpPr>
              <p:spPr>
                <a:xfrm>
                  <a:off x="7612856" y="5006530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3" name="Google Shape;1143;p24"/>
                <p:cNvSpPr/>
                <p:nvPr/>
              </p:nvSpPr>
              <p:spPr>
                <a:xfrm>
                  <a:off x="7642669" y="4917280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4" name="Google Shape;1144;p24"/>
                <p:cNvSpPr/>
                <p:nvPr/>
              </p:nvSpPr>
              <p:spPr>
                <a:xfrm>
                  <a:off x="6720268" y="4322253"/>
                  <a:ext cx="1101375" cy="981932"/>
                </a:xfrm>
                <a:custGeom>
                  <a:rect b="b" l="l" r="r" t="t"/>
                  <a:pathLst>
                    <a:path extrusionOk="0" h="981932" w="1101375">
                      <a:moveTo>
                        <a:pt x="1071181" y="356902"/>
                      </a:moveTo>
                      <a:lnTo>
                        <a:pt x="1071181" y="237839"/>
                      </a:lnTo>
                      <a:lnTo>
                        <a:pt x="1041463" y="237839"/>
                      </a:lnTo>
                      <a:lnTo>
                        <a:pt x="1041463" y="178308"/>
                      </a:lnTo>
                      <a:lnTo>
                        <a:pt x="1011746" y="178308"/>
                      </a:lnTo>
                      <a:lnTo>
                        <a:pt x="1011746" y="148590"/>
                      </a:lnTo>
                      <a:lnTo>
                        <a:pt x="982028" y="148590"/>
                      </a:lnTo>
                      <a:lnTo>
                        <a:pt x="982028" y="118872"/>
                      </a:lnTo>
                      <a:lnTo>
                        <a:pt x="922496" y="118872"/>
                      </a:lnTo>
                      <a:lnTo>
                        <a:pt x="922496" y="89154"/>
                      </a:lnTo>
                      <a:lnTo>
                        <a:pt x="862965" y="89154"/>
                      </a:lnTo>
                      <a:lnTo>
                        <a:pt x="862965" y="59436"/>
                      </a:lnTo>
                      <a:lnTo>
                        <a:pt x="803434" y="59436"/>
                      </a:lnTo>
                      <a:lnTo>
                        <a:pt x="803434" y="29718"/>
                      </a:lnTo>
                      <a:lnTo>
                        <a:pt x="714089" y="29718"/>
                      </a:lnTo>
                      <a:lnTo>
                        <a:pt x="714089" y="0"/>
                      </a:lnTo>
                      <a:lnTo>
                        <a:pt x="446246" y="0"/>
                      </a:lnTo>
                      <a:lnTo>
                        <a:pt x="446246" y="29718"/>
                      </a:lnTo>
                      <a:lnTo>
                        <a:pt x="356902" y="29718"/>
                      </a:lnTo>
                      <a:lnTo>
                        <a:pt x="356902" y="59436"/>
                      </a:lnTo>
                      <a:lnTo>
                        <a:pt x="297371" y="59436"/>
                      </a:lnTo>
                      <a:lnTo>
                        <a:pt x="297371" y="89154"/>
                      </a:lnTo>
                      <a:lnTo>
                        <a:pt x="237839" y="89154"/>
                      </a:lnTo>
                      <a:lnTo>
                        <a:pt x="237839" y="118872"/>
                      </a:lnTo>
                      <a:lnTo>
                        <a:pt x="178308" y="118872"/>
                      </a:lnTo>
                      <a:lnTo>
                        <a:pt x="178308" y="148590"/>
                      </a:lnTo>
                      <a:lnTo>
                        <a:pt x="148590" y="148590"/>
                      </a:lnTo>
                      <a:lnTo>
                        <a:pt x="148590" y="178308"/>
                      </a:lnTo>
                      <a:lnTo>
                        <a:pt x="118872" y="178308"/>
                      </a:lnTo>
                      <a:lnTo>
                        <a:pt x="118872" y="237839"/>
                      </a:lnTo>
                      <a:lnTo>
                        <a:pt x="89154" y="237839"/>
                      </a:lnTo>
                      <a:lnTo>
                        <a:pt x="89154" y="327184"/>
                      </a:lnTo>
                      <a:lnTo>
                        <a:pt x="59436" y="327184"/>
                      </a:lnTo>
                      <a:lnTo>
                        <a:pt x="59436" y="535591"/>
                      </a:lnTo>
                      <a:lnTo>
                        <a:pt x="29718" y="535591"/>
                      </a:lnTo>
                      <a:lnTo>
                        <a:pt x="29718" y="595122"/>
                      </a:lnTo>
                      <a:lnTo>
                        <a:pt x="0" y="595122"/>
                      </a:lnTo>
                      <a:lnTo>
                        <a:pt x="0" y="654653"/>
                      </a:lnTo>
                      <a:lnTo>
                        <a:pt x="59531" y="654653"/>
                      </a:lnTo>
                      <a:lnTo>
                        <a:pt x="59531" y="684371"/>
                      </a:lnTo>
                      <a:lnTo>
                        <a:pt x="89249" y="684371"/>
                      </a:lnTo>
                      <a:lnTo>
                        <a:pt x="89249" y="714089"/>
                      </a:lnTo>
                      <a:lnTo>
                        <a:pt x="118967" y="714089"/>
                      </a:lnTo>
                      <a:lnTo>
                        <a:pt x="118967" y="743807"/>
                      </a:lnTo>
                      <a:lnTo>
                        <a:pt x="148685" y="743807"/>
                      </a:lnTo>
                      <a:lnTo>
                        <a:pt x="148685" y="714089"/>
                      </a:lnTo>
                      <a:lnTo>
                        <a:pt x="208216" y="714089"/>
                      </a:lnTo>
                      <a:lnTo>
                        <a:pt x="208216" y="684371"/>
                      </a:lnTo>
                      <a:lnTo>
                        <a:pt x="297561" y="684371"/>
                      </a:lnTo>
                      <a:lnTo>
                        <a:pt x="297561" y="714089"/>
                      </a:lnTo>
                      <a:lnTo>
                        <a:pt x="386905" y="714089"/>
                      </a:lnTo>
                      <a:lnTo>
                        <a:pt x="386905" y="743807"/>
                      </a:lnTo>
                      <a:lnTo>
                        <a:pt x="565499" y="743807"/>
                      </a:lnTo>
                      <a:lnTo>
                        <a:pt x="565499" y="773525"/>
                      </a:lnTo>
                      <a:lnTo>
                        <a:pt x="595217" y="773525"/>
                      </a:lnTo>
                      <a:lnTo>
                        <a:pt x="595217" y="654463"/>
                      </a:lnTo>
                      <a:lnTo>
                        <a:pt x="535686" y="654463"/>
                      </a:lnTo>
                      <a:lnTo>
                        <a:pt x="535686" y="624745"/>
                      </a:lnTo>
                      <a:lnTo>
                        <a:pt x="625030" y="624745"/>
                      </a:lnTo>
                      <a:lnTo>
                        <a:pt x="625030" y="595027"/>
                      </a:lnTo>
                      <a:lnTo>
                        <a:pt x="744093" y="595027"/>
                      </a:lnTo>
                      <a:lnTo>
                        <a:pt x="744093" y="624745"/>
                      </a:lnTo>
                      <a:lnTo>
                        <a:pt x="833438" y="624745"/>
                      </a:lnTo>
                      <a:lnTo>
                        <a:pt x="833438" y="654463"/>
                      </a:lnTo>
                      <a:lnTo>
                        <a:pt x="892969" y="654463"/>
                      </a:lnTo>
                      <a:lnTo>
                        <a:pt x="892969" y="684181"/>
                      </a:lnTo>
                      <a:lnTo>
                        <a:pt x="982313" y="684181"/>
                      </a:lnTo>
                      <a:lnTo>
                        <a:pt x="982313" y="713899"/>
                      </a:lnTo>
                      <a:lnTo>
                        <a:pt x="892969" y="713899"/>
                      </a:lnTo>
                      <a:lnTo>
                        <a:pt x="892969" y="684181"/>
                      </a:lnTo>
                      <a:lnTo>
                        <a:pt x="833438" y="684181"/>
                      </a:lnTo>
                      <a:lnTo>
                        <a:pt x="833438" y="654463"/>
                      </a:lnTo>
                      <a:lnTo>
                        <a:pt x="803720" y="654463"/>
                      </a:lnTo>
                      <a:lnTo>
                        <a:pt x="803720" y="684181"/>
                      </a:lnTo>
                      <a:lnTo>
                        <a:pt x="774001" y="684181"/>
                      </a:lnTo>
                      <a:lnTo>
                        <a:pt x="774001" y="773525"/>
                      </a:lnTo>
                      <a:lnTo>
                        <a:pt x="744283" y="773525"/>
                      </a:lnTo>
                      <a:lnTo>
                        <a:pt x="744283" y="862870"/>
                      </a:lnTo>
                      <a:lnTo>
                        <a:pt x="714565" y="862870"/>
                      </a:lnTo>
                      <a:lnTo>
                        <a:pt x="714565" y="922401"/>
                      </a:lnTo>
                      <a:lnTo>
                        <a:pt x="684847" y="922401"/>
                      </a:lnTo>
                      <a:lnTo>
                        <a:pt x="684847" y="981932"/>
                      </a:lnTo>
                      <a:lnTo>
                        <a:pt x="714565" y="981932"/>
                      </a:lnTo>
                      <a:lnTo>
                        <a:pt x="714565" y="952214"/>
                      </a:lnTo>
                      <a:lnTo>
                        <a:pt x="744283" y="952214"/>
                      </a:lnTo>
                      <a:lnTo>
                        <a:pt x="744283" y="981932"/>
                      </a:lnTo>
                      <a:lnTo>
                        <a:pt x="833628" y="981932"/>
                      </a:lnTo>
                      <a:lnTo>
                        <a:pt x="833628" y="952214"/>
                      </a:lnTo>
                      <a:lnTo>
                        <a:pt x="922972" y="952214"/>
                      </a:lnTo>
                      <a:lnTo>
                        <a:pt x="922972" y="922496"/>
                      </a:lnTo>
                      <a:lnTo>
                        <a:pt x="982504" y="922496"/>
                      </a:lnTo>
                      <a:lnTo>
                        <a:pt x="982504" y="892778"/>
                      </a:lnTo>
                      <a:lnTo>
                        <a:pt x="1012222" y="892778"/>
                      </a:lnTo>
                      <a:lnTo>
                        <a:pt x="1012222" y="833247"/>
                      </a:lnTo>
                      <a:lnTo>
                        <a:pt x="1041940" y="833247"/>
                      </a:lnTo>
                      <a:lnTo>
                        <a:pt x="1041940" y="743903"/>
                      </a:lnTo>
                      <a:lnTo>
                        <a:pt x="1071658" y="743903"/>
                      </a:lnTo>
                      <a:lnTo>
                        <a:pt x="1071658" y="565309"/>
                      </a:lnTo>
                      <a:lnTo>
                        <a:pt x="1101376" y="565309"/>
                      </a:lnTo>
                      <a:lnTo>
                        <a:pt x="1101376" y="356902"/>
                      </a:lnTo>
                      <a:lnTo>
                        <a:pt x="1071658" y="356902"/>
                      </a:lnTo>
                      <a:close/>
                      <a:moveTo>
                        <a:pt x="446151" y="565309"/>
                      </a:moveTo>
                      <a:lnTo>
                        <a:pt x="416433" y="565309"/>
                      </a:lnTo>
                      <a:lnTo>
                        <a:pt x="416433" y="595027"/>
                      </a:lnTo>
                      <a:lnTo>
                        <a:pt x="356902" y="595027"/>
                      </a:lnTo>
                      <a:lnTo>
                        <a:pt x="356902" y="624745"/>
                      </a:lnTo>
                      <a:lnTo>
                        <a:pt x="267557" y="624745"/>
                      </a:lnTo>
                      <a:lnTo>
                        <a:pt x="267557" y="595027"/>
                      </a:lnTo>
                      <a:lnTo>
                        <a:pt x="237839" y="595027"/>
                      </a:lnTo>
                      <a:lnTo>
                        <a:pt x="237839" y="535496"/>
                      </a:lnTo>
                      <a:lnTo>
                        <a:pt x="267557" y="535496"/>
                      </a:lnTo>
                      <a:lnTo>
                        <a:pt x="267557" y="475964"/>
                      </a:lnTo>
                      <a:lnTo>
                        <a:pt x="237839" y="475964"/>
                      </a:lnTo>
                      <a:lnTo>
                        <a:pt x="237839" y="505682"/>
                      </a:lnTo>
                      <a:lnTo>
                        <a:pt x="208121" y="505682"/>
                      </a:lnTo>
                      <a:lnTo>
                        <a:pt x="208121" y="535400"/>
                      </a:lnTo>
                      <a:lnTo>
                        <a:pt x="118777" y="535400"/>
                      </a:lnTo>
                      <a:lnTo>
                        <a:pt x="118777" y="505682"/>
                      </a:lnTo>
                      <a:lnTo>
                        <a:pt x="89059" y="505682"/>
                      </a:lnTo>
                      <a:lnTo>
                        <a:pt x="89059" y="356902"/>
                      </a:lnTo>
                      <a:lnTo>
                        <a:pt x="118777" y="356902"/>
                      </a:lnTo>
                      <a:lnTo>
                        <a:pt x="118777" y="297371"/>
                      </a:lnTo>
                      <a:lnTo>
                        <a:pt x="148495" y="297371"/>
                      </a:lnTo>
                      <a:lnTo>
                        <a:pt x="148495" y="267653"/>
                      </a:lnTo>
                      <a:lnTo>
                        <a:pt x="178213" y="267653"/>
                      </a:lnTo>
                      <a:lnTo>
                        <a:pt x="178213" y="237935"/>
                      </a:lnTo>
                      <a:lnTo>
                        <a:pt x="267557" y="237935"/>
                      </a:lnTo>
                      <a:lnTo>
                        <a:pt x="267557" y="267653"/>
                      </a:lnTo>
                      <a:lnTo>
                        <a:pt x="297275" y="267653"/>
                      </a:lnTo>
                      <a:lnTo>
                        <a:pt x="297275" y="297371"/>
                      </a:lnTo>
                      <a:lnTo>
                        <a:pt x="326993" y="297371"/>
                      </a:lnTo>
                      <a:lnTo>
                        <a:pt x="326993" y="356902"/>
                      </a:lnTo>
                      <a:lnTo>
                        <a:pt x="297275" y="356902"/>
                      </a:lnTo>
                      <a:lnTo>
                        <a:pt x="297275" y="416433"/>
                      </a:lnTo>
                      <a:lnTo>
                        <a:pt x="267557" y="416433"/>
                      </a:lnTo>
                      <a:lnTo>
                        <a:pt x="267557" y="475964"/>
                      </a:lnTo>
                      <a:lnTo>
                        <a:pt x="297275" y="475964"/>
                      </a:lnTo>
                      <a:lnTo>
                        <a:pt x="297275" y="446246"/>
                      </a:lnTo>
                      <a:lnTo>
                        <a:pt x="326993" y="446246"/>
                      </a:lnTo>
                      <a:lnTo>
                        <a:pt x="326993" y="416528"/>
                      </a:lnTo>
                      <a:lnTo>
                        <a:pt x="356711" y="416528"/>
                      </a:lnTo>
                      <a:lnTo>
                        <a:pt x="356711" y="386810"/>
                      </a:lnTo>
                      <a:lnTo>
                        <a:pt x="386429" y="386810"/>
                      </a:lnTo>
                      <a:lnTo>
                        <a:pt x="386429" y="416528"/>
                      </a:lnTo>
                      <a:lnTo>
                        <a:pt x="416147" y="416528"/>
                      </a:lnTo>
                      <a:lnTo>
                        <a:pt x="416147" y="476060"/>
                      </a:lnTo>
                      <a:lnTo>
                        <a:pt x="445865" y="476060"/>
                      </a:lnTo>
                      <a:lnTo>
                        <a:pt x="445865" y="565404"/>
                      </a:lnTo>
                      <a:close/>
                      <a:moveTo>
                        <a:pt x="743807" y="446246"/>
                      </a:moveTo>
                      <a:lnTo>
                        <a:pt x="714089" y="446246"/>
                      </a:lnTo>
                      <a:lnTo>
                        <a:pt x="714089" y="475964"/>
                      </a:lnTo>
                      <a:lnTo>
                        <a:pt x="684371" y="475964"/>
                      </a:lnTo>
                      <a:lnTo>
                        <a:pt x="684371" y="505682"/>
                      </a:lnTo>
                      <a:lnTo>
                        <a:pt x="654653" y="505682"/>
                      </a:lnTo>
                      <a:lnTo>
                        <a:pt x="654653" y="535400"/>
                      </a:lnTo>
                      <a:lnTo>
                        <a:pt x="535591" y="535400"/>
                      </a:lnTo>
                      <a:lnTo>
                        <a:pt x="535591" y="505682"/>
                      </a:lnTo>
                      <a:lnTo>
                        <a:pt x="505873" y="505682"/>
                      </a:lnTo>
                      <a:lnTo>
                        <a:pt x="505873" y="475964"/>
                      </a:lnTo>
                      <a:lnTo>
                        <a:pt x="476155" y="475964"/>
                      </a:lnTo>
                      <a:lnTo>
                        <a:pt x="476155" y="446246"/>
                      </a:lnTo>
                      <a:lnTo>
                        <a:pt x="446437" y="446246"/>
                      </a:lnTo>
                      <a:lnTo>
                        <a:pt x="446437" y="356902"/>
                      </a:lnTo>
                      <a:lnTo>
                        <a:pt x="416719" y="356902"/>
                      </a:lnTo>
                      <a:lnTo>
                        <a:pt x="416719" y="297371"/>
                      </a:lnTo>
                      <a:lnTo>
                        <a:pt x="446437" y="297371"/>
                      </a:lnTo>
                      <a:lnTo>
                        <a:pt x="446437" y="267653"/>
                      </a:lnTo>
                      <a:lnTo>
                        <a:pt x="476155" y="267653"/>
                      </a:lnTo>
                      <a:lnTo>
                        <a:pt x="476155" y="237935"/>
                      </a:lnTo>
                      <a:lnTo>
                        <a:pt x="535686" y="237935"/>
                      </a:lnTo>
                      <a:lnTo>
                        <a:pt x="535686" y="208217"/>
                      </a:lnTo>
                      <a:lnTo>
                        <a:pt x="654748" y="208217"/>
                      </a:lnTo>
                      <a:lnTo>
                        <a:pt x="654748" y="237935"/>
                      </a:lnTo>
                      <a:lnTo>
                        <a:pt x="714280" y="237935"/>
                      </a:lnTo>
                      <a:lnTo>
                        <a:pt x="714280" y="267653"/>
                      </a:lnTo>
                      <a:lnTo>
                        <a:pt x="743998" y="267653"/>
                      </a:lnTo>
                      <a:lnTo>
                        <a:pt x="743998" y="446246"/>
                      </a:lnTo>
                      <a:close/>
                      <a:moveTo>
                        <a:pt x="1011650" y="624840"/>
                      </a:moveTo>
                      <a:lnTo>
                        <a:pt x="922306" y="624840"/>
                      </a:lnTo>
                      <a:lnTo>
                        <a:pt x="922306" y="595122"/>
                      </a:lnTo>
                      <a:lnTo>
                        <a:pt x="862774" y="595122"/>
                      </a:lnTo>
                      <a:lnTo>
                        <a:pt x="862774" y="565404"/>
                      </a:lnTo>
                      <a:lnTo>
                        <a:pt x="833056" y="565404"/>
                      </a:lnTo>
                      <a:lnTo>
                        <a:pt x="833056" y="535686"/>
                      </a:lnTo>
                      <a:lnTo>
                        <a:pt x="803338" y="535686"/>
                      </a:lnTo>
                      <a:lnTo>
                        <a:pt x="803338" y="476155"/>
                      </a:lnTo>
                      <a:lnTo>
                        <a:pt x="833056" y="476155"/>
                      </a:lnTo>
                      <a:lnTo>
                        <a:pt x="833056" y="297561"/>
                      </a:lnTo>
                      <a:lnTo>
                        <a:pt x="803338" y="297561"/>
                      </a:lnTo>
                      <a:lnTo>
                        <a:pt x="803338" y="238030"/>
                      </a:lnTo>
                      <a:lnTo>
                        <a:pt x="833056" y="238030"/>
                      </a:lnTo>
                      <a:lnTo>
                        <a:pt x="833056" y="208312"/>
                      </a:lnTo>
                      <a:lnTo>
                        <a:pt x="862774" y="208312"/>
                      </a:lnTo>
                      <a:lnTo>
                        <a:pt x="862774" y="238030"/>
                      </a:lnTo>
                      <a:lnTo>
                        <a:pt x="833056" y="238030"/>
                      </a:lnTo>
                      <a:lnTo>
                        <a:pt x="833056" y="297561"/>
                      </a:lnTo>
                      <a:lnTo>
                        <a:pt x="862774" y="297561"/>
                      </a:lnTo>
                      <a:lnTo>
                        <a:pt x="862774" y="476155"/>
                      </a:lnTo>
                      <a:lnTo>
                        <a:pt x="833056" y="476155"/>
                      </a:lnTo>
                      <a:lnTo>
                        <a:pt x="833056" y="535686"/>
                      </a:lnTo>
                      <a:lnTo>
                        <a:pt x="862774" y="535686"/>
                      </a:lnTo>
                      <a:lnTo>
                        <a:pt x="862774" y="565404"/>
                      </a:lnTo>
                      <a:lnTo>
                        <a:pt x="922306" y="565404"/>
                      </a:lnTo>
                      <a:lnTo>
                        <a:pt x="922306" y="595122"/>
                      </a:lnTo>
                      <a:lnTo>
                        <a:pt x="1011650" y="595122"/>
                      </a:lnTo>
                      <a:lnTo>
                        <a:pt x="1011650" y="624840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5" name="Google Shape;1145;p24"/>
                <p:cNvSpPr/>
                <p:nvPr/>
              </p:nvSpPr>
              <p:spPr>
                <a:xfrm>
                  <a:off x="7047357" y="4798218"/>
                  <a:ext cx="89249" cy="119062"/>
                </a:xfrm>
                <a:custGeom>
                  <a:rect b="b" l="l" r="r" t="t"/>
                  <a:pathLst>
                    <a:path extrusionOk="0" h="119062" w="89249">
                      <a:moveTo>
                        <a:pt x="89249" y="0"/>
                      </a:moveTo>
                      <a:lnTo>
                        <a:pt x="89249" y="89249"/>
                      </a:lnTo>
                      <a:lnTo>
                        <a:pt x="29718" y="89249"/>
                      </a:lnTo>
                      <a:lnTo>
                        <a:pt x="29718" y="119063"/>
                      </a:lnTo>
                      <a:lnTo>
                        <a:pt x="0" y="119063"/>
                      </a:lnTo>
                      <a:lnTo>
                        <a:pt x="0" y="59531"/>
                      </a:lnTo>
                      <a:lnTo>
                        <a:pt x="29718" y="59531"/>
                      </a:lnTo>
                      <a:lnTo>
                        <a:pt x="29718" y="29813"/>
                      </a:lnTo>
                      <a:lnTo>
                        <a:pt x="59436" y="29813"/>
                      </a:lnTo>
                      <a:lnTo>
                        <a:pt x="59436" y="0"/>
                      </a:lnTo>
                      <a:lnTo>
                        <a:pt x="89249" y="0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6" name="Google Shape;1146;p24"/>
                <p:cNvSpPr/>
                <p:nvPr/>
              </p:nvSpPr>
              <p:spPr>
                <a:xfrm>
                  <a:off x="6987730" y="485774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7" name="Google Shape;1147;p24"/>
                <p:cNvSpPr/>
                <p:nvPr/>
              </p:nvSpPr>
              <p:spPr>
                <a:xfrm>
                  <a:off x="6838950" y="4589906"/>
                  <a:ext cx="178593" cy="238125"/>
                </a:xfrm>
                <a:custGeom>
                  <a:rect b="b" l="l" r="r" t="t"/>
                  <a:pathLst>
                    <a:path extrusionOk="0" h="238125" w="178593">
                      <a:moveTo>
                        <a:pt x="178594" y="29718"/>
                      </a:moveTo>
                      <a:lnTo>
                        <a:pt x="178594" y="89249"/>
                      </a:lnTo>
                      <a:lnTo>
                        <a:pt x="148780" y="89249"/>
                      </a:lnTo>
                      <a:lnTo>
                        <a:pt x="148780" y="148780"/>
                      </a:lnTo>
                      <a:lnTo>
                        <a:pt x="119063" y="148780"/>
                      </a:lnTo>
                      <a:lnTo>
                        <a:pt x="119063" y="208312"/>
                      </a:lnTo>
                      <a:lnTo>
                        <a:pt x="89345" y="208312"/>
                      </a:lnTo>
                      <a:lnTo>
                        <a:pt x="89345" y="238125"/>
                      </a:lnTo>
                      <a:lnTo>
                        <a:pt x="0" y="238125"/>
                      </a:lnTo>
                      <a:lnTo>
                        <a:pt x="0" y="89249"/>
                      </a:lnTo>
                      <a:lnTo>
                        <a:pt x="29718" y="89249"/>
                      </a:lnTo>
                      <a:lnTo>
                        <a:pt x="29718" y="29718"/>
                      </a:lnTo>
                      <a:lnTo>
                        <a:pt x="59531" y="29718"/>
                      </a:lnTo>
                      <a:lnTo>
                        <a:pt x="59531" y="0"/>
                      </a:lnTo>
                      <a:lnTo>
                        <a:pt x="148780" y="0"/>
                      </a:lnTo>
                      <a:lnTo>
                        <a:pt x="148780" y="29718"/>
                      </a:lnTo>
                      <a:lnTo>
                        <a:pt x="178594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8" name="Google Shape;1148;p24"/>
                <p:cNvSpPr/>
                <p:nvPr/>
              </p:nvSpPr>
              <p:spPr>
                <a:xfrm>
                  <a:off x="7017543" y="4738687"/>
                  <a:ext cx="89249" cy="119062"/>
                </a:xfrm>
                <a:custGeom>
                  <a:rect b="b" l="l" r="r" t="t"/>
                  <a:pathLst>
                    <a:path extrusionOk="0" h="119062" w="89249">
                      <a:moveTo>
                        <a:pt x="89249" y="0"/>
                      </a:moveTo>
                      <a:lnTo>
                        <a:pt x="89249" y="59531"/>
                      </a:lnTo>
                      <a:lnTo>
                        <a:pt x="59531" y="59531"/>
                      </a:lnTo>
                      <a:lnTo>
                        <a:pt x="59531" y="89345"/>
                      </a:lnTo>
                      <a:lnTo>
                        <a:pt x="29813" y="89345"/>
                      </a:lnTo>
                      <a:lnTo>
                        <a:pt x="29813" y="119063"/>
                      </a:lnTo>
                      <a:lnTo>
                        <a:pt x="0" y="119063"/>
                      </a:lnTo>
                      <a:lnTo>
                        <a:pt x="0" y="59531"/>
                      </a:lnTo>
                      <a:lnTo>
                        <a:pt x="29813" y="59531"/>
                      </a:lnTo>
                      <a:lnTo>
                        <a:pt x="29813" y="29718"/>
                      </a:lnTo>
                      <a:lnTo>
                        <a:pt x="59531" y="29718"/>
                      </a:lnTo>
                      <a:lnTo>
                        <a:pt x="59531" y="0"/>
                      </a:lnTo>
                      <a:lnTo>
                        <a:pt x="89249" y="0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9" name="Google Shape;1149;p24"/>
                <p:cNvSpPr/>
                <p:nvPr/>
              </p:nvSpPr>
              <p:spPr>
                <a:xfrm>
                  <a:off x="7166419" y="4560093"/>
                  <a:ext cx="267842" cy="267938"/>
                </a:xfrm>
                <a:custGeom>
                  <a:rect b="b" l="l" r="r" t="t"/>
                  <a:pathLst>
                    <a:path extrusionOk="0" h="267938" w="267842">
                      <a:moveTo>
                        <a:pt x="267843" y="29813"/>
                      </a:moveTo>
                      <a:lnTo>
                        <a:pt x="267843" y="208312"/>
                      </a:lnTo>
                      <a:lnTo>
                        <a:pt x="238125" y="208312"/>
                      </a:lnTo>
                      <a:lnTo>
                        <a:pt x="238125" y="238125"/>
                      </a:lnTo>
                      <a:lnTo>
                        <a:pt x="208312" y="238125"/>
                      </a:lnTo>
                      <a:lnTo>
                        <a:pt x="208312" y="267938"/>
                      </a:lnTo>
                      <a:lnTo>
                        <a:pt x="89249" y="267938"/>
                      </a:lnTo>
                      <a:lnTo>
                        <a:pt x="89249" y="238125"/>
                      </a:lnTo>
                      <a:lnTo>
                        <a:pt x="59436" y="238125"/>
                      </a:lnTo>
                      <a:lnTo>
                        <a:pt x="59436" y="208312"/>
                      </a:lnTo>
                      <a:lnTo>
                        <a:pt x="29718" y="208312"/>
                      </a:lnTo>
                      <a:lnTo>
                        <a:pt x="29718" y="119063"/>
                      </a:lnTo>
                      <a:lnTo>
                        <a:pt x="0" y="119063"/>
                      </a:lnTo>
                      <a:lnTo>
                        <a:pt x="0" y="59531"/>
                      </a:lnTo>
                      <a:lnTo>
                        <a:pt x="29718" y="59531"/>
                      </a:lnTo>
                      <a:lnTo>
                        <a:pt x="29718" y="29813"/>
                      </a:lnTo>
                      <a:lnTo>
                        <a:pt x="89249" y="29813"/>
                      </a:lnTo>
                      <a:lnTo>
                        <a:pt x="89249" y="0"/>
                      </a:lnTo>
                      <a:lnTo>
                        <a:pt x="208312" y="0"/>
                      </a:lnTo>
                      <a:lnTo>
                        <a:pt x="208312" y="29813"/>
                      </a:lnTo>
                      <a:lnTo>
                        <a:pt x="267843" y="29813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0" name="Google Shape;1150;p24"/>
                <p:cNvSpPr/>
                <p:nvPr/>
              </p:nvSpPr>
              <p:spPr>
                <a:xfrm>
                  <a:off x="6809232" y="4947094"/>
                  <a:ext cx="684561" cy="416623"/>
                </a:xfrm>
                <a:custGeom>
                  <a:rect b="b" l="l" r="r" t="t"/>
                  <a:pathLst>
                    <a:path extrusionOk="0" h="416623" w="684561">
                      <a:moveTo>
                        <a:pt x="684562" y="29718"/>
                      </a:moveTo>
                      <a:lnTo>
                        <a:pt x="684562" y="59436"/>
                      </a:lnTo>
                      <a:lnTo>
                        <a:pt x="654748" y="59436"/>
                      </a:lnTo>
                      <a:lnTo>
                        <a:pt x="654748" y="148780"/>
                      </a:lnTo>
                      <a:lnTo>
                        <a:pt x="625030" y="148780"/>
                      </a:lnTo>
                      <a:lnTo>
                        <a:pt x="625030" y="238125"/>
                      </a:lnTo>
                      <a:lnTo>
                        <a:pt x="595313" y="238125"/>
                      </a:lnTo>
                      <a:lnTo>
                        <a:pt x="595313" y="297561"/>
                      </a:lnTo>
                      <a:lnTo>
                        <a:pt x="565499" y="297561"/>
                      </a:lnTo>
                      <a:lnTo>
                        <a:pt x="565499" y="357188"/>
                      </a:lnTo>
                      <a:lnTo>
                        <a:pt x="595313" y="357188"/>
                      </a:lnTo>
                      <a:lnTo>
                        <a:pt x="595313" y="386905"/>
                      </a:lnTo>
                      <a:lnTo>
                        <a:pt x="565499" y="386905"/>
                      </a:lnTo>
                      <a:lnTo>
                        <a:pt x="565499" y="416623"/>
                      </a:lnTo>
                      <a:lnTo>
                        <a:pt x="29718" y="416623"/>
                      </a:lnTo>
                      <a:lnTo>
                        <a:pt x="29718" y="386905"/>
                      </a:lnTo>
                      <a:lnTo>
                        <a:pt x="0" y="386905"/>
                      </a:lnTo>
                      <a:lnTo>
                        <a:pt x="0" y="327374"/>
                      </a:lnTo>
                      <a:lnTo>
                        <a:pt x="29718" y="327374"/>
                      </a:lnTo>
                      <a:lnTo>
                        <a:pt x="29718" y="267843"/>
                      </a:lnTo>
                      <a:lnTo>
                        <a:pt x="59436" y="267843"/>
                      </a:lnTo>
                      <a:lnTo>
                        <a:pt x="59436" y="238125"/>
                      </a:lnTo>
                      <a:lnTo>
                        <a:pt x="178498" y="238125"/>
                      </a:lnTo>
                      <a:lnTo>
                        <a:pt x="178498" y="267843"/>
                      </a:lnTo>
                      <a:lnTo>
                        <a:pt x="267843" y="267843"/>
                      </a:lnTo>
                      <a:lnTo>
                        <a:pt x="267843" y="297561"/>
                      </a:lnTo>
                      <a:lnTo>
                        <a:pt x="416623" y="297561"/>
                      </a:lnTo>
                      <a:lnTo>
                        <a:pt x="416623" y="267843"/>
                      </a:lnTo>
                      <a:lnTo>
                        <a:pt x="476250" y="267843"/>
                      </a:lnTo>
                      <a:lnTo>
                        <a:pt x="476250" y="238125"/>
                      </a:lnTo>
                      <a:lnTo>
                        <a:pt x="505968" y="238125"/>
                      </a:lnTo>
                      <a:lnTo>
                        <a:pt x="505968" y="148780"/>
                      </a:lnTo>
                      <a:lnTo>
                        <a:pt x="535686" y="148780"/>
                      </a:lnTo>
                      <a:lnTo>
                        <a:pt x="535686" y="0"/>
                      </a:lnTo>
                      <a:lnTo>
                        <a:pt x="654748" y="0"/>
                      </a:lnTo>
                      <a:lnTo>
                        <a:pt x="654748" y="29718"/>
                      </a:lnTo>
                      <a:lnTo>
                        <a:pt x="684562" y="29718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1" name="Google Shape;1151;p24"/>
                <p:cNvSpPr/>
                <p:nvPr/>
              </p:nvSpPr>
              <p:spPr>
                <a:xfrm>
                  <a:off x="7344918" y="4917280"/>
                  <a:ext cx="119062" cy="29718"/>
                </a:xfrm>
                <a:custGeom>
                  <a:rect b="b" l="l" r="r" t="t"/>
                  <a:pathLst>
                    <a:path extrusionOk="0" h="29718" w="119062">
                      <a:moveTo>
                        <a:pt x="0" y="0"/>
                      </a:moveTo>
                      <a:lnTo>
                        <a:pt x="119062" y="0"/>
                      </a:lnTo>
                      <a:lnTo>
                        <a:pt x="119062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2" name="Google Shape;1152;p24"/>
                <p:cNvSpPr/>
                <p:nvPr/>
              </p:nvSpPr>
              <p:spPr>
                <a:xfrm>
                  <a:off x="7255668" y="4798218"/>
                  <a:ext cx="119062" cy="29718"/>
                </a:xfrm>
                <a:custGeom>
                  <a:rect b="b" l="l" r="r" t="t"/>
                  <a:pathLst>
                    <a:path extrusionOk="0" h="29718" w="119062">
                      <a:moveTo>
                        <a:pt x="0" y="0"/>
                      </a:moveTo>
                      <a:lnTo>
                        <a:pt x="119063" y="0"/>
                      </a:lnTo>
                      <a:lnTo>
                        <a:pt x="11906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3" name="Google Shape;1153;p24"/>
                <p:cNvSpPr/>
                <p:nvPr/>
              </p:nvSpPr>
              <p:spPr>
                <a:xfrm>
                  <a:off x="7344918" y="476840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4" name="Google Shape;1154;p24"/>
                <p:cNvSpPr/>
                <p:nvPr/>
              </p:nvSpPr>
              <p:spPr>
                <a:xfrm>
                  <a:off x="7255668" y="476840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5" name="Google Shape;1155;p24"/>
                <p:cNvSpPr/>
                <p:nvPr/>
              </p:nvSpPr>
              <p:spPr>
                <a:xfrm>
                  <a:off x="7315200" y="4738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6" name="Google Shape;1156;p24"/>
                <p:cNvSpPr/>
                <p:nvPr/>
              </p:nvSpPr>
              <p:spPr>
                <a:xfrm>
                  <a:off x="7196137" y="4708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7" name="Google Shape;1157;p24"/>
                <p:cNvSpPr/>
                <p:nvPr/>
              </p:nvSpPr>
              <p:spPr>
                <a:xfrm>
                  <a:off x="7374731" y="4738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8" name="Google Shape;1158;p24"/>
                <p:cNvSpPr/>
                <p:nvPr/>
              </p:nvSpPr>
              <p:spPr>
                <a:xfrm>
                  <a:off x="7404544" y="4708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9" name="Google Shape;1159;p24"/>
                <p:cNvSpPr/>
                <p:nvPr/>
              </p:nvSpPr>
              <p:spPr>
                <a:xfrm>
                  <a:off x="7344918" y="4708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0" name="Google Shape;1160;p24"/>
                <p:cNvSpPr/>
                <p:nvPr/>
              </p:nvSpPr>
              <p:spPr>
                <a:xfrm>
                  <a:off x="7285482" y="4679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1" name="Google Shape;1161;p24"/>
                <p:cNvSpPr/>
                <p:nvPr/>
              </p:nvSpPr>
              <p:spPr>
                <a:xfrm>
                  <a:off x="7374731" y="4679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2" name="Google Shape;1162;p24"/>
                <p:cNvSpPr/>
                <p:nvPr/>
              </p:nvSpPr>
              <p:spPr>
                <a:xfrm>
                  <a:off x="7374731" y="461962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3" name="Google Shape;1163;p24"/>
                <p:cNvSpPr/>
                <p:nvPr/>
              </p:nvSpPr>
              <p:spPr>
                <a:xfrm>
                  <a:off x="7404544" y="4589906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4" name="Google Shape;1164;p24"/>
                <p:cNvSpPr/>
                <p:nvPr/>
              </p:nvSpPr>
              <p:spPr>
                <a:xfrm>
                  <a:off x="7285482" y="4738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5" name="Google Shape;1165;p24"/>
                <p:cNvSpPr/>
                <p:nvPr/>
              </p:nvSpPr>
              <p:spPr>
                <a:xfrm>
                  <a:off x="7225855" y="4738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6" name="Google Shape;1166;p24"/>
                <p:cNvSpPr/>
                <p:nvPr/>
              </p:nvSpPr>
              <p:spPr>
                <a:xfrm>
                  <a:off x="7225855" y="4768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7" name="Google Shape;1167;p24"/>
                <p:cNvSpPr/>
                <p:nvPr/>
              </p:nvSpPr>
              <p:spPr>
                <a:xfrm>
                  <a:off x="6868668" y="4798218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8" name="Google Shape;1168;p24"/>
                <p:cNvSpPr/>
                <p:nvPr/>
              </p:nvSpPr>
              <p:spPr>
                <a:xfrm>
                  <a:off x="6898481" y="476840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9" name="Google Shape;1169;p24"/>
                <p:cNvSpPr/>
                <p:nvPr/>
              </p:nvSpPr>
              <p:spPr>
                <a:xfrm>
                  <a:off x="6928294" y="4738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0" name="Google Shape;1170;p24"/>
                <p:cNvSpPr/>
                <p:nvPr/>
              </p:nvSpPr>
              <p:spPr>
                <a:xfrm>
                  <a:off x="6958012" y="467915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1" name="Google Shape;1171;p24"/>
                <p:cNvSpPr/>
                <p:nvPr/>
              </p:nvSpPr>
              <p:spPr>
                <a:xfrm>
                  <a:off x="6987730" y="461962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2" name="Google Shape;1172;p24"/>
                <p:cNvSpPr/>
                <p:nvPr/>
              </p:nvSpPr>
              <p:spPr>
                <a:xfrm>
                  <a:off x="6928294" y="4679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3" name="Google Shape;1173;p24"/>
                <p:cNvSpPr/>
                <p:nvPr/>
              </p:nvSpPr>
              <p:spPr>
                <a:xfrm>
                  <a:off x="6898481" y="4708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4" name="Google Shape;1174;p24"/>
                <p:cNvSpPr/>
                <p:nvPr/>
              </p:nvSpPr>
              <p:spPr>
                <a:xfrm>
                  <a:off x="6868668" y="4738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5" name="Google Shape;1175;p24"/>
                <p:cNvSpPr/>
                <p:nvPr/>
              </p:nvSpPr>
              <p:spPr>
                <a:xfrm>
                  <a:off x="6838950" y="4768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6" name="Google Shape;1176;p24"/>
                <p:cNvSpPr/>
                <p:nvPr/>
              </p:nvSpPr>
              <p:spPr>
                <a:xfrm>
                  <a:off x="6868668" y="4679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7" name="Google Shape;1177;p24"/>
                <p:cNvSpPr/>
                <p:nvPr/>
              </p:nvSpPr>
              <p:spPr>
                <a:xfrm>
                  <a:off x="6868668" y="50661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8" name="Google Shape;1178;p24"/>
                <p:cNvSpPr/>
                <p:nvPr/>
              </p:nvSpPr>
              <p:spPr>
                <a:xfrm>
                  <a:off x="6928294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9" name="Google Shape;1179;p24"/>
                <p:cNvSpPr/>
                <p:nvPr/>
              </p:nvSpPr>
              <p:spPr>
                <a:xfrm>
                  <a:off x="6987730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0" name="Google Shape;1180;p24"/>
                <p:cNvSpPr/>
                <p:nvPr/>
              </p:nvSpPr>
              <p:spPr>
                <a:xfrm>
                  <a:off x="7047357" y="50661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1" name="Google Shape;1181;p24"/>
                <p:cNvSpPr/>
                <p:nvPr/>
              </p:nvSpPr>
              <p:spPr>
                <a:xfrm>
                  <a:off x="7077075" y="51255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2" name="Google Shape;1182;p24"/>
                <p:cNvSpPr/>
                <p:nvPr/>
              </p:nvSpPr>
              <p:spPr>
                <a:xfrm>
                  <a:off x="7106793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3" name="Google Shape;1183;p24"/>
                <p:cNvSpPr/>
                <p:nvPr/>
              </p:nvSpPr>
              <p:spPr>
                <a:xfrm>
                  <a:off x="7166419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4" name="Google Shape;1184;p24"/>
                <p:cNvSpPr/>
                <p:nvPr/>
              </p:nvSpPr>
              <p:spPr>
                <a:xfrm>
                  <a:off x="7225855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5" name="Google Shape;1185;p24"/>
                <p:cNvSpPr/>
                <p:nvPr/>
              </p:nvSpPr>
              <p:spPr>
                <a:xfrm>
                  <a:off x="7255668" y="5155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6" name="Google Shape;1186;p24"/>
                <p:cNvSpPr/>
                <p:nvPr/>
              </p:nvSpPr>
              <p:spPr>
                <a:xfrm>
                  <a:off x="6868668" y="5333999"/>
                  <a:ext cx="505968" cy="29718"/>
                </a:xfrm>
                <a:custGeom>
                  <a:rect b="b" l="l" r="r" t="t"/>
                  <a:pathLst>
                    <a:path extrusionOk="0" h="29718" w="505968">
                      <a:moveTo>
                        <a:pt x="0" y="0"/>
                      </a:moveTo>
                      <a:lnTo>
                        <a:pt x="505968" y="0"/>
                      </a:lnTo>
                      <a:lnTo>
                        <a:pt x="50596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7" name="Google Shape;1187;p24"/>
                <p:cNvSpPr/>
                <p:nvPr/>
              </p:nvSpPr>
              <p:spPr>
                <a:xfrm>
                  <a:off x="7285482" y="5304281"/>
                  <a:ext cx="119062" cy="29718"/>
                </a:xfrm>
                <a:custGeom>
                  <a:rect b="b" l="l" r="r" t="t"/>
                  <a:pathLst>
                    <a:path extrusionOk="0" h="29718" w="119062">
                      <a:moveTo>
                        <a:pt x="0" y="0"/>
                      </a:moveTo>
                      <a:lnTo>
                        <a:pt x="119063" y="0"/>
                      </a:lnTo>
                      <a:lnTo>
                        <a:pt x="11906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8" name="Google Shape;1188;p24"/>
                <p:cNvSpPr/>
                <p:nvPr/>
              </p:nvSpPr>
              <p:spPr>
                <a:xfrm>
                  <a:off x="7136606" y="5304281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9" name="Google Shape;1189;p24"/>
                <p:cNvSpPr/>
                <p:nvPr/>
              </p:nvSpPr>
              <p:spPr>
                <a:xfrm>
                  <a:off x="7077075" y="530428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0" name="Google Shape;1190;p24"/>
                <p:cNvSpPr/>
                <p:nvPr/>
              </p:nvSpPr>
              <p:spPr>
                <a:xfrm>
                  <a:off x="7017543" y="530428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1" name="Google Shape;1191;p24"/>
                <p:cNvSpPr/>
                <p:nvPr/>
              </p:nvSpPr>
              <p:spPr>
                <a:xfrm>
                  <a:off x="6958012" y="530428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2" name="Google Shape;1192;p24"/>
                <p:cNvSpPr/>
                <p:nvPr/>
              </p:nvSpPr>
              <p:spPr>
                <a:xfrm>
                  <a:off x="6987730" y="52744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3" name="Google Shape;1193;p24"/>
                <p:cNvSpPr/>
                <p:nvPr/>
              </p:nvSpPr>
              <p:spPr>
                <a:xfrm>
                  <a:off x="7047357" y="52744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4" name="Google Shape;1194;p24"/>
                <p:cNvSpPr/>
                <p:nvPr/>
              </p:nvSpPr>
              <p:spPr>
                <a:xfrm>
                  <a:off x="7106793" y="52744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5" name="Google Shape;1195;p24"/>
                <p:cNvSpPr/>
                <p:nvPr/>
              </p:nvSpPr>
              <p:spPr>
                <a:xfrm>
                  <a:off x="7166419" y="52744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6" name="Google Shape;1196;p24"/>
                <p:cNvSpPr/>
                <p:nvPr/>
              </p:nvSpPr>
              <p:spPr>
                <a:xfrm>
                  <a:off x="7225855" y="52744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7" name="Google Shape;1197;p24"/>
                <p:cNvSpPr/>
                <p:nvPr/>
              </p:nvSpPr>
              <p:spPr>
                <a:xfrm>
                  <a:off x="7255668" y="530428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8" name="Google Shape;1198;p24"/>
                <p:cNvSpPr/>
                <p:nvPr/>
              </p:nvSpPr>
              <p:spPr>
                <a:xfrm>
                  <a:off x="7285482" y="52744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9" name="Google Shape;1199;p24"/>
                <p:cNvSpPr/>
                <p:nvPr/>
              </p:nvSpPr>
              <p:spPr>
                <a:xfrm>
                  <a:off x="7344918" y="52744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0" name="Google Shape;1200;p24"/>
                <p:cNvSpPr/>
                <p:nvPr/>
              </p:nvSpPr>
              <p:spPr>
                <a:xfrm>
                  <a:off x="7315200" y="52446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1" name="Google Shape;1201;p24"/>
                <p:cNvSpPr/>
                <p:nvPr/>
              </p:nvSpPr>
              <p:spPr>
                <a:xfrm>
                  <a:off x="7255668" y="52446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2" name="Google Shape;1202;p24"/>
                <p:cNvSpPr/>
                <p:nvPr/>
              </p:nvSpPr>
              <p:spPr>
                <a:xfrm>
                  <a:off x="7285482" y="52149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3" name="Google Shape;1203;p24"/>
                <p:cNvSpPr/>
                <p:nvPr/>
              </p:nvSpPr>
              <p:spPr>
                <a:xfrm>
                  <a:off x="7344918" y="52149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4" name="Google Shape;1204;p24"/>
                <p:cNvSpPr/>
                <p:nvPr/>
              </p:nvSpPr>
              <p:spPr>
                <a:xfrm>
                  <a:off x="7374731" y="49470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5" name="Google Shape;1205;p24"/>
                <p:cNvSpPr/>
                <p:nvPr/>
              </p:nvSpPr>
              <p:spPr>
                <a:xfrm>
                  <a:off x="7434262" y="49470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6" name="Google Shape;1206;p24"/>
                <p:cNvSpPr/>
                <p:nvPr/>
              </p:nvSpPr>
              <p:spPr>
                <a:xfrm>
                  <a:off x="7344918" y="49470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7" name="Google Shape;1207;p24"/>
                <p:cNvSpPr/>
                <p:nvPr/>
              </p:nvSpPr>
              <p:spPr>
                <a:xfrm>
                  <a:off x="7344918" y="49768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8" name="Google Shape;1208;p24"/>
                <p:cNvSpPr/>
                <p:nvPr/>
              </p:nvSpPr>
              <p:spPr>
                <a:xfrm>
                  <a:off x="7404544" y="49470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9" name="Google Shape;1209;p24"/>
                <p:cNvSpPr/>
                <p:nvPr/>
              </p:nvSpPr>
              <p:spPr>
                <a:xfrm>
                  <a:off x="7374731" y="5006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0" name="Google Shape;1210;p24"/>
                <p:cNvSpPr/>
                <p:nvPr/>
              </p:nvSpPr>
              <p:spPr>
                <a:xfrm>
                  <a:off x="6898481" y="49768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1" name="Google Shape;1211;p24"/>
                <p:cNvSpPr/>
                <p:nvPr/>
              </p:nvSpPr>
              <p:spPr>
                <a:xfrm>
                  <a:off x="7106793" y="4530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2" name="Google Shape;1212;p24"/>
                <p:cNvSpPr/>
                <p:nvPr/>
              </p:nvSpPr>
              <p:spPr>
                <a:xfrm>
                  <a:off x="7077075" y="45600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3" name="Google Shape;1213;p24"/>
                <p:cNvSpPr/>
                <p:nvPr/>
              </p:nvSpPr>
              <p:spPr>
                <a:xfrm>
                  <a:off x="7077075" y="4530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4" name="Google Shape;1214;p24"/>
                <p:cNvSpPr/>
                <p:nvPr/>
              </p:nvSpPr>
              <p:spPr>
                <a:xfrm>
                  <a:off x="7047357" y="450056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5" name="Google Shape;1215;p24"/>
                <p:cNvSpPr/>
                <p:nvPr/>
              </p:nvSpPr>
              <p:spPr>
                <a:xfrm>
                  <a:off x="7106793" y="447084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6" name="Google Shape;1216;p24"/>
                <p:cNvSpPr/>
                <p:nvPr/>
              </p:nvSpPr>
              <p:spPr>
                <a:xfrm>
                  <a:off x="6838950" y="5006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7" name="Google Shape;1217;p24"/>
                <p:cNvSpPr/>
                <p:nvPr/>
              </p:nvSpPr>
              <p:spPr>
                <a:xfrm>
                  <a:off x="6838950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8" name="Google Shape;1218;p24"/>
                <p:cNvSpPr/>
                <p:nvPr/>
              </p:nvSpPr>
              <p:spPr>
                <a:xfrm>
                  <a:off x="6809232" y="5006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9" name="Google Shape;1219;p24"/>
                <p:cNvSpPr/>
                <p:nvPr/>
              </p:nvSpPr>
              <p:spPr>
                <a:xfrm>
                  <a:off x="6838950" y="49768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0" name="Google Shape;1220;p24"/>
                <p:cNvSpPr/>
                <p:nvPr/>
              </p:nvSpPr>
              <p:spPr>
                <a:xfrm>
                  <a:off x="6779418" y="49768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1" name="Google Shape;1221;p24"/>
                <p:cNvSpPr/>
                <p:nvPr/>
              </p:nvSpPr>
              <p:spPr>
                <a:xfrm>
                  <a:off x="6809232" y="49470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2" name="Google Shape;1222;p24"/>
                <p:cNvSpPr/>
                <p:nvPr/>
              </p:nvSpPr>
              <p:spPr>
                <a:xfrm>
                  <a:off x="6838950" y="4917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3" name="Google Shape;1223;p24"/>
                <p:cNvSpPr/>
                <p:nvPr/>
              </p:nvSpPr>
              <p:spPr>
                <a:xfrm>
                  <a:off x="6749605" y="49470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4" name="Google Shape;1224;p24"/>
                <p:cNvSpPr/>
                <p:nvPr/>
              </p:nvSpPr>
              <p:spPr>
                <a:xfrm rot="10800000">
                  <a:off x="7047357" y="500672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5" name="Google Shape;1225;p24"/>
                <p:cNvSpPr/>
                <p:nvPr/>
              </p:nvSpPr>
              <p:spPr>
                <a:xfrm rot="10800000">
                  <a:off x="7106983" y="500672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6" name="Google Shape;1226;p24"/>
                <p:cNvSpPr/>
                <p:nvPr/>
              </p:nvSpPr>
              <p:spPr>
                <a:xfrm rot="10800000">
                  <a:off x="7106983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7" name="Google Shape;1227;p24"/>
                <p:cNvSpPr/>
                <p:nvPr/>
              </p:nvSpPr>
              <p:spPr>
                <a:xfrm rot="10800000">
                  <a:off x="7166419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8" name="Google Shape;1228;p24"/>
                <p:cNvSpPr/>
                <p:nvPr/>
              </p:nvSpPr>
              <p:spPr>
                <a:xfrm rot="10800000">
                  <a:off x="7226046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9" name="Google Shape;1229;p24"/>
                <p:cNvSpPr/>
                <p:nvPr/>
              </p:nvSpPr>
              <p:spPr>
                <a:xfrm rot="10800000">
                  <a:off x="7196137" y="500672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0" name="Google Shape;1230;p24"/>
                <p:cNvSpPr/>
                <p:nvPr/>
              </p:nvSpPr>
              <p:spPr>
                <a:xfrm rot="10800000">
                  <a:off x="7285482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1" name="Google Shape;1231;p24"/>
                <p:cNvSpPr/>
                <p:nvPr/>
              </p:nvSpPr>
              <p:spPr>
                <a:xfrm rot="10800000">
                  <a:off x="7285482" y="50661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2" name="Google Shape;1232;p24"/>
                <p:cNvSpPr/>
                <p:nvPr/>
              </p:nvSpPr>
              <p:spPr>
                <a:xfrm rot="10800000">
                  <a:off x="7255668" y="500672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3" name="Google Shape;1233;p24"/>
                <p:cNvSpPr/>
                <p:nvPr/>
              </p:nvSpPr>
              <p:spPr>
                <a:xfrm>
                  <a:off x="6719887" y="4917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4" name="Google Shape;1234;p24"/>
                <p:cNvSpPr/>
                <p:nvPr/>
              </p:nvSpPr>
              <p:spPr>
                <a:xfrm>
                  <a:off x="6898481" y="49470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5" name="Google Shape;1235;p24"/>
                <p:cNvSpPr/>
                <p:nvPr/>
              </p:nvSpPr>
              <p:spPr>
                <a:xfrm>
                  <a:off x="7017543" y="49768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6" name="Google Shape;1236;p24"/>
                <p:cNvSpPr/>
                <p:nvPr/>
              </p:nvSpPr>
              <p:spPr>
                <a:xfrm>
                  <a:off x="7047357" y="49470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7" name="Google Shape;1237;p24"/>
                <p:cNvSpPr/>
                <p:nvPr/>
              </p:nvSpPr>
              <p:spPr>
                <a:xfrm>
                  <a:off x="7404544" y="524465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8" name="Google Shape;1238;p24"/>
                <p:cNvSpPr/>
                <p:nvPr/>
              </p:nvSpPr>
              <p:spPr>
                <a:xfrm>
                  <a:off x="7434262" y="518521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9" name="Google Shape;1239;p24"/>
                <p:cNvSpPr/>
                <p:nvPr/>
              </p:nvSpPr>
              <p:spPr>
                <a:xfrm>
                  <a:off x="7463980" y="524465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0" name="Google Shape;1240;p24"/>
                <p:cNvSpPr/>
                <p:nvPr/>
              </p:nvSpPr>
              <p:spPr>
                <a:xfrm>
                  <a:off x="7493793" y="52446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1" name="Google Shape;1241;p24"/>
                <p:cNvSpPr/>
                <p:nvPr/>
              </p:nvSpPr>
              <p:spPr>
                <a:xfrm>
                  <a:off x="7493793" y="52149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2" name="Google Shape;1242;p24"/>
                <p:cNvSpPr/>
                <p:nvPr/>
              </p:nvSpPr>
              <p:spPr>
                <a:xfrm>
                  <a:off x="7523607" y="524465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3" name="Google Shape;1243;p24"/>
                <p:cNvSpPr/>
                <p:nvPr/>
              </p:nvSpPr>
              <p:spPr>
                <a:xfrm>
                  <a:off x="7553325" y="5214937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4" name="Google Shape;1244;p24"/>
                <p:cNvSpPr/>
                <p:nvPr/>
              </p:nvSpPr>
              <p:spPr>
                <a:xfrm>
                  <a:off x="7463980" y="51852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5" name="Google Shape;1245;p24"/>
                <p:cNvSpPr/>
                <p:nvPr/>
              </p:nvSpPr>
              <p:spPr>
                <a:xfrm>
                  <a:off x="7612856" y="52446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6" name="Google Shape;1246;p24"/>
                <p:cNvSpPr/>
                <p:nvPr/>
              </p:nvSpPr>
              <p:spPr>
                <a:xfrm>
                  <a:off x="7583043" y="52149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7" name="Google Shape;1247;p24"/>
                <p:cNvSpPr/>
                <p:nvPr/>
              </p:nvSpPr>
              <p:spPr>
                <a:xfrm>
                  <a:off x="7612856" y="52149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8" name="Google Shape;1248;p24"/>
                <p:cNvSpPr/>
                <p:nvPr/>
              </p:nvSpPr>
              <p:spPr>
                <a:xfrm>
                  <a:off x="7583043" y="52446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9" name="Google Shape;1249;p24"/>
                <p:cNvSpPr/>
                <p:nvPr/>
              </p:nvSpPr>
              <p:spPr>
                <a:xfrm>
                  <a:off x="7583043" y="51852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0" name="Google Shape;1250;p24"/>
                <p:cNvSpPr/>
                <p:nvPr/>
              </p:nvSpPr>
              <p:spPr>
                <a:xfrm>
                  <a:off x="7642669" y="51852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1" name="Google Shape;1251;p24"/>
                <p:cNvSpPr/>
                <p:nvPr/>
              </p:nvSpPr>
              <p:spPr>
                <a:xfrm>
                  <a:off x="7672387" y="52149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2" name="Google Shape;1252;p24"/>
                <p:cNvSpPr/>
                <p:nvPr/>
              </p:nvSpPr>
              <p:spPr>
                <a:xfrm>
                  <a:off x="7702105" y="51852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3" name="Google Shape;1253;p24"/>
                <p:cNvSpPr/>
                <p:nvPr/>
              </p:nvSpPr>
              <p:spPr>
                <a:xfrm>
                  <a:off x="7672387" y="5155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4" name="Google Shape;1254;p24"/>
                <p:cNvSpPr/>
                <p:nvPr/>
              </p:nvSpPr>
              <p:spPr>
                <a:xfrm>
                  <a:off x="7702105" y="51255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5" name="Google Shape;1255;p24"/>
                <p:cNvSpPr/>
                <p:nvPr/>
              </p:nvSpPr>
              <p:spPr>
                <a:xfrm>
                  <a:off x="7761732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6" name="Google Shape;1256;p24"/>
                <p:cNvSpPr/>
                <p:nvPr/>
              </p:nvSpPr>
              <p:spPr>
                <a:xfrm>
                  <a:off x="7642669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7" name="Google Shape;1257;p24"/>
                <p:cNvSpPr/>
                <p:nvPr/>
              </p:nvSpPr>
              <p:spPr>
                <a:xfrm>
                  <a:off x="7612856" y="51255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8" name="Google Shape;1258;p24"/>
                <p:cNvSpPr/>
                <p:nvPr/>
              </p:nvSpPr>
              <p:spPr>
                <a:xfrm>
                  <a:off x="7553325" y="5155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9" name="Google Shape;1259;p24"/>
                <p:cNvSpPr/>
                <p:nvPr/>
              </p:nvSpPr>
              <p:spPr>
                <a:xfrm>
                  <a:off x="7523607" y="51255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0" name="Google Shape;1260;p24"/>
                <p:cNvSpPr/>
                <p:nvPr/>
              </p:nvSpPr>
              <p:spPr>
                <a:xfrm>
                  <a:off x="7493793" y="5155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1" name="Google Shape;1261;p24"/>
                <p:cNvSpPr/>
                <p:nvPr/>
              </p:nvSpPr>
              <p:spPr>
                <a:xfrm>
                  <a:off x="7523607" y="51852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2" name="Google Shape;1262;p24"/>
                <p:cNvSpPr/>
                <p:nvPr/>
              </p:nvSpPr>
              <p:spPr>
                <a:xfrm>
                  <a:off x="7434262" y="5006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3" name="Google Shape;1263;p24"/>
                <p:cNvSpPr/>
                <p:nvPr/>
              </p:nvSpPr>
              <p:spPr>
                <a:xfrm>
                  <a:off x="7344918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4" name="Google Shape;1264;p24"/>
                <p:cNvSpPr/>
                <p:nvPr/>
              </p:nvSpPr>
              <p:spPr>
                <a:xfrm>
                  <a:off x="7404544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5" name="Google Shape;1265;p24"/>
                <p:cNvSpPr/>
                <p:nvPr/>
              </p:nvSpPr>
              <p:spPr>
                <a:xfrm>
                  <a:off x="7404544" y="4976812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6" name="Google Shape;1266;p24"/>
                <p:cNvSpPr/>
                <p:nvPr/>
              </p:nvSpPr>
              <p:spPr>
                <a:xfrm>
                  <a:off x="7523607" y="49768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7" name="Google Shape;1267;p24"/>
                <p:cNvSpPr/>
                <p:nvPr/>
              </p:nvSpPr>
              <p:spPr>
                <a:xfrm>
                  <a:off x="7583043" y="5006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8" name="Google Shape;1268;p24"/>
                <p:cNvSpPr/>
                <p:nvPr/>
              </p:nvSpPr>
              <p:spPr>
                <a:xfrm>
                  <a:off x="7553325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9" name="Google Shape;1269;p24"/>
                <p:cNvSpPr/>
                <p:nvPr/>
              </p:nvSpPr>
              <p:spPr>
                <a:xfrm>
                  <a:off x="7493793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0" name="Google Shape;1270;p24"/>
                <p:cNvSpPr/>
                <p:nvPr/>
              </p:nvSpPr>
              <p:spPr>
                <a:xfrm>
                  <a:off x="7612856" y="5036343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1" name="Google Shape;1271;p24"/>
                <p:cNvSpPr/>
                <p:nvPr/>
              </p:nvSpPr>
              <p:spPr>
                <a:xfrm>
                  <a:off x="7493793" y="500653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2" name="Google Shape;1272;p24"/>
                <p:cNvSpPr/>
                <p:nvPr/>
              </p:nvSpPr>
              <p:spPr>
                <a:xfrm>
                  <a:off x="7553325" y="4798218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3" name="Google Shape;1273;p24"/>
                <p:cNvSpPr/>
                <p:nvPr/>
              </p:nvSpPr>
              <p:spPr>
                <a:xfrm>
                  <a:off x="7553325" y="48280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4" name="Google Shape;1274;p24"/>
                <p:cNvSpPr/>
                <p:nvPr/>
              </p:nvSpPr>
              <p:spPr>
                <a:xfrm>
                  <a:off x="7612856" y="48280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5" name="Google Shape;1275;p24"/>
                <p:cNvSpPr/>
                <p:nvPr/>
              </p:nvSpPr>
              <p:spPr>
                <a:xfrm>
                  <a:off x="7583043" y="48577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6" name="Google Shape;1276;p24"/>
                <p:cNvSpPr/>
                <p:nvPr/>
              </p:nvSpPr>
              <p:spPr>
                <a:xfrm>
                  <a:off x="7642669" y="48577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7" name="Google Shape;1277;p24"/>
                <p:cNvSpPr/>
                <p:nvPr/>
              </p:nvSpPr>
              <p:spPr>
                <a:xfrm>
                  <a:off x="7642669" y="488746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8" name="Google Shape;1278;p24"/>
                <p:cNvSpPr/>
                <p:nvPr/>
              </p:nvSpPr>
              <p:spPr>
                <a:xfrm>
                  <a:off x="7612856" y="48577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9" name="Google Shape;1279;p24"/>
                <p:cNvSpPr/>
                <p:nvPr/>
              </p:nvSpPr>
              <p:spPr>
                <a:xfrm>
                  <a:off x="7642669" y="47982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0" name="Google Shape;1280;p24"/>
                <p:cNvSpPr/>
                <p:nvPr/>
              </p:nvSpPr>
              <p:spPr>
                <a:xfrm>
                  <a:off x="7672387" y="48280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1" name="Google Shape;1281;p24"/>
                <p:cNvSpPr/>
                <p:nvPr/>
              </p:nvSpPr>
              <p:spPr>
                <a:xfrm>
                  <a:off x="7702105" y="48577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2" name="Google Shape;1282;p24"/>
                <p:cNvSpPr/>
                <p:nvPr/>
              </p:nvSpPr>
              <p:spPr>
                <a:xfrm>
                  <a:off x="7731918" y="48280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3" name="Google Shape;1283;p24"/>
                <p:cNvSpPr/>
                <p:nvPr/>
              </p:nvSpPr>
              <p:spPr>
                <a:xfrm>
                  <a:off x="7791450" y="4828031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4" name="Google Shape;1284;p24"/>
                <p:cNvSpPr/>
                <p:nvPr/>
              </p:nvSpPr>
              <p:spPr>
                <a:xfrm>
                  <a:off x="7731918" y="4768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5" name="Google Shape;1285;p24"/>
                <p:cNvSpPr/>
                <p:nvPr/>
              </p:nvSpPr>
              <p:spPr>
                <a:xfrm>
                  <a:off x="7672387" y="4768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6" name="Google Shape;1286;p24"/>
                <p:cNvSpPr/>
                <p:nvPr/>
              </p:nvSpPr>
              <p:spPr>
                <a:xfrm>
                  <a:off x="7642669" y="4738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7" name="Google Shape;1287;p24"/>
                <p:cNvSpPr/>
                <p:nvPr/>
              </p:nvSpPr>
              <p:spPr>
                <a:xfrm>
                  <a:off x="7612856" y="4679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8" name="Google Shape;1288;p24"/>
                <p:cNvSpPr/>
                <p:nvPr/>
              </p:nvSpPr>
              <p:spPr>
                <a:xfrm>
                  <a:off x="7583043" y="4708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9" name="Google Shape;1289;p24"/>
                <p:cNvSpPr/>
                <p:nvPr/>
              </p:nvSpPr>
              <p:spPr>
                <a:xfrm>
                  <a:off x="7672387" y="488746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0" name="Google Shape;1290;p24"/>
                <p:cNvSpPr/>
                <p:nvPr/>
              </p:nvSpPr>
              <p:spPr>
                <a:xfrm>
                  <a:off x="7612856" y="4768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1" name="Google Shape;1291;p24"/>
                <p:cNvSpPr/>
                <p:nvPr/>
              </p:nvSpPr>
              <p:spPr>
                <a:xfrm>
                  <a:off x="7583043" y="4738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92" name="Google Shape;1292;p24"/>
              <p:cNvGrpSpPr/>
              <p:nvPr/>
            </p:nvGrpSpPr>
            <p:grpSpPr>
              <a:xfrm>
                <a:off x="7047357" y="3577780"/>
                <a:ext cx="476154" cy="833437"/>
                <a:chOff x="7047357" y="3577780"/>
                <a:chExt cx="476154" cy="833437"/>
              </a:xfrm>
            </p:grpSpPr>
            <p:sp>
              <p:nvSpPr>
                <p:cNvPr id="1293" name="Google Shape;1293;p24"/>
                <p:cNvSpPr/>
                <p:nvPr/>
              </p:nvSpPr>
              <p:spPr>
                <a:xfrm>
                  <a:off x="7077075" y="429215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4" name="Google Shape;1294;p24"/>
                <p:cNvSpPr/>
                <p:nvPr/>
              </p:nvSpPr>
              <p:spPr>
                <a:xfrm>
                  <a:off x="7136606" y="426243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5" name="Google Shape;1295;p24"/>
                <p:cNvSpPr/>
                <p:nvPr/>
              </p:nvSpPr>
              <p:spPr>
                <a:xfrm>
                  <a:off x="7196137" y="4173092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6" name="Google Shape;1296;p24"/>
                <p:cNvSpPr/>
                <p:nvPr/>
              </p:nvSpPr>
              <p:spPr>
                <a:xfrm>
                  <a:off x="7225855" y="4054030"/>
                  <a:ext cx="29718" cy="119062"/>
                </a:xfrm>
                <a:custGeom>
                  <a:rect b="b" l="l" r="r" t="t"/>
                  <a:pathLst>
                    <a:path extrusionOk="0" h="119062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19062"/>
                      </a:lnTo>
                      <a:lnTo>
                        <a:pt x="0" y="119062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7" name="Google Shape;1297;p24"/>
                <p:cNvSpPr/>
                <p:nvPr/>
              </p:nvSpPr>
              <p:spPr>
                <a:xfrm>
                  <a:off x="7404544" y="4054030"/>
                  <a:ext cx="29718" cy="119062"/>
                </a:xfrm>
                <a:custGeom>
                  <a:rect b="b" l="l" r="r" t="t"/>
                  <a:pathLst>
                    <a:path extrusionOk="0" h="119062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19062"/>
                      </a:lnTo>
                      <a:lnTo>
                        <a:pt x="0" y="119062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8" name="Google Shape;1298;p24"/>
                <p:cNvSpPr/>
                <p:nvPr/>
              </p:nvSpPr>
              <p:spPr>
                <a:xfrm>
                  <a:off x="7434262" y="399459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9" name="Google Shape;1299;p24"/>
                <p:cNvSpPr/>
                <p:nvPr/>
              </p:nvSpPr>
              <p:spPr>
                <a:xfrm>
                  <a:off x="7404544" y="39647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0" name="Google Shape;1300;p24"/>
                <p:cNvSpPr/>
                <p:nvPr/>
              </p:nvSpPr>
              <p:spPr>
                <a:xfrm>
                  <a:off x="7196137" y="40243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1" name="Google Shape;1301;p24"/>
                <p:cNvSpPr/>
                <p:nvPr/>
              </p:nvSpPr>
              <p:spPr>
                <a:xfrm>
                  <a:off x="7344918" y="399459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2" name="Google Shape;1302;p24"/>
                <p:cNvSpPr/>
                <p:nvPr/>
              </p:nvSpPr>
              <p:spPr>
                <a:xfrm>
                  <a:off x="7255668" y="3964780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3" name="Google Shape;1303;p24"/>
                <p:cNvSpPr/>
                <p:nvPr/>
              </p:nvSpPr>
              <p:spPr>
                <a:xfrm>
                  <a:off x="7344918" y="396478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4" name="Google Shape;1304;p24"/>
                <p:cNvSpPr/>
                <p:nvPr/>
              </p:nvSpPr>
              <p:spPr>
                <a:xfrm>
                  <a:off x="7344918" y="393496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5" name="Google Shape;1305;p24"/>
                <p:cNvSpPr/>
                <p:nvPr/>
              </p:nvSpPr>
              <p:spPr>
                <a:xfrm>
                  <a:off x="7225855" y="39945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6" name="Google Shape;1306;p24"/>
                <p:cNvSpPr/>
                <p:nvPr/>
              </p:nvSpPr>
              <p:spPr>
                <a:xfrm>
                  <a:off x="7225855" y="4024312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7" name="Google Shape;1307;p24"/>
                <p:cNvSpPr/>
                <p:nvPr/>
              </p:nvSpPr>
              <p:spPr>
                <a:xfrm>
                  <a:off x="7255668" y="3994594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8" name="Google Shape;1308;p24"/>
                <p:cNvSpPr/>
                <p:nvPr/>
              </p:nvSpPr>
              <p:spPr>
                <a:xfrm>
                  <a:off x="7315200" y="40243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9" name="Google Shape;1309;p24"/>
                <p:cNvSpPr/>
                <p:nvPr/>
              </p:nvSpPr>
              <p:spPr>
                <a:xfrm>
                  <a:off x="7047357" y="43219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0" name="Google Shape;1310;p24"/>
                <p:cNvSpPr/>
                <p:nvPr/>
              </p:nvSpPr>
              <p:spPr>
                <a:xfrm>
                  <a:off x="7434262" y="435178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1" name="Google Shape;1311;p24"/>
                <p:cNvSpPr/>
                <p:nvPr/>
              </p:nvSpPr>
              <p:spPr>
                <a:xfrm>
                  <a:off x="7463980" y="435178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2" name="Google Shape;1312;p24"/>
                <p:cNvSpPr/>
                <p:nvPr/>
              </p:nvSpPr>
              <p:spPr>
                <a:xfrm>
                  <a:off x="7285482" y="4351781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3" name="Google Shape;1313;p24"/>
                <p:cNvSpPr/>
                <p:nvPr/>
              </p:nvSpPr>
              <p:spPr>
                <a:xfrm>
                  <a:off x="7166419" y="4321968"/>
                  <a:ext cx="119062" cy="29718"/>
                </a:xfrm>
                <a:custGeom>
                  <a:rect b="b" l="l" r="r" t="t"/>
                  <a:pathLst>
                    <a:path extrusionOk="0" h="29718" w="119062">
                      <a:moveTo>
                        <a:pt x="0" y="0"/>
                      </a:moveTo>
                      <a:lnTo>
                        <a:pt x="119063" y="0"/>
                      </a:lnTo>
                      <a:lnTo>
                        <a:pt x="11906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4" name="Google Shape;1314;p24"/>
                <p:cNvSpPr/>
                <p:nvPr/>
              </p:nvSpPr>
              <p:spPr>
                <a:xfrm>
                  <a:off x="7404544" y="43219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5" name="Google Shape;1315;p24"/>
                <p:cNvSpPr/>
                <p:nvPr/>
              </p:nvSpPr>
              <p:spPr>
                <a:xfrm>
                  <a:off x="7404544" y="42624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6" name="Google Shape;1316;p24"/>
                <p:cNvSpPr/>
                <p:nvPr/>
              </p:nvSpPr>
              <p:spPr>
                <a:xfrm>
                  <a:off x="7493793" y="43219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7" name="Google Shape;1317;p24"/>
                <p:cNvSpPr/>
                <p:nvPr/>
              </p:nvSpPr>
              <p:spPr>
                <a:xfrm>
                  <a:off x="7434262" y="429215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8" name="Google Shape;1318;p24"/>
                <p:cNvSpPr/>
                <p:nvPr/>
              </p:nvSpPr>
              <p:spPr>
                <a:xfrm>
                  <a:off x="7374731" y="4173092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9" name="Google Shape;1319;p24"/>
                <p:cNvSpPr/>
                <p:nvPr/>
              </p:nvSpPr>
              <p:spPr>
                <a:xfrm>
                  <a:off x="7344918" y="4381499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0" name="Google Shape;1320;p24"/>
                <p:cNvSpPr/>
                <p:nvPr/>
              </p:nvSpPr>
              <p:spPr>
                <a:xfrm>
                  <a:off x="7077075" y="4351781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1" name="Google Shape;1321;p24"/>
                <p:cNvSpPr/>
                <p:nvPr/>
              </p:nvSpPr>
              <p:spPr>
                <a:xfrm>
                  <a:off x="7285482" y="3756469"/>
                  <a:ext cx="29718" cy="238125"/>
                </a:xfrm>
                <a:custGeom>
                  <a:rect b="b" l="l" r="r" t="t"/>
                  <a:pathLst>
                    <a:path extrusionOk="0" h="238125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38125"/>
                      </a:lnTo>
                      <a:lnTo>
                        <a:pt x="0" y="238125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2" name="Google Shape;1322;p24"/>
                <p:cNvSpPr/>
                <p:nvPr/>
              </p:nvSpPr>
              <p:spPr>
                <a:xfrm>
                  <a:off x="7315200" y="38457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3" name="Google Shape;1323;p24"/>
                <p:cNvSpPr/>
                <p:nvPr/>
              </p:nvSpPr>
              <p:spPr>
                <a:xfrm>
                  <a:off x="7225855" y="3815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4" name="Google Shape;1324;p24"/>
                <p:cNvSpPr/>
                <p:nvPr/>
              </p:nvSpPr>
              <p:spPr>
                <a:xfrm>
                  <a:off x="7344918" y="3815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5" name="Google Shape;1325;p24"/>
                <p:cNvSpPr/>
                <p:nvPr/>
              </p:nvSpPr>
              <p:spPr>
                <a:xfrm>
                  <a:off x="7255668" y="38457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6" name="Google Shape;1326;p24"/>
                <p:cNvSpPr/>
                <p:nvPr/>
              </p:nvSpPr>
              <p:spPr>
                <a:xfrm>
                  <a:off x="7374731" y="375646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7" name="Google Shape;1327;p24"/>
                <p:cNvSpPr/>
                <p:nvPr/>
              </p:nvSpPr>
              <p:spPr>
                <a:xfrm>
                  <a:off x="7196137" y="375646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8" name="Google Shape;1328;p24"/>
                <p:cNvSpPr/>
                <p:nvPr/>
              </p:nvSpPr>
              <p:spPr>
                <a:xfrm>
                  <a:off x="7344918" y="369684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9" name="Google Shape;1329;p24"/>
                <p:cNvSpPr/>
                <p:nvPr/>
              </p:nvSpPr>
              <p:spPr>
                <a:xfrm>
                  <a:off x="7225855" y="369684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0" name="Google Shape;1330;p24"/>
                <p:cNvSpPr/>
                <p:nvPr/>
              </p:nvSpPr>
              <p:spPr>
                <a:xfrm>
                  <a:off x="7315200" y="363740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1" name="Google Shape;1331;p24"/>
                <p:cNvSpPr/>
                <p:nvPr/>
              </p:nvSpPr>
              <p:spPr>
                <a:xfrm>
                  <a:off x="7255668" y="363740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2" name="Google Shape;1332;p24"/>
                <p:cNvSpPr/>
                <p:nvPr/>
              </p:nvSpPr>
              <p:spPr>
                <a:xfrm>
                  <a:off x="7225855" y="3637406"/>
                  <a:ext cx="148875" cy="208311"/>
                </a:xfrm>
                <a:custGeom>
                  <a:rect b="b" l="l" r="r" t="t"/>
                  <a:pathLst>
                    <a:path extrusionOk="0" h="208311" w="148875">
                      <a:moveTo>
                        <a:pt x="148876" y="119063"/>
                      </a:moveTo>
                      <a:lnTo>
                        <a:pt x="148876" y="178498"/>
                      </a:lnTo>
                      <a:lnTo>
                        <a:pt x="119063" y="178498"/>
                      </a:lnTo>
                      <a:lnTo>
                        <a:pt x="119063" y="208312"/>
                      </a:lnTo>
                      <a:lnTo>
                        <a:pt x="89345" y="208312"/>
                      </a:lnTo>
                      <a:lnTo>
                        <a:pt x="89345" y="119063"/>
                      </a:lnTo>
                      <a:lnTo>
                        <a:pt x="59627" y="119063"/>
                      </a:lnTo>
                      <a:lnTo>
                        <a:pt x="59627" y="208312"/>
                      </a:lnTo>
                      <a:lnTo>
                        <a:pt x="29813" y="208312"/>
                      </a:lnTo>
                      <a:lnTo>
                        <a:pt x="29813" y="178498"/>
                      </a:lnTo>
                      <a:lnTo>
                        <a:pt x="0" y="178498"/>
                      </a:lnTo>
                      <a:lnTo>
                        <a:pt x="0" y="119063"/>
                      </a:lnTo>
                      <a:lnTo>
                        <a:pt x="29813" y="119063"/>
                      </a:lnTo>
                      <a:lnTo>
                        <a:pt x="29813" y="59436"/>
                      </a:lnTo>
                      <a:lnTo>
                        <a:pt x="59627" y="59436"/>
                      </a:lnTo>
                      <a:lnTo>
                        <a:pt x="59627" y="0"/>
                      </a:lnTo>
                      <a:lnTo>
                        <a:pt x="89345" y="0"/>
                      </a:lnTo>
                      <a:lnTo>
                        <a:pt x="89345" y="59436"/>
                      </a:lnTo>
                      <a:lnTo>
                        <a:pt x="119063" y="59436"/>
                      </a:lnTo>
                      <a:lnTo>
                        <a:pt x="119063" y="119063"/>
                      </a:lnTo>
                      <a:lnTo>
                        <a:pt x="148876" y="119063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3" name="Google Shape;1333;p24"/>
                <p:cNvSpPr/>
                <p:nvPr/>
              </p:nvSpPr>
              <p:spPr>
                <a:xfrm>
                  <a:off x="7285482" y="357778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4" name="Google Shape;1334;p24"/>
                <p:cNvSpPr/>
                <p:nvPr/>
              </p:nvSpPr>
              <p:spPr>
                <a:xfrm>
                  <a:off x="7077075" y="3994594"/>
                  <a:ext cx="357187" cy="386905"/>
                </a:xfrm>
                <a:custGeom>
                  <a:rect b="b" l="l" r="r" t="t"/>
                  <a:pathLst>
                    <a:path extrusionOk="0" h="386905" w="357187">
                      <a:moveTo>
                        <a:pt x="297656" y="178498"/>
                      </a:moveTo>
                      <a:lnTo>
                        <a:pt x="297656" y="267843"/>
                      </a:lnTo>
                      <a:lnTo>
                        <a:pt x="327470" y="267843"/>
                      </a:lnTo>
                      <a:lnTo>
                        <a:pt x="327470" y="297561"/>
                      </a:lnTo>
                      <a:lnTo>
                        <a:pt x="357188" y="297561"/>
                      </a:lnTo>
                      <a:lnTo>
                        <a:pt x="357188" y="327374"/>
                      </a:lnTo>
                      <a:lnTo>
                        <a:pt x="327470" y="327374"/>
                      </a:lnTo>
                      <a:lnTo>
                        <a:pt x="327470" y="357188"/>
                      </a:lnTo>
                      <a:lnTo>
                        <a:pt x="357188" y="357188"/>
                      </a:lnTo>
                      <a:lnTo>
                        <a:pt x="357188" y="386905"/>
                      </a:lnTo>
                      <a:lnTo>
                        <a:pt x="267843" y="386905"/>
                      </a:lnTo>
                      <a:lnTo>
                        <a:pt x="267843" y="119063"/>
                      </a:lnTo>
                      <a:lnTo>
                        <a:pt x="238125" y="119063"/>
                      </a:lnTo>
                      <a:lnTo>
                        <a:pt x="238125" y="357188"/>
                      </a:lnTo>
                      <a:lnTo>
                        <a:pt x="208407" y="357188"/>
                      </a:lnTo>
                      <a:lnTo>
                        <a:pt x="208407" y="327374"/>
                      </a:lnTo>
                      <a:lnTo>
                        <a:pt x="89345" y="327374"/>
                      </a:lnTo>
                      <a:lnTo>
                        <a:pt x="89345" y="357188"/>
                      </a:lnTo>
                      <a:lnTo>
                        <a:pt x="0" y="357188"/>
                      </a:lnTo>
                      <a:lnTo>
                        <a:pt x="0" y="327374"/>
                      </a:lnTo>
                      <a:lnTo>
                        <a:pt x="59531" y="327374"/>
                      </a:lnTo>
                      <a:lnTo>
                        <a:pt x="59531" y="297561"/>
                      </a:lnTo>
                      <a:lnTo>
                        <a:pt x="119063" y="297561"/>
                      </a:lnTo>
                      <a:lnTo>
                        <a:pt x="119063" y="267843"/>
                      </a:lnTo>
                      <a:lnTo>
                        <a:pt x="148780" y="267843"/>
                      </a:lnTo>
                      <a:lnTo>
                        <a:pt x="148780" y="178498"/>
                      </a:lnTo>
                      <a:lnTo>
                        <a:pt x="178594" y="178498"/>
                      </a:lnTo>
                      <a:lnTo>
                        <a:pt x="178594" y="59436"/>
                      </a:lnTo>
                      <a:lnTo>
                        <a:pt x="267843" y="59436"/>
                      </a:lnTo>
                      <a:lnTo>
                        <a:pt x="267843" y="29718"/>
                      </a:lnTo>
                      <a:lnTo>
                        <a:pt x="327470" y="29718"/>
                      </a:lnTo>
                      <a:lnTo>
                        <a:pt x="327470" y="0"/>
                      </a:lnTo>
                      <a:lnTo>
                        <a:pt x="357188" y="0"/>
                      </a:lnTo>
                      <a:lnTo>
                        <a:pt x="357188" y="59436"/>
                      </a:lnTo>
                      <a:lnTo>
                        <a:pt x="327470" y="59436"/>
                      </a:lnTo>
                      <a:lnTo>
                        <a:pt x="327470" y="178498"/>
                      </a:lnTo>
                      <a:lnTo>
                        <a:pt x="297656" y="17849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5" name="Google Shape;1335;p24"/>
                <p:cNvSpPr/>
                <p:nvPr/>
              </p:nvSpPr>
              <p:spPr>
                <a:xfrm>
                  <a:off x="7315200" y="4113656"/>
                  <a:ext cx="29718" cy="238125"/>
                </a:xfrm>
                <a:custGeom>
                  <a:rect b="b" l="l" r="r" t="t"/>
                  <a:pathLst>
                    <a:path extrusionOk="0" h="238125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38125"/>
                      </a:lnTo>
                      <a:lnTo>
                        <a:pt x="0" y="238125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6" name="Google Shape;1336;p24"/>
                <p:cNvSpPr/>
                <p:nvPr/>
              </p:nvSpPr>
              <p:spPr>
                <a:xfrm>
                  <a:off x="7285482" y="3756469"/>
                  <a:ext cx="29718" cy="119062"/>
                </a:xfrm>
                <a:custGeom>
                  <a:rect b="b" l="l" r="r" t="t"/>
                  <a:pathLst>
                    <a:path extrusionOk="0" h="119062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19063"/>
                      </a:lnTo>
                      <a:lnTo>
                        <a:pt x="0" y="119063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7" name="Google Shape;1337;p24"/>
                <p:cNvSpPr/>
                <p:nvPr/>
              </p:nvSpPr>
              <p:spPr>
                <a:xfrm>
                  <a:off x="7315200" y="36968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8" name="Google Shape;1338;p24"/>
                <p:cNvSpPr/>
                <p:nvPr/>
              </p:nvSpPr>
              <p:spPr>
                <a:xfrm>
                  <a:off x="7344918" y="37564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9" name="Google Shape;1339;p24"/>
                <p:cNvSpPr/>
                <p:nvPr/>
              </p:nvSpPr>
              <p:spPr>
                <a:xfrm>
                  <a:off x="7315200" y="3815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0" name="Google Shape;1340;p24"/>
                <p:cNvSpPr/>
                <p:nvPr/>
              </p:nvSpPr>
              <p:spPr>
                <a:xfrm>
                  <a:off x="7255668" y="36968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1" name="Google Shape;1341;p24"/>
                <p:cNvSpPr/>
                <p:nvPr/>
              </p:nvSpPr>
              <p:spPr>
                <a:xfrm>
                  <a:off x="7404544" y="40243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42" name="Google Shape;1342;p24"/>
              <p:cNvGrpSpPr/>
              <p:nvPr/>
            </p:nvGrpSpPr>
            <p:grpSpPr>
              <a:xfrm>
                <a:off x="7106793" y="3845718"/>
                <a:ext cx="89344" cy="89249"/>
                <a:chOff x="7106793" y="3845718"/>
                <a:chExt cx="89344" cy="89249"/>
              </a:xfrm>
            </p:grpSpPr>
            <p:sp>
              <p:nvSpPr>
                <p:cNvPr id="1343" name="Google Shape;1343;p24"/>
                <p:cNvSpPr/>
                <p:nvPr/>
              </p:nvSpPr>
              <p:spPr>
                <a:xfrm>
                  <a:off x="7136606" y="38457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4" name="Google Shape;1344;p24"/>
                <p:cNvSpPr/>
                <p:nvPr/>
              </p:nvSpPr>
              <p:spPr>
                <a:xfrm>
                  <a:off x="7136606" y="39052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5" name="Google Shape;1345;p24"/>
                <p:cNvSpPr/>
                <p:nvPr/>
              </p:nvSpPr>
              <p:spPr>
                <a:xfrm>
                  <a:off x="7106793" y="38755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6" name="Google Shape;1346;p24"/>
                <p:cNvSpPr/>
                <p:nvPr/>
              </p:nvSpPr>
              <p:spPr>
                <a:xfrm>
                  <a:off x="7166419" y="38755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47" name="Google Shape;1347;p24"/>
              <p:cNvGrpSpPr/>
              <p:nvPr/>
            </p:nvGrpSpPr>
            <p:grpSpPr>
              <a:xfrm>
                <a:off x="7374731" y="3577780"/>
                <a:ext cx="89249" cy="89344"/>
                <a:chOff x="7374731" y="3577780"/>
                <a:chExt cx="89249" cy="89344"/>
              </a:xfrm>
            </p:grpSpPr>
            <p:sp>
              <p:nvSpPr>
                <p:cNvPr id="1348" name="Google Shape;1348;p24"/>
                <p:cNvSpPr/>
                <p:nvPr/>
              </p:nvSpPr>
              <p:spPr>
                <a:xfrm>
                  <a:off x="7404544" y="35777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9" name="Google Shape;1349;p24"/>
                <p:cNvSpPr/>
                <p:nvPr/>
              </p:nvSpPr>
              <p:spPr>
                <a:xfrm>
                  <a:off x="7404544" y="36374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0" name="Google Shape;1350;p24"/>
                <p:cNvSpPr/>
                <p:nvPr/>
              </p:nvSpPr>
              <p:spPr>
                <a:xfrm>
                  <a:off x="7374731" y="36075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1" name="Google Shape;1351;p24"/>
                <p:cNvSpPr/>
                <p:nvPr/>
              </p:nvSpPr>
              <p:spPr>
                <a:xfrm>
                  <a:off x="7434262" y="36075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52" name="Google Shape;1352;p24"/>
              <p:cNvGrpSpPr/>
              <p:nvPr/>
            </p:nvGrpSpPr>
            <p:grpSpPr>
              <a:xfrm>
                <a:off x="7225855" y="4500562"/>
                <a:ext cx="952500" cy="922686"/>
                <a:chOff x="7225855" y="4500562"/>
                <a:chExt cx="952500" cy="922686"/>
              </a:xfrm>
            </p:grpSpPr>
            <p:sp>
              <p:nvSpPr>
                <p:cNvPr id="1353" name="Google Shape;1353;p24"/>
                <p:cNvSpPr/>
                <p:nvPr/>
              </p:nvSpPr>
              <p:spPr>
                <a:xfrm>
                  <a:off x="7255668" y="536371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4" name="Google Shape;1354;p24"/>
                <p:cNvSpPr/>
                <p:nvPr/>
              </p:nvSpPr>
              <p:spPr>
                <a:xfrm>
                  <a:off x="7225855" y="533399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5" name="Google Shape;1355;p24"/>
                <p:cNvSpPr/>
                <p:nvPr/>
              </p:nvSpPr>
              <p:spPr>
                <a:xfrm>
                  <a:off x="7285482" y="5393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6" name="Google Shape;1356;p24"/>
                <p:cNvSpPr/>
                <p:nvPr/>
              </p:nvSpPr>
              <p:spPr>
                <a:xfrm>
                  <a:off x="7374731" y="533399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7" name="Google Shape;1357;p24"/>
                <p:cNvSpPr/>
                <p:nvPr/>
              </p:nvSpPr>
              <p:spPr>
                <a:xfrm>
                  <a:off x="7404544" y="530428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8" name="Google Shape;1358;p24"/>
                <p:cNvSpPr/>
                <p:nvPr/>
              </p:nvSpPr>
              <p:spPr>
                <a:xfrm>
                  <a:off x="7434262" y="524465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9" name="Google Shape;1359;p24"/>
                <p:cNvSpPr/>
                <p:nvPr/>
              </p:nvSpPr>
              <p:spPr>
                <a:xfrm>
                  <a:off x="7463980" y="52149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0" name="Google Shape;1360;p24"/>
                <p:cNvSpPr/>
                <p:nvPr/>
              </p:nvSpPr>
              <p:spPr>
                <a:xfrm>
                  <a:off x="7493793" y="51852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1" name="Google Shape;1361;p24"/>
                <p:cNvSpPr/>
                <p:nvPr/>
              </p:nvSpPr>
              <p:spPr>
                <a:xfrm>
                  <a:off x="7523607" y="515540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2" name="Google Shape;1362;p24"/>
                <p:cNvSpPr/>
                <p:nvPr/>
              </p:nvSpPr>
              <p:spPr>
                <a:xfrm>
                  <a:off x="7255668" y="5274468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3" name="Google Shape;1363;p24"/>
                <p:cNvSpPr/>
                <p:nvPr/>
              </p:nvSpPr>
              <p:spPr>
                <a:xfrm>
                  <a:off x="7285482" y="52446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4" name="Google Shape;1364;p24"/>
                <p:cNvSpPr/>
                <p:nvPr/>
              </p:nvSpPr>
              <p:spPr>
                <a:xfrm>
                  <a:off x="7315200" y="52149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5" name="Google Shape;1365;p24"/>
                <p:cNvSpPr/>
                <p:nvPr/>
              </p:nvSpPr>
              <p:spPr>
                <a:xfrm>
                  <a:off x="7344918" y="518521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6" name="Google Shape;1366;p24"/>
                <p:cNvSpPr/>
                <p:nvPr/>
              </p:nvSpPr>
              <p:spPr>
                <a:xfrm>
                  <a:off x="7404544" y="5155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7" name="Google Shape;1367;p24"/>
                <p:cNvSpPr/>
                <p:nvPr/>
              </p:nvSpPr>
              <p:spPr>
                <a:xfrm>
                  <a:off x="7434262" y="51255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8" name="Google Shape;1368;p24"/>
                <p:cNvSpPr/>
                <p:nvPr/>
              </p:nvSpPr>
              <p:spPr>
                <a:xfrm>
                  <a:off x="7463980" y="506615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9" name="Google Shape;1369;p24"/>
                <p:cNvSpPr/>
                <p:nvPr/>
              </p:nvSpPr>
              <p:spPr>
                <a:xfrm>
                  <a:off x="7493793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0" name="Google Shape;1370;p24"/>
                <p:cNvSpPr/>
                <p:nvPr/>
              </p:nvSpPr>
              <p:spPr>
                <a:xfrm>
                  <a:off x="7523607" y="50661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1" name="Google Shape;1371;p24"/>
                <p:cNvSpPr/>
                <p:nvPr/>
              </p:nvSpPr>
              <p:spPr>
                <a:xfrm>
                  <a:off x="7553325" y="500653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2" name="Google Shape;1372;p24"/>
                <p:cNvSpPr/>
                <p:nvPr/>
              </p:nvSpPr>
              <p:spPr>
                <a:xfrm>
                  <a:off x="7583043" y="4976812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3" name="Google Shape;1373;p24"/>
                <p:cNvSpPr/>
                <p:nvPr/>
              </p:nvSpPr>
              <p:spPr>
                <a:xfrm>
                  <a:off x="7583043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4" name="Google Shape;1374;p24"/>
                <p:cNvSpPr/>
                <p:nvPr/>
              </p:nvSpPr>
              <p:spPr>
                <a:xfrm>
                  <a:off x="7612856" y="5036343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5" name="Google Shape;1375;p24"/>
                <p:cNvSpPr/>
                <p:nvPr/>
              </p:nvSpPr>
              <p:spPr>
                <a:xfrm>
                  <a:off x="7702105" y="494709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6" name="Google Shape;1376;p24"/>
                <p:cNvSpPr/>
                <p:nvPr/>
              </p:nvSpPr>
              <p:spPr>
                <a:xfrm>
                  <a:off x="7791450" y="485774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7" name="Google Shape;1377;p24"/>
                <p:cNvSpPr/>
                <p:nvPr/>
              </p:nvSpPr>
              <p:spPr>
                <a:xfrm>
                  <a:off x="7821168" y="4798218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8" name="Google Shape;1378;p24"/>
                <p:cNvSpPr/>
                <p:nvPr/>
              </p:nvSpPr>
              <p:spPr>
                <a:xfrm>
                  <a:off x="7821168" y="476840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9" name="Google Shape;1379;p24"/>
                <p:cNvSpPr/>
                <p:nvPr/>
              </p:nvSpPr>
              <p:spPr>
                <a:xfrm>
                  <a:off x="7731918" y="4828031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0" name="Google Shape;1380;p24"/>
                <p:cNvSpPr/>
                <p:nvPr/>
              </p:nvSpPr>
              <p:spPr>
                <a:xfrm>
                  <a:off x="7642669" y="491728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1" name="Google Shape;1381;p24"/>
                <p:cNvSpPr/>
                <p:nvPr/>
              </p:nvSpPr>
              <p:spPr>
                <a:xfrm>
                  <a:off x="7642669" y="500653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2" name="Google Shape;1382;p24"/>
                <p:cNvSpPr/>
                <p:nvPr/>
              </p:nvSpPr>
              <p:spPr>
                <a:xfrm>
                  <a:off x="7672387" y="488746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3" name="Google Shape;1383;p24"/>
                <p:cNvSpPr/>
                <p:nvPr/>
              </p:nvSpPr>
              <p:spPr>
                <a:xfrm>
                  <a:off x="7642669" y="4917280"/>
                  <a:ext cx="89249" cy="89249"/>
                </a:xfrm>
                <a:custGeom>
                  <a:rect b="b" l="l" r="r" t="t"/>
                  <a:pathLst>
                    <a:path extrusionOk="0" h="89249" w="89249">
                      <a:moveTo>
                        <a:pt x="89249" y="0"/>
                      </a:moveTo>
                      <a:lnTo>
                        <a:pt x="89249" y="29813"/>
                      </a:lnTo>
                      <a:lnTo>
                        <a:pt x="59436" y="29813"/>
                      </a:lnTo>
                      <a:lnTo>
                        <a:pt x="59436" y="89249"/>
                      </a:lnTo>
                      <a:lnTo>
                        <a:pt x="0" y="89249"/>
                      </a:lnTo>
                      <a:lnTo>
                        <a:pt x="0" y="59531"/>
                      </a:lnTo>
                      <a:lnTo>
                        <a:pt x="29718" y="59531"/>
                      </a:lnTo>
                      <a:lnTo>
                        <a:pt x="29718" y="0"/>
                      </a:lnTo>
                      <a:lnTo>
                        <a:pt x="89249" y="0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4" name="Google Shape;1384;p24"/>
                <p:cNvSpPr/>
                <p:nvPr/>
              </p:nvSpPr>
              <p:spPr>
                <a:xfrm>
                  <a:off x="7731918" y="491728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5" name="Google Shape;1385;p24"/>
                <p:cNvSpPr/>
                <p:nvPr/>
              </p:nvSpPr>
              <p:spPr>
                <a:xfrm>
                  <a:off x="7880794" y="4738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6" name="Google Shape;1386;p24"/>
                <p:cNvSpPr/>
                <p:nvPr/>
              </p:nvSpPr>
              <p:spPr>
                <a:xfrm>
                  <a:off x="7910512" y="4708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7" name="Google Shape;1387;p24"/>
                <p:cNvSpPr/>
                <p:nvPr/>
              </p:nvSpPr>
              <p:spPr>
                <a:xfrm>
                  <a:off x="7940230" y="4679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8" name="Google Shape;1388;p24"/>
                <p:cNvSpPr/>
                <p:nvPr/>
              </p:nvSpPr>
              <p:spPr>
                <a:xfrm>
                  <a:off x="8148637" y="450056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9" name="Google Shape;1389;p24"/>
                <p:cNvSpPr/>
                <p:nvPr/>
              </p:nvSpPr>
              <p:spPr>
                <a:xfrm>
                  <a:off x="7880794" y="47982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0" name="Google Shape;1390;p24"/>
                <p:cNvSpPr/>
                <p:nvPr/>
              </p:nvSpPr>
              <p:spPr>
                <a:xfrm>
                  <a:off x="7880794" y="4768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1" name="Google Shape;1391;p24"/>
                <p:cNvSpPr/>
                <p:nvPr/>
              </p:nvSpPr>
              <p:spPr>
                <a:xfrm>
                  <a:off x="7910512" y="4768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2" name="Google Shape;1392;p24"/>
                <p:cNvSpPr/>
                <p:nvPr/>
              </p:nvSpPr>
              <p:spPr>
                <a:xfrm>
                  <a:off x="7910512" y="4738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3" name="Google Shape;1393;p24"/>
                <p:cNvSpPr/>
                <p:nvPr/>
              </p:nvSpPr>
              <p:spPr>
                <a:xfrm>
                  <a:off x="7940230" y="4738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4" name="Google Shape;1394;p24"/>
                <p:cNvSpPr/>
                <p:nvPr/>
              </p:nvSpPr>
              <p:spPr>
                <a:xfrm>
                  <a:off x="7940230" y="4708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5" name="Google Shape;1395;p24"/>
                <p:cNvSpPr/>
                <p:nvPr/>
              </p:nvSpPr>
              <p:spPr>
                <a:xfrm>
                  <a:off x="7970043" y="4708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6" name="Google Shape;1396;p24"/>
                <p:cNvSpPr/>
                <p:nvPr/>
              </p:nvSpPr>
              <p:spPr>
                <a:xfrm>
                  <a:off x="7970043" y="46493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7" name="Google Shape;1397;p24"/>
                <p:cNvSpPr/>
                <p:nvPr/>
              </p:nvSpPr>
              <p:spPr>
                <a:xfrm>
                  <a:off x="7970043" y="4679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8C07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8" name="Google Shape;1398;p24"/>
                <p:cNvSpPr/>
                <p:nvPr/>
              </p:nvSpPr>
              <p:spPr>
                <a:xfrm>
                  <a:off x="7999857" y="4679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9" name="Google Shape;1399;p24"/>
                <p:cNvSpPr/>
                <p:nvPr/>
              </p:nvSpPr>
              <p:spPr>
                <a:xfrm>
                  <a:off x="7999857" y="461962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0" name="Google Shape;1400;p24"/>
                <p:cNvSpPr/>
                <p:nvPr/>
              </p:nvSpPr>
              <p:spPr>
                <a:xfrm>
                  <a:off x="7999857" y="46493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1" name="Google Shape;1401;p24"/>
                <p:cNvSpPr/>
                <p:nvPr/>
              </p:nvSpPr>
              <p:spPr>
                <a:xfrm>
                  <a:off x="8029575" y="46493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2" name="Google Shape;1402;p24"/>
                <p:cNvSpPr/>
                <p:nvPr/>
              </p:nvSpPr>
              <p:spPr>
                <a:xfrm>
                  <a:off x="8029575" y="4589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3" name="Google Shape;1403;p24"/>
                <p:cNvSpPr/>
                <p:nvPr/>
              </p:nvSpPr>
              <p:spPr>
                <a:xfrm>
                  <a:off x="8029575" y="461962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4" name="Google Shape;1404;p24"/>
                <p:cNvSpPr/>
                <p:nvPr/>
              </p:nvSpPr>
              <p:spPr>
                <a:xfrm>
                  <a:off x="8059293" y="461962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5" name="Google Shape;1405;p24"/>
                <p:cNvSpPr/>
                <p:nvPr/>
              </p:nvSpPr>
              <p:spPr>
                <a:xfrm>
                  <a:off x="8059293" y="45600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6" name="Google Shape;1406;p24"/>
                <p:cNvSpPr/>
                <p:nvPr/>
              </p:nvSpPr>
              <p:spPr>
                <a:xfrm>
                  <a:off x="8059293" y="4589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7" name="Google Shape;1407;p24"/>
                <p:cNvSpPr/>
                <p:nvPr/>
              </p:nvSpPr>
              <p:spPr>
                <a:xfrm>
                  <a:off x="8089106" y="4589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8" name="Google Shape;1408;p24"/>
                <p:cNvSpPr/>
                <p:nvPr/>
              </p:nvSpPr>
              <p:spPr>
                <a:xfrm>
                  <a:off x="8089106" y="4530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9" name="Google Shape;1409;p24"/>
                <p:cNvSpPr/>
                <p:nvPr/>
              </p:nvSpPr>
              <p:spPr>
                <a:xfrm>
                  <a:off x="8089106" y="45600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0" name="Google Shape;1410;p24"/>
                <p:cNvSpPr/>
                <p:nvPr/>
              </p:nvSpPr>
              <p:spPr>
                <a:xfrm>
                  <a:off x="8118919" y="45600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1" name="Google Shape;1411;p24"/>
                <p:cNvSpPr/>
                <p:nvPr/>
              </p:nvSpPr>
              <p:spPr>
                <a:xfrm>
                  <a:off x="8118919" y="450056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2" name="Google Shape;1412;p24"/>
                <p:cNvSpPr/>
                <p:nvPr/>
              </p:nvSpPr>
              <p:spPr>
                <a:xfrm>
                  <a:off x="8118919" y="4530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3" name="Google Shape;1413;p24"/>
                <p:cNvSpPr/>
                <p:nvPr/>
              </p:nvSpPr>
              <p:spPr>
                <a:xfrm>
                  <a:off x="8148637" y="4530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4" name="Google Shape;1414;p24"/>
                <p:cNvSpPr/>
                <p:nvPr/>
              </p:nvSpPr>
              <p:spPr>
                <a:xfrm>
                  <a:off x="7821168" y="4828031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5" name="Google Shape;1415;p24"/>
                <p:cNvSpPr/>
                <p:nvPr/>
              </p:nvSpPr>
              <p:spPr>
                <a:xfrm>
                  <a:off x="7731918" y="4828031"/>
                  <a:ext cx="89249" cy="89249"/>
                </a:xfrm>
                <a:custGeom>
                  <a:rect b="b" l="l" r="r" t="t"/>
                  <a:pathLst>
                    <a:path extrusionOk="0" h="89249" w="89249">
                      <a:moveTo>
                        <a:pt x="89249" y="0"/>
                      </a:moveTo>
                      <a:lnTo>
                        <a:pt x="89249" y="29718"/>
                      </a:lnTo>
                      <a:lnTo>
                        <a:pt x="59531" y="29718"/>
                      </a:lnTo>
                      <a:lnTo>
                        <a:pt x="59531" y="89249"/>
                      </a:lnTo>
                      <a:lnTo>
                        <a:pt x="0" y="89249"/>
                      </a:lnTo>
                      <a:lnTo>
                        <a:pt x="0" y="59436"/>
                      </a:lnTo>
                      <a:lnTo>
                        <a:pt x="29813" y="59436"/>
                      </a:lnTo>
                      <a:lnTo>
                        <a:pt x="29813" y="0"/>
                      </a:lnTo>
                      <a:lnTo>
                        <a:pt x="89249" y="0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6" name="Google Shape;1416;p24"/>
                <p:cNvSpPr/>
                <p:nvPr/>
              </p:nvSpPr>
              <p:spPr>
                <a:xfrm>
                  <a:off x="7761732" y="4798218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7" name="Google Shape;1417;p24"/>
                <p:cNvSpPr/>
                <p:nvPr/>
              </p:nvSpPr>
              <p:spPr>
                <a:xfrm>
                  <a:off x="7553325" y="5006529"/>
                  <a:ext cx="89344" cy="89344"/>
                </a:xfrm>
                <a:custGeom>
                  <a:rect b="b" l="l" r="r" t="t"/>
                  <a:pathLst>
                    <a:path extrusionOk="0" h="89344" w="89344">
                      <a:moveTo>
                        <a:pt x="89345" y="0"/>
                      </a:moveTo>
                      <a:lnTo>
                        <a:pt x="89345" y="29813"/>
                      </a:lnTo>
                      <a:lnTo>
                        <a:pt x="59531" y="29813"/>
                      </a:lnTo>
                      <a:lnTo>
                        <a:pt x="59531" y="89345"/>
                      </a:lnTo>
                      <a:lnTo>
                        <a:pt x="0" y="89345"/>
                      </a:lnTo>
                      <a:lnTo>
                        <a:pt x="0" y="59627"/>
                      </a:lnTo>
                      <a:lnTo>
                        <a:pt x="29718" y="59627"/>
                      </a:lnTo>
                      <a:lnTo>
                        <a:pt x="29718" y="0"/>
                      </a:lnTo>
                      <a:lnTo>
                        <a:pt x="89345" y="0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8" name="Google Shape;1418;p24"/>
                <p:cNvSpPr/>
                <p:nvPr/>
              </p:nvSpPr>
              <p:spPr>
                <a:xfrm>
                  <a:off x="7553325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9" name="Google Shape;1419;p24"/>
                <p:cNvSpPr/>
                <p:nvPr/>
              </p:nvSpPr>
              <p:spPr>
                <a:xfrm>
                  <a:off x="7583043" y="51255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0" name="Google Shape;1420;p24"/>
                <p:cNvSpPr/>
                <p:nvPr/>
              </p:nvSpPr>
              <p:spPr>
                <a:xfrm>
                  <a:off x="7255668" y="5066156"/>
                  <a:ext cx="327374" cy="327374"/>
                </a:xfrm>
                <a:custGeom>
                  <a:rect b="b" l="l" r="r" t="t"/>
                  <a:pathLst>
                    <a:path extrusionOk="0" h="327374" w="327374">
                      <a:moveTo>
                        <a:pt x="327374" y="59436"/>
                      </a:moveTo>
                      <a:lnTo>
                        <a:pt x="327374" y="89249"/>
                      </a:lnTo>
                      <a:lnTo>
                        <a:pt x="267938" y="89249"/>
                      </a:lnTo>
                      <a:lnTo>
                        <a:pt x="267938" y="119063"/>
                      </a:lnTo>
                      <a:lnTo>
                        <a:pt x="238125" y="119063"/>
                      </a:lnTo>
                      <a:lnTo>
                        <a:pt x="238125" y="148780"/>
                      </a:lnTo>
                      <a:lnTo>
                        <a:pt x="208312" y="148780"/>
                      </a:lnTo>
                      <a:lnTo>
                        <a:pt x="208312" y="178498"/>
                      </a:lnTo>
                      <a:lnTo>
                        <a:pt x="178594" y="178498"/>
                      </a:lnTo>
                      <a:lnTo>
                        <a:pt x="178594" y="238125"/>
                      </a:lnTo>
                      <a:lnTo>
                        <a:pt x="148876" y="238125"/>
                      </a:lnTo>
                      <a:lnTo>
                        <a:pt x="148876" y="267843"/>
                      </a:lnTo>
                      <a:lnTo>
                        <a:pt x="119063" y="267843"/>
                      </a:lnTo>
                      <a:lnTo>
                        <a:pt x="119063" y="297561"/>
                      </a:lnTo>
                      <a:lnTo>
                        <a:pt x="59531" y="297561"/>
                      </a:lnTo>
                      <a:lnTo>
                        <a:pt x="59531" y="327374"/>
                      </a:lnTo>
                      <a:lnTo>
                        <a:pt x="29813" y="327374"/>
                      </a:lnTo>
                      <a:lnTo>
                        <a:pt x="29813" y="297561"/>
                      </a:lnTo>
                      <a:lnTo>
                        <a:pt x="0" y="297561"/>
                      </a:lnTo>
                      <a:lnTo>
                        <a:pt x="0" y="267843"/>
                      </a:lnTo>
                      <a:lnTo>
                        <a:pt x="29813" y="267843"/>
                      </a:lnTo>
                      <a:lnTo>
                        <a:pt x="29813" y="208312"/>
                      </a:lnTo>
                      <a:lnTo>
                        <a:pt x="59531" y="208312"/>
                      </a:lnTo>
                      <a:lnTo>
                        <a:pt x="59531" y="178498"/>
                      </a:lnTo>
                      <a:lnTo>
                        <a:pt x="89249" y="178498"/>
                      </a:lnTo>
                      <a:lnTo>
                        <a:pt x="89249" y="148780"/>
                      </a:lnTo>
                      <a:lnTo>
                        <a:pt x="148876" y="148780"/>
                      </a:lnTo>
                      <a:lnTo>
                        <a:pt x="148876" y="119063"/>
                      </a:lnTo>
                      <a:lnTo>
                        <a:pt x="178594" y="119063"/>
                      </a:lnTo>
                      <a:lnTo>
                        <a:pt x="178594" y="89249"/>
                      </a:lnTo>
                      <a:lnTo>
                        <a:pt x="208312" y="89249"/>
                      </a:lnTo>
                      <a:lnTo>
                        <a:pt x="208312" y="59436"/>
                      </a:lnTo>
                      <a:lnTo>
                        <a:pt x="238125" y="59436"/>
                      </a:lnTo>
                      <a:lnTo>
                        <a:pt x="238125" y="0"/>
                      </a:lnTo>
                      <a:lnTo>
                        <a:pt x="267938" y="0"/>
                      </a:lnTo>
                      <a:lnTo>
                        <a:pt x="267938" y="29718"/>
                      </a:lnTo>
                      <a:lnTo>
                        <a:pt x="297656" y="29718"/>
                      </a:lnTo>
                      <a:lnTo>
                        <a:pt x="297656" y="59436"/>
                      </a:lnTo>
                      <a:lnTo>
                        <a:pt x="327374" y="59436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1" name="Google Shape;1421;p24"/>
                <p:cNvSpPr/>
                <p:nvPr/>
              </p:nvSpPr>
              <p:spPr>
                <a:xfrm>
                  <a:off x="7315200" y="536371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2" name="Google Shape;1422;p24"/>
                <p:cNvSpPr/>
                <p:nvPr/>
              </p:nvSpPr>
              <p:spPr>
                <a:xfrm>
                  <a:off x="7493793" y="506615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3" name="Google Shape;1423;p24"/>
                <p:cNvSpPr/>
                <p:nvPr/>
              </p:nvSpPr>
              <p:spPr>
                <a:xfrm>
                  <a:off x="7523607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4" name="Google Shape;1424;p24"/>
                <p:cNvSpPr/>
                <p:nvPr/>
              </p:nvSpPr>
              <p:spPr>
                <a:xfrm>
                  <a:off x="7463980" y="51255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5" name="Google Shape;1425;p24"/>
                <p:cNvSpPr/>
                <p:nvPr/>
              </p:nvSpPr>
              <p:spPr>
                <a:xfrm>
                  <a:off x="7583043" y="5006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6" name="Google Shape;1426;p24"/>
                <p:cNvSpPr/>
                <p:nvPr/>
              </p:nvSpPr>
              <p:spPr>
                <a:xfrm>
                  <a:off x="7553325" y="50661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7" name="Google Shape;1427;p24"/>
                <p:cNvSpPr/>
                <p:nvPr/>
              </p:nvSpPr>
              <p:spPr>
                <a:xfrm>
                  <a:off x="7672387" y="4917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8" name="Google Shape;1428;p24"/>
                <p:cNvSpPr/>
                <p:nvPr/>
              </p:nvSpPr>
              <p:spPr>
                <a:xfrm>
                  <a:off x="7761732" y="48280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9" name="Google Shape;1429;p24"/>
                <p:cNvSpPr/>
                <p:nvPr/>
              </p:nvSpPr>
              <p:spPr>
                <a:xfrm>
                  <a:off x="7821168" y="47982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0" name="Google Shape;1430;p24"/>
                <p:cNvSpPr/>
                <p:nvPr/>
              </p:nvSpPr>
              <p:spPr>
                <a:xfrm>
                  <a:off x="7970043" y="4679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1" name="Google Shape;1431;p24"/>
                <p:cNvSpPr/>
                <p:nvPr/>
              </p:nvSpPr>
              <p:spPr>
                <a:xfrm>
                  <a:off x="7434262" y="5155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2" name="Google Shape;1432;p24"/>
                <p:cNvSpPr/>
                <p:nvPr/>
              </p:nvSpPr>
              <p:spPr>
                <a:xfrm>
                  <a:off x="7404544" y="51852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3" name="Google Shape;1433;p24"/>
                <p:cNvSpPr/>
                <p:nvPr/>
              </p:nvSpPr>
              <p:spPr>
                <a:xfrm>
                  <a:off x="7344918" y="52149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4" name="Google Shape;1434;p24"/>
                <p:cNvSpPr/>
                <p:nvPr/>
              </p:nvSpPr>
              <p:spPr>
                <a:xfrm>
                  <a:off x="7315200" y="52446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5" name="Google Shape;1435;p24"/>
                <p:cNvSpPr/>
                <p:nvPr/>
              </p:nvSpPr>
              <p:spPr>
                <a:xfrm>
                  <a:off x="7255668" y="533399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436" name="Google Shape;1436;p24"/>
          <p:cNvSpPr txBox="1"/>
          <p:nvPr>
            <p:ph idx="4294967295" type="title"/>
          </p:nvPr>
        </p:nvSpPr>
        <p:spPr>
          <a:xfrm>
            <a:off x="311725" y="4184975"/>
            <a:ext cx="6250200" cy="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Available on: </a:t>
            </a:r>
            <a:r>
              <a:rPr lang="en" sz="1000" u="sng">
                <a:solidFill>
                  <a:schemeClr val="lt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https://github.com/ehadziabdic/GameOfTheAmazons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25"/>
          <p:cNvSpPr txBox="1"/>
          <p:nvPr>
            <p:ph idx="1" type="body"/>
          </p:nvPr>
        </p:nvSpPr>
        <p:spPr>
          <a:xfrm>
            <a:off x="713225" y="776925"/>
            <a:ext cx="4461300" cy="37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Invented in 1988 by Walter Zamkauskas of Argentina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Strategy game for two players, combining the movement of chess with the added space-restriction of Go.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Each player controls four Amazons (Queens).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Battle for space where players try to isolate their opponent by blocking of sections of board with arrows.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The Objective - be the last player capable of making a move.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This makes the Game of Amazons a fight for survival.</a:t>
            </a:r>
            <a:endParaRPr sz="1300"/>
          </a:p>
        </p:txBody>
      </p:sp>
      <p:sp>
        <p:nvSpPr>
          <p:cNvPr id="1442" name="Google Shape;1442;p25"/>
          <p:cNvSpPr txBox="1"/>
          <p:nvPr>
            <p:ph type="title"/>
          </p:nvPr>
        </p:nvSpPr>
        <p:spPr>
          <a:xfrm>
            <a:off x="713225" y="177875"/>
            <a:ext cx="81150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About the Game of Amazons</a:t>
            </a:r>
            <a:endParaRPr sz="2000"/>
          </a:p>
        </p:txBody>
      </p:sp>
      <p:pic>
        <p:nvPicPr>
          <p:cNvPr id="1443" name="Google Shape;144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3976" y="1201813"/>
            <a:ext cx="2846375" cy="2872025"/>
          </a:xfrm>
          <a:prstGeom prst="rect">
            <a:avLst/>
          </a:prstGeom>
          <a:noFill/>
          <a:ln cap="flat" cmpd="sng" w="19050">
            <a:solidFill>
              <a:srgbClr val="00785A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26"/>
          <p:cNvSpPr txBox="1"/>
          <p:nvPr>
            <p:ph type="title"/>
          </p:nvPr>
        </p:nvSpPr>
        <p:spPr>
          <a:xfrm>
            <a:off x="1776850" y="2207950"/>
            <a:ext cx="5564400" cy="115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RULES</a:t>
            </a:r>
            <a:endParaRPr/>
          </a:p>
        </p:txBody>
      </p:sp>
      <p:sp>
        <p:nvSpPr>
          <p:cNvPr id="1449" name="Google Shape;1449;p26"/>
          <p:cNvSpPr txBox="1"/>
          <p:nvPr>
            <p:ph idx="2" type="title"/>
          </p:nvPr>
        </p:nvSpPr>
        <p:spPr>
          <a:xfrm>
            <a:off x="3949050" y="1403063"/>
            <a:ext cx="12459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1450" name="Google Shape;1450;p26"/>
          <p:cNvGrpSpPr/>
          <p:nvPr/>
        </p:nvGrpSpPr>
        <p:grpSpPr>
          <a:xfrm>
            <a:off x="892510" y="3362638"/>
            <a:ext cx="784608" cy="1082159"/>
            <a:chOff x="6585298" y="1701355"/>
            <a:chExt cx="863250" cy="1190625"/>
          </a:xfrm>
        </p:grpSpPr>
        <p:sp>
          <p:nvSpPr>
            <p:cNvPr id="1451" name="Google Shape;1451;p26"/>
            <p:cNvSpPr/>
            <p:nvPr/>
          </p:nvSpPr>
          <p:spPr>
            <a:xfrm>
              <a:off x="6585298" y="1701355"/>
              <a:ext cx="863250" cy="1190624"/>
            </a:xfrm>
            <a:custGeom>
              <a:rect b="b" l="l" r="r" t="t"/>
              <a:pathLst>
                <a:path extrusionOk="0" h="1190624" w="863250">
                  <a:moveTo>
                    <a:pt x="833438" y="893064"/>
                  </a:moveTo>
                  <a:lnTo>
                    <a:pt x="833438" y="833438"/>
                  </a:lnTo>
                  <a:lnTo>
                    <a:pt x="803720" y="833438"/>
                  </a:lnTo>
                  <a:lnTo>
                    <a:pt x="803720" y="803720"/>
                  </a:lnTo>
                  <a:lnTo>
                    <a:pt x="773906" y="803720"/>
                  </a:lnTo>
                  <a:lnTo>
                    <a:pt x="773906" y="774002"/>
                  </a:lnTo>
                  <a:lnTo>
                    <a:pt x="714375" y="774002"/>
                  </a:lnTo>
                  <a:lnTo>
                    <a:pt x="714375" y="714375"/>
                  </a:lnTo>
                  <a:lnTo>
                    <a:pt x="684657" y="714375"/>
                  </a:lnTo>
                  <a:lnTo>
                    <a:pt x="684657" y="774002"/>
                  </a:lnTo>
                  <a:lnTo>
                    <a:pt x="654844" y="774002"/>
                  </a:lnTo>
                  <a:lnTo>
                    <a:pt x="654844" y="803720"/>
                  </a:lnTo>
                  <a:lnTo>
                    <a:pt x="625126" y="803720"/>
                  </a:lnTo>
                  <a:lnTo>
                    <a:pt x="625126" y="595313"/>
                  </a:lnTo>
                  <a:lnTo>
                    <a:pt x="654844" y="595313"/>
                  </a:lnTo>
                  <a:lnTo>
                    <a:pt x="654844" y="535877"/>
                  </a:lnTo>
                  <a:lnTo>
                    <a:pt x="625126" y="535877"/>
                  </a:lnTo>
                  <a:lnTo>
                    <a:pt x="625126" y="506063"/>
                  </a:lnTo>
                  <a:lnTo>
                    <a:pt x="595313" y="506063"/>
                  </a:lnTo>
                  <a:lnTo>
                    <a:pt x="595313" y="446532"/>
                  </a:lnTo>
                  <a:lnTo>
                    <a:pt x="565595" y="446532"/>
                  </a:lnTo>
                  <a:lnTo>
                    <a:pt x="565595" y="416814"/>
                  </a:lnTo>
                  <a:lnTo>
                    <a:pt x="535781" y="416814"/>
                  </a:lnTo>
                  <a:lnTo>
                    <a:pt x="535781" y="387001"/>
                  </a:lnTo>
                  <a:lnTo>
                    <a:pt x="506063" y="387001"/>
                  </a:lnTo>
                  <a:lnTo>
                    <a:pt x="506063" y="357188"/>
                  </a:lnTo>
                  <a:lnTo>
                    <a:pt x="476250" y="357188"/>
                  </a:lnTo>
                  <a:lnTo>
                    <a:pt x="476250" y="267938"/>
                  </a:lnTo>
                  <a:lnTo>
                    <a:pt x="446532" y="267938"/>
                  </a:lnTo>
                  <a:lnTo>
                    <a:pt x="446532" y="238125"/>
                  </a:lnTo>
                  <a:lnTo>
                    <a:pt x="446532" y="208407"/>
                  </a:lnTo>
                  <a:lnTo>
                    <a:pt x="476250" y="208407"/>
                  </a:lnTo>
                  <a:lnTo>
                    <a:pt x="476250" y="148876"/>
                  </a:lnTo>
                  <a:lnTo>
                    <a:pt x="506063" y="148876"/>
                  </a:lnTo>
                  <a:lnTo>
                    <a:pt x="506063" y="59626"/>
                  </a:lnTo>
                  <a:lnTo>
                    <a:pt x="476250" y="59626"/>
                  </a:lnTo>
                  <a:lnTo>
                    <a:pt x="476250" y="29813"/>
                  </a:lnTo>
                  <a:lnTo>
                    <a:pt x="446532" y="29813"/>
                  </a:lnTo>
                  <a:lnTo>
                    <a:pt x="446532" y="0"/>
                  </a:lnTo>
                  <a:lnTo>
                    <a:pt x="178594" y="0"/>
                  </a:lnTo>
                  <a:lnTo>
                    <a:pt x="178594" y="29813"/>
                  </a:lnTo>
                  <a:lnTo>
                    <a:pt x="148876" y="29813"/>
                  </a:lnTo>
                  <a:lnTo>
                    <a:pt x="148876" y="59626"/>
                  </a:lnTo>
                  <a:lnTo>
                    <a:pt x="119063" y="59626"/>
                  </a:lnTo>
                  <a:lnTo>
                    <a:pt x="119063" y="148876"/>
                  </a:lnTo>
                  <a:lnTo>
                    <a:pt x="148876" y="148876"/>
                  </a:lnTo>
                  <a:lnTo>
                    <a:pt x="148876" y="208407"/>
                  </a:lnTo>
                  <a:lnTo>
                    <a:pt x="178594" y="208407"/>
                  </a:lnTo>
                  <a:lnTo>
                    <a:pt x="178594" y="238125"/>
                  </a:lnTo>
                  <a:lnTo>
                    <a:pt x="178594" y="267938"/>
                  </a:lnTo>
                  <a:lnTo>
                    <a:pt x="148876" y="267938"/>
                  </a:lnTo>
                  <a:lnTo>
                    <a:pt x="148876" y="357188"/>
                  </a:lnTo>
                  <a:lnTo>
                    <a:pt x="119063" y="357188"/>
                  </a:lnTo>
                  <a:lnTo>
                    <a:pt x="119063" y="387001"/>
                  </a:lnTo>
                  <a:lnTo>
                    <a:pt x="89345" y="387001"/>
                  </a:lnTo>
                  <a:lnTo>
                    <a:pt x="89345" y="416814"/>
                  </a:lnTo>
                  <a:lnTo>
                    <a:pt x="59531" y="416814"/>
                  </a:lnTo>
                  <a:lnTo>
                    <a:pt x="59531" y="446532"/>
                  </a:lnTo>
                  <a:lnTo>
                    <a:pt x="29813" y="446532"/>
                  </a:lnTo>
                  <a:lnTo>
                    <a:pt x="29813" y="506063"/>
                  </a:lnTo>
                  <a:lnTo>
                    <a:pt x="0" y="506063"/>
                  </a:lnTo>
                  <a:lnTo>
                    <a:pt x="0" y="1071563"/>
                  </a:lnTo>
                  <a:lnTo>
                    <a:pt x="29813" y="1071563"/>
                  </a:lnTo>
                  <a:lnTo>
                    <a:pt x="29813" y="1101376"/>
                  </a:lnTo>
                  <a:lnTo>
                    <a:pt x="59531" y="1101376"/>
                  </a:lnTo>
                  <a:lnTo>
                    <a:pt x="59531" y="1131189"/>
                  </a:lnTo>
                  <a:lnTo>
                    <a:pt x="89345" y="1131189"/>
                  </a:lnTo>
                  <a:lnTo>
                    <a:pt x="89345" y="1160907"/>
                  </a:lnTo>
                  <a:lnTo>
                    <a:pt x="178594" y="1160907"/>
                  </a:lnTo>
                  <a:lnTo>
                    <a:pt x="178594" y="1190625"/>
                  </a:lnTo>
                  <a:lnTo>
                    <a:pt x="446532" y="1190625"/>
                  </a:lnTo>
                  <a:lnTo>
                    <a:pt x="446532" y="1160907"/>
                  </a:lnTo>
                  <a:lnTo>
                    <a:pt x="535781" y="1160907"/>
                  </a:lnTo>
                  <a:lnTo>
                    <a:pt x="535781" y="1131189"/>
                  </a:lnTo>
                  <a:lnTo>
                    <a:pt x="565595" y="1131189"/>
                  </a:lnTo>
                  <a:lnTo>
                    <a:pt x="565595" y="1101376"/>
                  </a:lnTo>
                  <a:lnTo>
                    <a:pt x="595313" y="1101376"/>
                  </a:lnTo>
                  <a:lnTo>
                    <a:pt x="595313" y="1131189"/>
                  </a:lnTo>
                  <a:lnTo>
                    <a:pt x="833438" y="1131189"/>
                  </a:lnTo>
                  <a:lnTo>
                    <a:pt x="833438" y="1101376"/>
                  </a:lnTo>
                  <a:lnTo>
                    <a:pt x="863251" y="1101376"/>
                  </a:lnTo>
                  <a:lnTo>
                    <a:pt x="863251" y="893064"/>
                  </a:lnTo>
                  <a:lnTo>
                    <a:pt x="833438" y="893064"/>
                  </a:lnTo>
                  <a:close/>
                </a:path>
              </a:pathLst>
            </a:custGeom>
            <a:noFill/>
            <a:ln cap="flat" cmpd="sng" w="59525">
              <a:solidFill>
                <a:srgbClr val="F1C23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2" name="Google Shape;1452;p26"/>
            <p:cNvSpPr/>
            <p:nvPr/>
          </p:nvSpPr>
          <p:spPr>
            <a:xfrm>
              <a:off x="7240142" y="2296668"/>
              <a:ext cx="29718" cy="119062"/>
            </a:xfrm>
            <a:custGeom>
              <a:rect b="b" l="l" r="r" t="t"/>
              <a:pathLst>
                <a:path extrusionOk="0" h="119062" w="29718">
                  <a:moveTo>
                    <a:pt x="0" y="0"/>
                  </a:moveTo>
                  <a:lnTo>
                    <a:pt x="29718" y="0"/>
                  </a:lnTo>
                  <a:lnTo>
                    <a:pt x="29718" y="119063"/>
                  </a:lnTo>
                  <a:lnTo>
                    <a:pt x="0" y="119063"/>
                  </a:lnTo>
                  <a:close/>
                </a:path>
              </a:pathLst>
            </a:custGeom>
            <a:noFill/>
            <a:ln cap="flat" cmpd="sng" w="59525">
              <a:solidFill>
                <a:srgbClr val="F1C23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3" name="Google Shape;1453;p26"/>
            <p:cNvSpPr/>
            <p:nvPr/>
          </p:nvSpPr>
          <p:spPr>
            <a:xfrm>
              <a:off x="7389018" y="2534793"/>
              <a:ext cx="29718" cy="59531"/>
            </a:xfrm>
            <a:custGeom>
              <a:rect b="b" l="l" r="r" t="t"/>
              <a:pathLst>
                <a:path extrusionOk="0" h="59531" w="29718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4" name="Google Shape;1454;p26"/>
            <p:cNvSpPr/>
            <p:nvPr/>
          </p:nvSpPr>
          <p:spPr>
            <a:xfrm>
              <a:off x="7418736" y="2594419"/>
              <a:ext cx="29718" cy="208406"/>
            </a:xfrm>
            <a:custGeom>
              <a:rect b="b" l="l" r="r" t="t"/>
              <a:pathLst>
                <a:path extrusionOk="0" h="208406" w="29718">
                  <a:moveTo>
                    <a:pt x="0" y="0"/>
                  </a:moveTo>
                  <a:lnTo>
                    <a:pt x="29718" y="0"/>
                  </a:lnTo>
                  <a:lnTo>
                    <a:pt x="29718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1455;p26"/>
            <p:cNvSpPr/>
            <p:nvPr/>
          </p:nvSpPr>
          <p:spPr>
            <a:xfrm>
              <a:off x="7180611" y="2802731"/>
              <a:ext cx="238125" cy="29718"/>
            </a:xfrm>
            <a:custGeom>
              <a:rect b="b" l="l" r="r" t="t"/>
              <a:pathLst>
                <a:path extrusionOk="0" h="29718" w="238125">
                  <a:moveTo>
                    <a:pt x="0" y="0"/>
                  </a:moveTo>
                  <a:lnTo>
                    <a:pt x="238125" y="0"/>
                  </a:lnTo>
                  <a:lnTo>
                    <a:pt x="238125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6" name="Google Shape;1456;p26"/>
            <p:cNvSpPr/>
            <p:nvPr/>
          </p:nvSpPr>
          <p:spPr>
            <a:xfrm>
              <a:off x="7359205" y="2505075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7" name="Google Shape;1457;p26"/>
            <p:cNvSpPr/>
            <p:nvPr/>
          </p:nvSpPr>
          <p:spPr>
            <a:xfrm>
              <a:off x="7210424" y="2505075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26"/>
            <p:cNvSpPr/>
            <p:nvPr/>
          </p:nvSpPr>
          <p:spPr>
            <a:xfrm>
              <a:off x="7240142" y="2475357"/>
              <a:ext cx="119062" cy="29718"/>
            </a:xfrm>
            <a:custGeom>
              <a:rect b="b" l="l" r="r" t="t"/>
              <a:pathLst>
                <a:path extrusionOk="0" h="29718" w="119062">
                  <a:moveTo>
                    <a:pt x="0" y="0"/>
                  </a:moveTo>
                  <a:lnTo>
                    <a:pt x="119062" y="0"/>
                  </a:lnTo>
                  <a:lnTo>
                    <a:pt x="119062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9" name="Google Shape;1459;p26"/>
            <p:cNvSpPr/>
            <p:nvPr/>
          </p:nvSpPr>
          <p:spPr>
            <a:xfrm>
              <a:off x="7240142" y="2534793"/>
              <a:ext cx="89249" cy="29718"/>
            </a:xfrm>
            <a:custGeom>
              <a:rect b="b" l="l" r="r" t="t"/>
              <a:pathLst>
                <a:path extrusionOk="0" h="29718" w="89249">
                  <a:moveTo>
                    <a:pt x="0" y="0"/>
                  </a:moveTo>
                  <a:lnTo>
                    <a:pt x="89249" y="0"/>
                  </a:lnTo>
                  <a:lnTo>
                    <a:pt x="89249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0" name="Google Shape;1460;p26"/>
            <p:cNvSpPr/>
            <p:nvPr/>
          </p:nvSpPr>
          <p:spPr>
            <a:xfrm>
              <a:off x="7210424" y="2743200"/>
              <a:ext cx="178593" cy="29718"/>
            </a:xfrm>
            <a:custGeom>
              <a:rect b="b" l="l" r="r" t="t"/>
              <a:pathLst>
                <a:path extrusionOk="0" h="29718" w="178593">
                  <a:moveTo>
                    <a:pt x="0" y="0"/>
                  </a:moveTo>
                  <a:lnTo>
                    <a:pt x="178594" y="0"/>
                  </a:lnTo>
                  <a:lnTo>
                    <a:pt x="178594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1" name="Google Shape;1461;p26"/>
            <p:cNvSpPr/>
            <p:nvPr/>
          </p:nvSpPr>
          <p:spPr>
            <a:xfrm>
              <a:off x="7329487" y="2564606"/>
              <a:ext cx="29718" cy="59531"/>
            </a:xfrm>
            <a:custGeom>
              <a:rect b="b" l="l" r="r" t="t"/>
              <a:pathLst>
                <a:path extrusionOk="0" h="59531" w="29718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2" name="Google Shape;1462;p26"/>
            <p:cNvSpPr/>
            <p:nvPr/>
          </p:nvSpPr>
          <p:spPr>
            <a:xfrm>
              <a:off x="7359205" y="2624137"/>
              <a:ext cx="29718" cy="119062"/>
            </a:xfrm>
            <a:custGeom>
              <a:rect b="b" l="l" r="r" t="t"/>
              <a:pathLst>
                <a:path extrusionOk="0" h="119062" w="29718">
                  <a:moveTo>
                    <a:pt x="0" y="0"/>
                  </a:moveTo>
                  <a:lnTo>
                    <a:pt x="29718" y="0"/>
                  </a:lnTo>
                  <a:lnTo>
                    <a:pt x="29718" y="119063"/>
                  </a:lnTo>
                  <a:lnTo>
                    <a:pt x="0" y="119063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1463;p26"/>
            <p:cNvSpPr/>
            <p:nvPr/>
          </p:nvSpPr>
          <p:spPr>
            <a:xfrm>
              <a:off x="7210424" y="2564606"/>
              <a:ext cx="29718" cy="59531"/>
            </a:xfrm>
            <a:custGeom>
              <a:rect b="b" l="l" r="r" t="t"/>
              <a:pathLst>
                <a:path extrusionOk="0" h="59531" w="29718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1464;p26"/>
            <p:cNvSpPr/>
            <p:nvPr/>
          </p:nvSpPr>
          <p:spPr>
            <a:xfrm rot="10800000">
              <a:off x="7269955" y="2415825"/>
              <a:ext cx="29718" cy="59531"/>
            </a:xfrm>
            <a:custGeom>
              <a:rect b="b" l="l" r="r" t="t"/>
              <a:pathLst>
                <a:path extrusionOk="0" h="59531" w="29718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5" name="Google Shape;1465;p26"/>
            <p:cNvSpPr/>
            <p:nvPr/>
          </p:nvSpPr>
          <p:spPr>
            <a:xfrm rot="10800000">
              <a:off x="7240237" y="2296763"/>
              <a:ext cx="29718" cy="119062"/>
            </a:xfrm>
            <a:custGeom>
              <a:rect b="b" l="l" r="r" t="t"/>
              <a:pathLst>
                <a:path extrusionOk="0" h="119062" w="29718">
                  <a:moveTo>
                    <a:pt x="0" y="0"/>
                  </a:moveTo>
                  <a:lnTo>
                    <a:pt x="29718" y="0"/>
                  </a:lnTo>
                  <a:lnTo>
                    <a:pt x="29718" y="119063"/>
                  </a:lnTo>
                  <a:lnTo>
                    <a:pt x="0" y="119063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6" name="Google Shape;1466;p26"/>
            <p:cNvSpPr/>
            <p:nvPr/>
          </p:nvSpPr>
          <p:spPr>
            <a:xfrm rot="10800000">
              <a:off x="7210424" y="2237136"/>
              <a:ext cx="29718" cy="59531"/>
            </a:xfrm>
            <a:custGeom>
              <a:rect b="b" l="l" r="r" t="t"/>
              <a:pathLst>
                <a:path extrusionOk="0" h="59531" w="29718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7" name="Google Shape;1467;p26"/>
            <p:cNvSpPr/>
            <p:nvPr/>
          </p:nvSpPr>
          <p:spPr>
            <a:xfrm>
              <a:off x="7269955" y="2475357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1468;p26"/>
            <p:cNvSpPr/>
            <p:nvPr/>
          </p:nvSpPr>
          <p:spPr>
            <a:xfrm>
              <a:off x="6882955" y="2832544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9" name="Google Shape;1469;p26"/>
            <p:cNvSpPr/>
            <p:nvPr/>
          </p:nvSpPr>
          <p:spPr>
            <a:xfrm>
              <a:off x="7121080" y="2743200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0" name="Google Shape;1470;p26"/>
            <p:cNvSpPr/>
            <p:nvPr/>
          </p:nvSpPr>
          <p:spPr>
            <a:xfrm>
              <a:off x="6615112" y="2743200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1" name="Google Shape;1471;p26"/>
            <p:cNvSpPr/>
            <p:nvPr/>
          </p:nvSpPr>
          <p:spPr>
            <a:xfrm>
              <a:off x="7091362" y="2802731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2" name="Google Shape;1472;p26"/>
            <p:cNvSpPr/>
            <p:nvPr/>
          </p:nvSpPr>
          <p:spPr>
            <a:xfrm>
              <a:off x="6674643" y="2802731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3" name="Google Shape;1473;p26"/>
            <p:cNvSpPr/>
            <p:nvPr/>
          </p:nvSpPr>
          <p:spPr>
            <a:xfrm>
              <a:off x="6763892" y="2862262"/>
              <a:ext cx="267843" cy="29718"/>
            </a:xfrm>
            <a:custGeom>
              <a:rect b="b" l="l" r="r" t="t"/>
              <a:pathLst>
                <a:path extrusionOk="0" h="29718" w="267843">
                  <a:moveTo>
                    <a:pt x="0" y="0"/>
                  </a:moveTo>
                  <a:lnTo>
                    <a:pt x="267843" y="0"/>
                  </a:lnTo>
                  <a:lnTo>
                    <a:pt x="267843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4" name="Google Shape;1474;p26"/>
            <p:cNvSpPr/>
            <p:nvPr/>
          </p:nvSpPr>
          <p:spPr>
            <a:xfrm>
              <a:off x="6763892" y="2207418"/>
              <a:ext cx="267843" cy="29718"/>
            </a:xfrm>
            <a:custGeom>
              <a:rect b="b" l="l" r="r" t="t"/>
              <a:pathLst>
                <a:path extrusionOk="0" h="29718" w="267843">
                  <a:moveTo>
                    <a:pt x="0" y="0"/>
                  </a:moveTo>
                  <a:lnTo>
                    <a:pt x="267843" y="0"/>
                  </a:lnTo>
                  <a:lnTo>
                    <a:pt x="267843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5" name="Google Shape;1475;p26"/>
            <p:cNvSpPr/>
            <p:nvPr/>
          </p:nvSpPr>
          <p:spPr>
            <a:xfrm>
              <a:off x="6793705" y="2386012"/>
              <a:ext cx="208311" cy="29718"/>
            </a:xfrm>
            <a:custGeom>
              <a:rect b="b" l="l" r="r" t="t"/>
              <a:pathLst>
                <a:path extrusionOk="0" h="29718" w="208311">
                  <a:moveTo>
                    <a:pt x="0" y="0"/>
                  </a:moveTo>
                  <a:lnTo>
                    <a:pt x="208312" y="0"/>
                  </a:lnTo>
                  <a:lnTo>
                    <a:pt x="208312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6" name="Google Shape;1476;p26"/>
            <p:cNvSpPr/>
            <p:nvPr/>
          </p:nvSpPr>
          <p:spPr>
            <a:xfrm>
              <a:off x="7031830" y="2832544"/>
              <a:ext cx="89249" cy="29718"/>
            </a:xfrm>
            <a:custGeom>
              <a:rect b="b" l="l" r="r" t="t"/>
              <a:pathLst>
                <a:path extrusionOk="0" h="29718" w="89249">
                  <a:moveTo>
                    <a:pt x="0" y="0"/>
                  </a:moveTo>
                  <a:lnTo>
                    <a:pt x="89249" y="0"/>
                  </a:lnTo>
                  <a:lnTo>
                    <a:pt x="89249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7" name="Google Shape;1477;p26"/>
            <p:cNvSpPr/>
            <p:nvPr/>
          </p:nvSpPr>
          <p:spPr>
            <a:xfrm>
              <a:off x="6674643" y="2832544"/>
              <a:ext cx="89249" cy="29718"/>
            </a:xfrm>
            <a:custGeom>
              <a:rect b="b" l="l" r="r" t="t"/>
              <a:pathLst>
                <a:path extrusionOk="0" h="29718" w="89249">
                  <a:moveTo>
                    <a:pt x="0" y="0"/>
                  </a:moveTo>
                  <a:lnTo>
                    <a:pt x="89249" y="0"/>
                  </a:lnTo>
                  <a:lnTo>
                    <a:pt x="89249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8" name="Google Shape;1478;p26"/>
            <p:cNvSpPr/>
            <p:nvPr/>
          </p:nvSpPr>
          <p:spPr>
            <a:xfrm>
              <a:off x="7031830" y="2237232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9" name="Google Shape;1479;p26"/>
            <p:cNvSpPr/>
            <p:nvPr/>
          </p:nvSpPr>
          <p:spPr>
            <a:xfrm>
              <a:off x="7002017" y="2772918"/>
              <a:ext cx="89249" cy="29718"/>
            </a:xfrm>
            <a:custGeom>
              <a:rect b="b" l="l" r="r" t="t"/>
              <a:pathLst>
                <a:path extrusionOk="0" h="29718" w="89249">
                  <a:moveTo>
                    <a:pt x="0" y="0"/>
                  </a:moveTo>
                  <a:lnTo>
                    <a:pt x="89249" y="0"/>
                  </a:lnTo>
                  <a:lnTo>
                    <a:pt x="89249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0" name="Google Shape;1480;p26"/>
            <p:cNvSpPr/>
            <p:nvPr/>
          </p:nvSpPr>
          <p:spPr>
            <a:xfrm>
              <a:off x="7091362" y="2743200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1" name="Google Shape;1481;p26"/>
            <p:cNvSpPr/>
            <p:nvPr/>
          </p:nvSpPr>
          <p:spPr>
            <a:xfrm>
              <a:off x="6674643" y="2743200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2" name="Google Shape;1482;p26"/>
            <p:cNvSpPr/>
            <p:nvPr/>
          </p:nvSpPr>
          <p:spPr>
            <a:xfrm>
              <a:off x="7091362" y="2266950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3" name="Google Shape;1483;p26"/>
            <p:cNvSpPr/>
            <p:nvPr/>
          </p:nvSpPr>
          <p:spPr>
            <a:xfrm>
              <a:off x="6704361" y="2772918"/>
              <a:ext cx="89249" cy="29718"/>
            </a:xfrm>
            <a:custGeom>
              <a:rect b="b" l="l" r="r" t="t"/>
              <a:pathLst>
                <a:path extrusionOk="0" h="29718" w="89249">
                  <a:moveTo>
                    <a:pt x="0" y="0"/>
                  </a:moveTo>
                  <a:lnTo>
                    <a:pt x="89249" y="0"/>
                  </a:lnTo>
                  <a:lnTo>
                    <a:pt x="89249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4" name="Google Shape;1484;p26"/>
            <p:cNvSpPr/>
            <p:nvPr/>
          </p:nvSpPr>
          <p:spPr>
            <a:xfrm>
              <a:off x="6823423" y="2743200"/>
              <a:ext cx="148780" cy="29718"/>
            </a:xfrm>
            <a:custGeom>
              <a:rect b="b" l="l" r="r" t="t"/>
              <a:pathLst>
                <a:path extrusionOk="0" h="29718" w="148780">
                  <a:moveTo>
                    <a:pt x="0" y="0"/>
                  </a:moveTo>
                  <a:lnTo>
                    <a:pt x="148780" y="0"/>
                  </a:lnTo>
                  <a:lnTo>
                    <a:pt x="148780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5" name="Google Shape;1485;p26"/>
            <p:cNvSpPr/>
            <p:nvPr/>
          </p:nvSpPr>
          <p:spPr>
            <a:xfrm>
              <a:off x="6674643" y="2266950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6" name="Google Shape;1486;p26"/>
            <p:cNvSpPr/>
            <p:nvPr/>
          </p:nvSpPr>
          <p:spPr>
            <a:xfrm>
              <a:off x="6704361" y="2445543"/>
              <a:ext cx="29718" cy="267843"/>
            </a:xfrm>
            <a:custGeom>
              <a:rect b="b" l="l" r="r" t="t"/>
              <a:pathLst>
                <a:path extrusionOk="0" h="267843" w="29718">
                  <a:moveTo>
                    <a:pt x="0" y="0"/>
                  </a:moveTo>
                  <a:lnTo>
                    <a:pt x="29718" y="0"/>
                  </a:lnTo>
                  <a:lnTo>
                    <a:pt x="29718" y="267843"/>
                  </a:lnTo>
                  <a:lnTo>
                    <a:pt x="0" y="267843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7" name="Google Shape;1487;p26"/>
            <p:cNvSpPr/>
            <p:nvPr/>
          </p:nvSpPr>
          <p:spPr>
            <a:xfrm>
              <a:off x="7061548" y="2445543"/>
              <a:ext cx="29718" cy="267843"/>
            </a:xfrm>
            <a:custGeom>
              <a:rect b="b" l="l" r="r" t="t"/>
              <a:pathLst>
                <a:path extrusionOk="0" h="267843" w="29718">
                  <a:moveTo>
                    <a:pt x="0" y="0"/>
                  </a:moveTo>
                  <a:lnTo>
                    <a:pt x="29718" y="0"/>
                  </a:lnTo>
                  <a:lnTo>
                    <a:pt x="29718" y="267843"/>
                  </a:lnTo>
                  <a:lnTo>
                    <a:pt x="0" y="267843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8" name="Google Shape;1488;p26"/>
            <p:cNvSpPr/>
            <p:nvPr/>
          </p:nvSpPr>
          <p:spPr>
            <a:xfrm>
              <a:off x="6644830" y="2296668"/>
              <a:ext cx="29718" cy="446531"/>
            </a:xfrm>
            <a:custGeom>
              <a:rect b="b" l="l" r="r" t="t"/>
              <a:pathLst>
                <a:path extrusionOk="0" h="446531" w="29718">
                  <a:moveTo>
                    <a:pt x="0" y="0"/>
                  </a:moveTo>
                  <a:lnTo>
                    <a:pt x="29718" y="0"/>
                  </a:lnTo>
                  <a:lnTo>
                    <a:pt x="29718" y="446532"/>
                  </a:lnTo>
                  <a:lnTo>
                    <a:pt x="0" y="446532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9" name="Google Shape;1489;p26"/>
            <p:cNvSpPr/>
            <p:nvPr/>
          </p:nvSpPr>
          <p:spPr>
            <a:xfrm>
              <a:off x="7121080" y="2296668"/>
              <a:ext cx="29718" cy="446531"/>
            </a:xfrm>
            <a:custGeom>
              <a:rect b="b" l="l" r="r" t="t"/>
              <a:pathLst>
                <a:path extrusionOk="0" h="446531" w="29718">
                  <a:moveTo>
                    <a:pt x="0" y="0"/>
                  </a:moveTo>
                  <a:lnTo>
                    <a:pt x="29718" y="0"/>
                  </a:lnTo>
                  <a:lnTo>
                    <a:pt x="29718" y="446532"/>
                  </a:lnTo>
                  <a:lnTo>
                    <a:pt x="0" y="446532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0" name="Google Shape;1490;p26"/>
            <p:cNvSpPr/>
            <p:nvPr/>
          </p:nvSpPr>
          <p:spPr>
            <a:xfrm>
              <a:off x="6942486" y="2802731"/>
              <a:ext cx="148875" cy="59531"/>
            </a:xfrm>
            <a:custGeom>
              <a:rect b="b" l="l" r="r" t="t"/>
              <a:pathLst>
                <a:path extrusionOk="0" h="59531" w="148875">
                  <a:moveTo>
                    <a:pt x="148876" y="0"/>
                  </a:moveTo>
                  <a:lnTo>
                    <a:pt x="148876" y="29813"/>
                  </a:lnTo>
                  <a:lnTo>
                    <a:pt x="89345" y="29813"/>
                  </a:lnTo>
                  <a:lnTo>
                    <a:pt x="89345" y="59531"/>
                  </a:lnTo>
                  <a:lnTo>
                    <a:pt x="0" y="59531"/>
                  </a:lnTo>
                  <a:lnTo>
                    <a:pt x="0" y="29813"/>
                  </a:lnTo>
                  <a:lnTo>
                    <a:pt x="59531" y="29813"/>
                  </a:lnTo>
                  <a:lnTo>
                    <a:pt x="59531" y="0"/>
                  </a:lnTo>
                  <a:lnTo>
                    <a:pt x="148876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1" name="Google Shape;1491;p26"/>
            <p:cNvSpPr/>
            <p:nvPr/>
          </p:nvSpPr>
          <p:spPr>
            <a:xfrm>
              <a:off x="6734174" y="2802731"/>
              <a:ext cx="148780" cy="59531"/>
            </a:xfrm>
            <a:custGeom>
              <a:rect b="b" l="l" r="r" t="t"/>
              <a:pathLst>
                <a:path extrusionOk="0" h="59531" w="148780">
                  <a:moveTo>
                    <a:pt x="148780" y="29813"/>
                  </a:moveTo>
                  <a:lnTo>
                    <a:pt x="148780" y="59531"/>
                  </a:lnTo>
                  <a:lnTo>
                    <a:pt x="29718" y="59531"/>
                  </a:lnTo>
                  <a:lnTo>
                    <a:pt x="29718" y="29813"/>
                  </a:lnTo>
                  <a:lnTo>
                    <a:pt x="0" y="29813"/>
                  </a:lnTo>
                  <a:lnTo>
                    <a:pt x="0" y="0"/>
                  </a:lnTo>
                  <a:lnTo>
                    <a:pt x="59531" y="0"/>
                  </a:lnTo>
                  <a:lnTo>
                    <a:pt x="59531" y="29813"/>
                  </a:lnTo>
                  <a:lnTo>
                    <a:pt x="148780" y="29813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2" name="Google Shape;1492;p26"/>
            <p:cNvSpPr/>
            <p:nvPr/>
          </p:nvSpPr>
          <p:spPr>
            <a:xfrm>
              <a:off x="6793705" y="2802731"/>
              <a:ext cx="208311" cy="29718"/>
            </a:xfrm>
            <a:custGeom>
              <a:rect b="b" l="l" r="r" t="t"/>
              <a:pathLst>
                <a:path extrusionOk="0" h="29718" w="208311">
                  <a:moveTo>
                    <a:pt x="0" y="0"/>
                  </a:moveTo>
                  <a:lnTo>
                    <a:pt x="208312" y="0"/>
                  </a:lnTo>
                  <a:lnTo>
                    <a:pt x="208312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3" name="Google Shape;1493;p26"/>
            <p:cNvSpPr/>
            <p:nvPr/>
          </p:nvSpPr>
          <p:spPr>
            <a:xfrm>
              <a:off x="6704361" y="2237232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4" name="Google Shape;1494;p26"/>
            <p:cNvSpPr/>
            <p:nvPr/>
          </p:nvSpPr>
          <p:spPr>
            <a:xfrm>
              <a:off x="6734174" y="2415730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5" name="Google Shape;1495;p26"/>
            <p:cNvSpPr/>
            <p:nvPr/>
          </p:nvSpPr>
          <p:spPr>
            <a:xfrm>
              <a:off x="7002017" y="2415730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6" name="Google Shape;1496;p26"/>
            <p:cNvSpPr/>
            <p:nvPr/>
          </p:nvSpPr>
          <p:spPr>
            <a:xfrm>
              <a:off x="7121080" y="2802731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7" name="Google Shape;1497;p26"/>
            <p:cNvSpPr/>
            <p:nvPr/>
          </p:nvSpPr>
          <p:spPr>
            <a:xfrm>
              <a:off x="7091362" y="2772918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8" name="Google Shape;1498;p26"/>
            <p:cNvSpPr/>
            <p:nvPr/>
          </p:nvSpPr>
          <p:spPr>
            <a:xfrm>
              <a:off x="7150893" y="2772918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9" name="Google Shape;1499;p26"/>
            <p:cNvSpPr/>
            <p:nvPr/>
          </p:nvSpPr>
          <p:spPr>
            <a:xfrm>
              <a:off x="7180611" y="2207418"/>
              <a:ext cx="29718" cy="297656"/>
            </a:xfrm>
            <a:custGeom>
              <a:rect b="b" l="l" r="r" t="t"/>
              <a:pathLst>
                <a:path extrusionOk="0" h="297656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656"/>
                  </a:lnTo>
                  <a:lnTo>
                    <a:pt x="0" y="297656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0" name="Google Shape;1500;p26"/>
            <p:cNvSpPr/>
            <p:nvPr/>
          </p:nvSpPr>
          <p:spPr>
            <a:xfrm>
              <a:off x="7180611" y="2505075"/>
              <a:ext cx="238125" cy="297656"/>
            </a:xfrm>
            <a:custGeom>
              <a:rect b="b" l="l" r="r" t="t"/>
              <a:pathLst>
                <a:path extrusionOk="0" h="297656" w="238125">
                  <a:moveTo>
                    <a:pt x="238125" y="89344"/>
                  </a:moveTo>
                  <a:lnTo>
                    <a:pt x="238125" y="297656"/>
                  </a:lnTo>
                  <a:lnTo>
                    <a:pt x="0" y="297656"/>
                  </a:lnTo>
                  <a:lnTo>
                    <a:pt x="0" y="267843"/>
                  </a:lnTo>
                  <a:lnTo>
                    <a:pt x="208407" y="267843"/>
                  </a:lnTo>
                  <a:lnTo>
                    <a:pt x="208407" y="119063"/>
                  </a:lnTo>
                  <a:lnTo>
                    <a:pt x="178594" y="119063"/>
                  </a:lnTo>
                  <a:lnTo>
                    <a:pt x="178594" y="59531"/>
                  </a:lnTo>
                  <a:lnTo>
                    <a:pt x="148876" y="59531"/>
                  </a:lnTo>
                  <a:lnTo>
                    <a:pt x="148876" y="29718"/>
                  </a:lnTo>
                  <a:lnTo>
                    <a:pt x="59531" y="29718"/>
                  </a:lnTo>
                  <a:lnTo>
                    <a:pt x="59531" y="0"/>
                  </a:lnTo>
                  <a:lnTo>
                    <a:pt x="178594" y="0"/>
                  </a:lnTo>
                  <a:lnTo>
                    <a:pt x="178594" y="29718"/>
                  </a:lnTo>
                  <a:lnTo>
                    <a:pt x="208407" y="29718"/>
                  </a:lnTo>
                  <a:lnTo>
                    <a:pt x="208407" y="89344"/>
                  </a:lnTo>
                  <a:lnTo>
                    <a:pt x="238125" y="89344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1" name="Google Shape;1501;p26"/>
            <p:cNvSpPr/>
            <p:nvPr/>
          </p:nvSpPr>
          <p:spPr>
            <a:xfrm>
              <a:off x="7210424" y="2534793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2" name="Google Shape;1502;p26"/>
            <p:cNvSpPr/>
            <p:nvPr/>
          </p:nvSpPr>
          <p:spPr>
            <a:xfrm>
              <a:off x="7210424" y="2564606"/>
              <a:ext cx="148780" cy="178593"/>
            </a:xfrm>
            <a:custGeom>
              <a:rect b="b" l="l" r="r" t="t"/>
              <a:pathLst>
                <a:path extrusionOk="0" h="178593" w="148780">
                  <a:moveTo>
                    <a:pt x="148780" y="59531"/>
                  </a:moveTo>
                  <a:lnTo>
                    <a:pt x="148780" y="178594"/>
                  </a:lnTo>
                  <a:lnTo>
                    <a:pt x="0" y="178594"/>
                  </a:lnTo>
                  <a:lnTo>
                    <a:pt x="0" y="59531"/>
                  </a:lnTo>
                  <a:lnTo>
                    <a:pt x="29718" y="59531"/>
                  </a:lnTo>
                  <a:lnTo>
                    <a:pt x="29718" y="0"/>
                  </a:lnTo>
                  <a:lnTo>
                    <a:pt x="119063" y="0"/>
                  </a:lnTo>
                  <a:lnTo>
                    <a:pt x="119063" y="59531"/>
                  </a:lnTo>
                  <a:lnTo>
                    <a:pt x="148780" y="5953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3" name="Google Shape;1503;p26"/>
            <p:cNvSpPr/>
            <p:nvPr/>
          </p:nvSpPr>
          <p:spPr>
            <a:xfrm>
              <a:off x="7180611" y="2505075"/>
              <a:ext cx="29718" cy="267843"/>
            </a:xfrm>
            <a:custGeom>
              <a:rect b="b" l="l" r="r" t="t"/>
              <a:pathLst>
                <a:path extrusionOk="0" h="267843" w="29718">
                  <a:moveTo>
                    <a:pt x="0" y="0"/>
                  </a:moveTo>
                  <a:lnTo>
                    <a:pt x="29718" y="0"/>
                  </a:lnTo>
                  <a:lnTo>
                    <a:pt x="29718" y="267843"/>
                  </a:lnTo>
                  <a:lnTo>
                    <a:pt x="0" y="267843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4" name="Google Shape;1504;p26"/>
            <p:cNvSpPr/>
            <p:nvPr/>
          </p:nvSpPr>
          <p:spPr>
            <a:xfrm>
              <a:off x="6585298" y="2207418"/>
              <a:ext cx="29718" cy="565594"/>
            </a:xfrm>
            <a:custGeom>
              <a:rect b="b" l="l" r="r" t="t"/>
              <a:pathLst>
                <a:path extrusionOk="0" h="565594" w="29718">
                  <a:moveTo>
                    <a:pt x="0" y="0"/>
                  </a:moveTo>
                  <a:lnTo>
                    <a:pt x="29718" y="0"/>
                  </a:lnTo>
                  <a:lnTo>
                    <a:pt x="29718" y="565595"/>
                  </a:lnTo>
                  <a:lnTo>
                    <a:pt x="0" y="565595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5" name="Google Shape;1505;p26"/>
            <p:cNvSpPr/>
            <p:nvPr/>
          </p:nvSpPr>
          <p:spPr>
            <a:xfrm>
              <a:off x="6615112" y="2772918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6" name="Google Shape;1506;p26"/>
            <p:cNvSpPr/>
            <p:nvPr/>
          </p:nvSpPr>
          <p:spPr>
            <a:xfrm>
              <a:off x="6615112" y="2147887"/>
              <a:ext cx="29718" cy="59531"/>
            </a:xfrm>
            <a:custGeom>
              <a:rect b="b" l="l" r="r" t="t"/>
              <a:pathLst>
                <a:path extrusionOk="0" h="59531" w="29718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7" name="Google Shape;1507;p26"/>
            <p:cNvSpPr/>
            <p:nvPr/>
          </p:nvSpPr>
          <p:spPr>
            <a:xfrm>
              <a:off x="7150893" y="2147887"/>
              <a:ext cx="29718" cy="59531"/>
            </a:xfrm>
            <a:custGeom>
              <a:rect b="b" l="l" r="r" t="t"/>
              <a:pathLst>
                <a:path extrusionOk="0" h="59531" w="29718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8" name="Google Shape;1508;p26"/>
            <p:cNvSpPr/>
            <p:nvPr/>
          </p:nvSpPr>
          <p:spPr>
            <a:xfrm>
              <a:off x="6644830" y="2118169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9" name="Google Shape;1509;p26"/>
            <p:cNvSpPr/>
            <p:nvPr/>
          </p:nvSpPr>
          <p:spPr>
            <a:xfrm>
              <a:off x="7121080" y="2118169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0" name="Google Shape;1510;p26"/>
            <p:cNvSpPr/>
            <p:nvPr/>
          </p:nvSpPr>
          <p:spPr>
            <a:xfrm>
              <a:off x="7091362" y="2088356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1511;p26"/>
            <p:cNvSpPr/>
            <p:nvPr/>
          </p:nvSpPr>
          <p:spPr>
            <a:xfrm>
              <a:off x="7061548" y="2058543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2" name="Google Shape;1512;p26"/>
            <p:cNvSpPr/>
            <p:nvPr/>
          </p:nvSpPr>
          <p:spPr>
            <a:xfrm>
              <a:off x="7031830" y="1969293"/>
              <a:ext cx="29718" cy="89344"/>
            </a:xfrm>
            <a:custGeom>
              <a:rect b="b" l="l" r="r" t="t"/>
              <a:pathLst>
                <a:path extrusionOk="0" h="89344" w="29718">
                  <a:moveTo>
                    <a:pt x="0" y="0"/>
                  </a:moveTo>
                  <a:lnTo>
                    <a:pt x="29718" y="0"/>
                  </a:lnTo>
                  <a:lnTo>
                    <a:pt x="29718" y="89345"/>
                  </a:lnTo>
                  <a:lnTo>
                    <a:pt x="0" y="89345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3" name="Google Shape;1513;p26"/>
            <p:cNvSpPr/>
            <p:nvPr/>
          </p:nvSpPr>
          <p:spPr>
            <a:xfrm>
              <a:off x="6674643" y="2088356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1514;p26"/>
            <p:cNvSpPr/>
            <p:nvPr/>
          </p:nvSpPr>
          <p:spPr>
            <a:xfrm>
              <a:off x="6704361" y="2058543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5" name="Google Shape;1515;p26"/>
            <p:cNvSpPr/>
            <p:nvPr/>
          </p:nvSpPr>
          <p:spPr>
            <a:xfrm>
              <a:off x="6734174" y="1969293"/>
              <a:ext cx="29718" cy="89344"/>
            </a:xfrm>
            <a:custGeom>
              <a:rect b="b" l="l" r="r" t="t"/>
              <a:pathLst>
                <a:path extrusionOk="0" h="89344" w="29718">
                  <a:moveTo>
                    <a:pt x="0" y="0"/>
                  </a:moveTo>
                  <a:lnTo>
                    <a:pt x="29718" y="0"/>
                  </a:lnTo>
                  <a:lnTo>
                    <a:pt x="29718" y="89345"/>
                  </a:lnTo>
                  <a:lnTo>
                    <a:pt x="0" y="89345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1516;p26"/>
            <p:cNvSpPr/>
            <p:nvPr/>
          </p:nvSpPr>
          <p:spPr>
            <a:xfrm>
              <a:off x="6763892" y="1939480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1517;p26"/>
            <p:cNvSpPr/>
            <p:nvPr/>
          </p:nvSpPr>
          <p:spPr>
            <a:xfrm>
              <a:off x="7002017" y="1939480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26"/>
            <p:cNvSpPr/>
            <p:nvPr/>
          </p:nvSpPr>
          <p:spPr>
            <a:xfrm>
              <a:off x="6763892" y="1909762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26"/>
            <p:cNvSpPr/>
            <p:nvPr/>
          </p:nvSpPr>
          <p:spPr>
            <a:xfrm>
              <a:off x="7002017" y="1909762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1520;p26"/>
            <p:cNvSpPr/>
            <p:nvPr/>
          </p:nvSpPr>
          <p:spPr>
            <a:xfrm>
              <a:off x="6793705" y="1969293"/>
              <a:ext cx="208311" cy="29717"/>
            </a:xfrm>
            <a:custGeom>
              <a:rect b="b" l="l" r="r" t="t"/>
              <a:pathLst>
                <a:path extrusionOk="0" h="29717" w="208311">
                  <a:moveTo>
                    <a:pt x="0" y="0"/>
                  </a:moveTo>
                  <a:lnTo>
                    <a:pt x="208312" y="0"/>
                  </a:lnTo>
                  <a:lnTo>
                    <a:pt x="208312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1521;p26"/>
            <p:cNvSpPr/>
            <p:nvPr/>
          </p:nvSpPr>
          <p:spPr>
            <a:xfrm>
              <a:off x="6793705" y="1939480"/>
              <a:ext cx="208311" cy="29717"/>
            </a:xfrm>
            <a:custGeom>
              <a:rect b="b" l="l" r="r" t="t"/>
              <a:pathLst>
                <a:path extrusionOk="0" h="29717" w="208311">
                  <a:moveTo>
                    <a:pt x="0" y="0"/>
                  </a:moveTo>
                  <a:lnTo>
                    <a:pt x="208312" y="0"/>
                  </a:lnTo>
                  <a:lnTo>
                    <a:pt x="208312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26"/>
            <p:cNvSpPr/>
            <p:nvPr/>
          </p:nvSpPr>
          <p:spPr>
            <a:xfrm>
              <a:off x="6793705" y="1909762"/>
              <a:ext cx="208311" cy="29717"/>
            </a:xfrm>
            <a:custGeom>
              <a:rect b="b" l="l" r="r" t="t"/>
              <a:pathLst>
                <a:path extrusionOk="0" h="29717" w="208311">
                  <a:moveTo>
                    <a:pt x="0" y="0"/>
                  </a:moveTo>
                  <a:lnTo>
                    <a:pt x="208312" y="0"/>
                  </a:lnTo>
                  <a:lnTo>
                    <a:pt x="208312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3" name="Google Shape;1523;p26"/>
            <p:cNvSpPr/>
            <p:nvPr/>
          </p:nvSpPr>
          <p:spPr>
            <a:xfrm>
              <a:off x="7031830" y="1731168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4" name="Google Shape;1524;p26"/>
            <p:cNvSpPr/>
            <p:nvPr/>
          </p:nvSpPr>
          <p:spPr>
            <a:xfrm>
              <a:off x="6763892" y="1701355"/>
              <a:ext cx="267843" cy="29717"/>
            </a:xfrm>
            <a:custGeom>
              <a:rect b="b" l="l" r="r" t="t"/>
              <a:pathLst>
                <a:path extrusionOk="0" h="29717" w="267843">
                  <a:moveTo>
                    <a:pt x="0" y="0"/>
                  </a:moveTo>
                  <a:lnTo>
                    <a:pt x="267843" y="0"/>
                  </a:lnTo>
                  <a:lnTo>
                    <a:pt x="267843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5" name="Google Shape;1525;p26"/>
            <p:cNvSpPr/>
            <p:nvPr/>
          </p:nvSpPr>
          <p:spPr>
            <a:xfrm>
              <a:off x="6734174" y="1731168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6" name="Google Shape;1526;p26"/>
            <p:cNvSpPr/>
            <p:nvPr/>
          </p:nvSpPr>
          <p:spPr>
            <a:xfrm>
              <a:off x="7031830" y="1850231"/>
              <a:ext cx="29718" cy="59531"/>
            </a:xfrm>
            <a:custGeom>
              <a:rect b="b" l="l" r="r" t="t"/>
              <a:pathLst>
                <a:path extrusionOk="0" h="59531" w="29718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7" name="Google Shape;1527;p26"/>
            <p:cNvSpPr/>
            <p:nvPr/>
          </p:nvSpPr>
          <p:spPr>
            <a:xfrm>
              <a:off x="7061548" y="1760982"/>
              <a:ext cx="29718" cy="89344"/>
            </a:xfrm>
            <a:custGeom>
              <a:rect b="b" l="l" r="r" t="t"/>
              <a:pathLst>
                <a:path extrusionOk="0" h="89344" w="29718">
                  <a:moveTo>
                    <a:pt x="0" y="0"/>
                  </a:moveTo>
                  <a:lnTo>
                    <a:pt x="29718" y="0"/>
                  </a:lnTo>
                  <a:lnTo>
                    <a:pt x="29718" y="89344"/>
                  </a:lnTo>
                  <a:lnTo>
                    <a:pt x="0" y="89344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8" name="Google Shape;1528;p26"/>
            <p:cNvSpPr/>
            <p:nvPr/>
          </p:nvSpPr>
          <p:spPr>
            <a:xfrm>
              <a:off x="6734174" y="1850231"/>
              <a:ext cx="29718" cy="59531"/>
            </a:xfrm>
            <a:custGeom>
              <a:rect b="b" l="l" r="r" t="t"/>
              <a:pathLst>
                <a:path extrusionOk="0" h="59531" w="29718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9" name="Google Shape;1529;p26"/>
            <p:cNvSpPr/>
            <p:nvPr/>
          </p:nvSpPr>
          <p:spPr>
            <a:xfrm>
              <a:off x="6704361" y="1760982"/>
              <a:ext cx="29718" cy="89344"/>
            </a:xfrm>
            <a:custGeom>
              <a:rect b="b" l="l" r="r" t="t"/>
              <a:pathLst>
                <a:path extrusionOk="0" h="89344" w="29718">
                  <a:moveTo>
                    <a:pt x="0" y="0"/>
                  </a:moveTo>
                  <a:lnTo>
                    <a:pt x="29718" y="0"/>
                  </a:lnTo>
                  <a:lnTo>
                    <a:pt x="29718" y="89344"/>
                  </a:lnTo>
                  <a:lnTo>
                    <a:pt x="0" y="89344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0" name="Google Shape;1530;p26"/>
            <p:cNvSpPr/>
            <p:nvPr/>
          </p:nvSpPr>
          <p:spPr>
            <a:xfrm>
              <a:off x="6972299" y="1760982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1" name="Google Shape;1531;p26"/>
            <p:cNvSpPr/>
            <p:nvPr/>
          </p:nvSpPr>
          <p:spPr>
            <a:xfrm>
              <a:off x="6823423" y="1790700"/>
              <a:ext cx="148780" cy="29718"/>
            </a:xfrm>
            <a:custGeom>
              <a:rect b="b" l="l" r="r" t="t"/>
              <a:pathLst>
                <a:path extrusionOk="0" h="29718" w="148780">
                  <a:moveTo>
                    <a:pt x="0" y="0"/>
                  </a:moveTo>
                  <a:lnTo>
                    <a:pt x="148780" y="0"/>
                  </a:lnTo>
                  <a:lnTo>
                    <a:pt x="148780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2" name="Google Shape;1532;p26"/>
            <p:cNvSpPr/>
            <p:nvPr/>
          </p:nvSpPr>
          <p:spPr>
            <a:xfrm>
              <a:off x="6763892" y="1731168"/>
              <a:ext cx="267938" cy="59531"/>
            </a:xfrm>
            <a:custGeom>
              <a:rect b="b" l="l" r="r" t="t"/>
              <a:pathLst>
                <a:path extrusionOk="0" h="59531" w="267938">
                  <a:moveTo>
                    <a:pt x="267938" y="0"/>
                  </a:moveTo>
                  <a:lnTo>
                    <a:pt x="267938" y="29813"/>
                  </a:lnTo>
                  <a:lnTo>
                    <a:pt x="208407" y="29813"/>
                  </a:lnTo>
                  <a:lnTo>
                    <a:pt x="208407" y="59531"/>
                  </a:lnTo>
                  <a:lnTo>
                    <a:pt x="59531" y="59531"/>
                  </a:lnTo>
                  <a:lnTo>
                    <a:pt x="59531" y="29813"/>
                  </a:lnTo>
                  <a:lnTo>
                    <a:pt x="0" y="29813"/>
                  </a:lnTo>
                  <a:lnTo>
                    <a:pt x="0" y="0"/>
                  </a:lnTo>
                  <a:lnTo>
                    <a:pt x="267938" y="0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3" name="Google Shape;1533;p26"/>
            <p:cNvSpPr/>
            <p:nvPr/>
          </p:nvSpPr>
          <p:spPr>
            <a:xfrm>
              <a:off x="6763892" y="1760982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4" name="Google Shape;1534;p26"/>
            <p:cNvSpPr/>
            <p:nvPr/>
          </p:nvSpPr>
          <p:spPr>
            <a:xfrm>
              <a:off x="6644829" y="2743200"/>
              <a:ext cx="59531" cy="59531"/>
            </a:xfrm>
            <a:custGeom>
              <a:rect b="b" l="l" r="r" t="t"/>
              <a:pathLst>
                <a:path extrusionOk="0" h="59531" w="59531">
                  <a:moveTo>
                    <a:pt x="59531" y="29718"/>
                  </a:moveTo>
                  <a:lnTo>
                    <a:pt x="59531" y="59531"/>
                  </a:lnTo>
                  <a:lnTo>
                    <a:pt x="0" y="59531"/>
                  </a:lnTo>
                  <a:lnTo>
                    <a:pt x="0" y="0"/>
                  </a:lnTo>
                  <a:lnTo>
                    <a:pt x="29813" y="0"/>
                  </a:lnTo>
                  <a:lnTo>
                    <a:pt x="29813" y="29718"/>
                  </a:lnTo>
                  <a:lnTo>
                    <a:pt x="59531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5" name="Google Shape;1535;p26"/>
            <p:cNvSpPr/>
            <p:nvPr/>
          </p:nvSpPr>
          <p:spPr>
            <a:xfrm>
              <a:off x="6644830" y="2802731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6" name="Google Shape;1536;p26"/>
            <p:cNvSpPr/>
            <p:nvPr/>
          </p:nvSpPr>
          <p:spPr>
            <a:xfrm>
              <a:off x="6734174" y="2713482"/>
              <a:ext cx="89249" cy="29718"/>
            </a:xfrm>
            <a:custGeom>
              <a:rect b="b" l="l" r="r" t="t"/>
              <a:pathLst>
                <a:path extrusionOk="0" h="29718" w="89249">
                  <a:moveTo>
                    <a:pt x="0" y="0"/>
                  </a:moveTo>
                  <a:lnTo>
                    <a:pt x="89249" y="0"/>
                  </a:lnTo>
                  <a:lnTo>
                    <a:pt x="89249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7" name="Google Shape;1537;p26"/>
            <p:cNvSpPr/>
            <p:nvPr/>
          </p:nvSpPr>
          <p:spPr>
            <a:xfrm>
              <a:off x="6674738" y="2237231"/>
              <a:ext cx="446246" cy="565404"/>
            </a:xfrm>
            <a:custGeom>
              <a:rect b="b" l="l" r="r" t="t"/>
              <a:pathLst>
                <a:path extrusionOk="0" h="565404" w="446246">
                  <a:moveTo>
                    <a:pt x="416624" y="59436"/>
                  </a:moveTo>
                  <a:lnTo>
                    <a:pt x="416624" y="29718"/>
                  </a:lnTo>
                  <a:lnTo>
                    <a:pt x="357092" y="29718"/>
                  </a:lnTo>
                  <a:lnTo>
                    <a:pt x="357092" y="0"/>
                  </a:lnTo>
                  <a:lnTo>
                    <a:pt x="89249" y="0"/>
                  </a:lnTo>
                  <a:lnTo>
                    <a:pt x="89249" y="29718"/>
                  </a:lnTo>
                  <a:lnTo>
                    <a:pt x="29718" y="29718"/>
                  </a:lnTo>
                  <a:lnTo>
                    <a:pt x="29718" y="59436"/>
                  </a:lnTo>
                  <a:lnTo>
                    <a:pt x="0" y="59436"/>
                  </a:lnTo>
                  <a:lnTo>
                    <a:pt x="0" y="505968"/>
                  </a:lnTo>
                  <a:lnTo>
                    <a:pt x="29718" y="505968"/>
                  </a:lnTo>
                  <a:lnTo>
                    <a:pt x="29718" y="535686"/>
                  </a:lnTo>
                  <a:lnTo>
                    <a:pt x="118967" y="535686"/>
                  </a:lnTo>
                  <a:lnTo>
                    <a:pt x="118967" y="565404"/>
                  </a:lnTo>
                  <a:lnTo>
                    <a:pt x="327279" y="565404"/>
                  </a:lnTo>
                  <a:lnTo>
                    <a:pt x="327279" y="535686"/>
                  </a:lnTo>
                  <a:lnTo>
                    <a:pt x="416528" y="535686"/>
                  </a:lnTo>
                  <a:lnTo>
                    <a:pt x="416528" y="505968"/>
                  </a:lnTo>
                  <a:lnTo>
                    <a:pt x="446246" y="505968"/>
                  </a:lnTo>
                  <a:lnTo>
                    <a:pt x="446246" y="59436"/>
                  </a:lnTo>
                  <a:lnTo>
                    <a:pt x="416528" y="59436"/>
                  </a:lnTo>
                  <a:close/>
                  <a:moveTo>
                    <a:pt x="416624" y="476155"/>
                  </a:moveTo>
                  <a:lnTo>
                    <a:pt x="386906" y="476155"/>
                  </a:lnTo>
                  <a:lnTo>
                    <a:pt x="386906" y="505873"/>
                  </a:lnTo>
                  <a:lnTo>
                    <a:pt x="297656" y="505873"/>
                  </a:lnTo>
                  <a:lnTo>
                    <a:pt x="297656" y="535591"/>
                  </a:lnTo>
                  <a:lnTo>
                    <a:pt x="148876" y="535591"/>
                  </a:lnTo>
                  <a:lnTo>
                    <a:pt x="148876" y="505873"/>
                  </a:lnTo>
                  <a:lnTo>
                    <a:pt x="59627" y="505873"/>
                  </a:lnTo>
                  <a:lnTo>
                    <a:pt x="59627" y="476155"/>
                  </a:lnTo>
                  <a:lnTo>
                    <a:pt x="29908" y="476155"/>
                  </a:lnTo>
                  <a:lnTo>
                    <a:pt x="29908" y="208312"/>
                  </a:lnTo>
                  <a:lnTo>
                    <a:pt x="59627" y="208312"/>
                  </a:lnTo>
                  <a:lnTo>
                    <a:pt x="59627" y="178594"/>
                  </a:lnTo>
                  <a:lnTo>
                    <a:pt x="119158" y="178594"/>
                  </a:lnTo>
                  <a:lnTo>
                    <a:pt x="119158" y="148876"/>
                  </a:lnTo>
                  <a:lnTo>
                    <a:pt x="327470" y="148876"/>
                  </a:lnTo>
                  <a:lnTo>
                    <a:pt x="327470" y="178594"/>
                  </a:lnTo>
                  <a:lnTo>
                    <a:pt x="387001" y="178594"/>
                  </a:lnTo>
                  <a:lnTo>
                    <a:pt x="387001" y="208312"/>
                  </a:lnTo>
                  <a:lnTo>
                    <a:pt x="416719" y="208312"/>
                  </a:lnTo>
                  <a:lnTo>
                    <a:pt x="416719" y="47615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8" name="Google Shape;1538;p26"/>
            <p:cNvSpPr/>
            <p:nvPr/>
          </p:nvSpPr>
          <p:spPr>
            <a:xfrm>
              <a:off x="6734174" y="2415825"/>
              <a:ext cx="327279" cy="327279"/>
            </a:xfrm>
            <a:custGeom>
              <a:rect b="b" l="l" r="r" t="t"/>
              <a:pathLst>
                <a:path extrusionOk="0" h="327279" w="327279">
                  <a:moveTo>
                    <a:pt x="267843" y="29718"/>
                  </a:moveTo>
                  <a:lnTo>
                    <a:pt x="267843" y="0"/>
                  </a:ln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lnTo>
                    <a:pt x="0" y="297561"/>
                  </a:lnTo>
                  <a:lnTo>
                    <a:pt x="89249" y="297561"/>
                  </a:lnTo>
                  <a:lnTo>
                    <a:pt x="89249" y="327279"/>
                  </a:lnTo>
                  <a:lnTo>
                    <a:pt x="238030" y="327279"/>
                  </a:lnTo>
                  <a:lnTo>
                    <a:pt x="238030" y="297561"/>
                  </a:lnTo>
                  <a:lnTo>
                    <a:pt x="327279" y="297561"/>
                  </a:lnTo>
                  <a:lnTo>
                    <a:pt x="327279" y="29718"/>
                  </a:lnTo>
                  <a:lnTo>
                    <a:pt x="267748" y="29718"/>
                  </a:lnTo>
                  <a:close/>
                  <a:moveTo>
                    <a:pt x="297561" y="238125"/>
                  </a:moveTo>
                  <a:lnTo>
                    <a:pt x="267843" y="238125"/>
                  </a:lnTo>
                  <a:lnTo>
                    <a:pt x="267843" y="267843"/>
                  </a:lnTo>
                  <a:lnTo>
                    <a:pt x="208312" y="267843"/>
                  </a:lnTo>
                  <a:lnTo>
                    <a:pt x="208312" y="297561"/>
                  </a:lnTo>
                  <a:lnTo>
                    <a:pt x="119063" y="297561"/>
                  </a:lnTo>
                  <a:lnTo>
                    <a:pt x="119063" y="267843"/>
                  </a:lnTo>
                  <a:lnTo>
                    <a:pt x="59531" y="267843"/>
                  </a:lnTo>
                  <a:lnTo>
                    <a:pt x="59531" y="238125"/>
                  </a:lnTo>
                  <a:lnTo>
                    <a:pt x="29813" y="238125"/>
                  </a:lnTo>
                  <a:lnTo>
                    <a:pt x="29813" y="89345"/>
                  </a:lnTo>
                  <a:lnTo>
                    <a:pt x="59531" y="89345"/>
                  </a:lnTo>
                  <a:lnTo>
                    <a:pt x="59531" y="59627"/>
                  </a:lnTo>
                  <a:lnTo>
                    <a:pt x="89249" y="59627"/>
                  </a:lnTo>
                  <a:lnTo>
                    <a:pt x="89249" y="29908"/>
                  </a:lnTo>
                  <a:lnTo>
                    <a:pt x="238030" y="29908"/>
                  </a:lnTo>
                  <a:lnTo>
                    <a:pt x="238030" y="59627"/>
                  </a:lnTo>
                  <a:lnTo>
                    <a:pt x="267748" y="59627"/>
                  </a:lnTo>
                  <a:lnTo>
                    <a:pt x="267748" y="89345"/>
                  </a:lnTo>
                  <a:lnTo>
                    <a:pt x="297466" y="89345"/>
                  </a:lnTo>
                  <a:lnTo>
                    <a:pt x="297466" y="23812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9" name="Google Shape;1539;p26"/>
            <p:cNvSpPr/>
            <p:nvPr/>
          </p:nvSpPr>
          <p:spPr>
            <a:xfrm>
              <a:off x="6793800" y="2475356"/>
              <a:ext cx="208216" cy="208216"/>
            </a:xfrm>
            <a:custGeom>
              <a:rect b="b" l="l" r="r" t="t"/>
              <a:pathLst>
                <a:path extrusionOk="0" h="208216" w="208216">
                  <a:moveTo>
                    <a:pt x="178499" y="29718"/>
                  </a:moveTo>
                  <a:lnTo>
                    <a:pt x="178499" y="0"/>
                  </a:ln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lnTo>
                    <a:pt x="0" y="178499"/>
                  </a:lnTo>
                  <a:lnTo>
                    <a:pt x="59531" y="178499"/>
                  </a:lnTo>
                  <a:lnTo>
                    <a:pt x="59531" y="208217"/>
                  </a:lnTo>
                  <a:lnTo>
                    <a:pt x="89249" y="208217"/>
                  </a:lnTo>
                  <a:lnTo>
                    <a:pt x="89249" y="178499"/>
                  </a:lnTo>
                  <a:lnTo>
                    <a:pt x="118967" y="178499"/>
                  </a:lnTo>
                  <a:lnTo>
                    <a:pt x="118967" y="208217"/>
                  </a:lnTo>
                  <a:lnTo>
                    <a:pt x="148685" y="208217"/>
                  </a:lnTo>
                  <a:lnTo>
                    <a:pt x="148685" y="178499"/>
                  </a:lnTo>
                  <a:lnTo>
                    <a:pt x="208217" y="178499"/>
                  </a:lnTo>
                  <a:lnTo>
                    <a:pt x="208217" y="29718"/>
                  </a:lnTo>
                  <a:lnTo>
                    <a:pt x="178499" y="29718"/>
                  </a:lnTo>
                  <a:close/>
                  <a:moveTo>
                    <a:pt x="29718" y="89249"/>
                  </a:moveTo>
                  <a:lnTo>
                    <a:pt x="29718" y="59531"/>
                  </a:lnTo>
                  <a:lnTo>
                    <a:pt x="59436" y="59531"/>
                  </a:lnTo>
                  <a:lnTo>
                    <a:pt x="59436" y="89249"/>
                  </a:lnTo>
                  <a:lnTo>
                    <a:pt x="29718" y="89249"/>
                  </a:lnTo>
                  <a:close/>
                  <a:moveTo>
                    <a:pt x="148781" y="148781"/>
                  </a:moveTo>
                  <a:lnTo>
                    <a:pt x="59531" y="148781"/>
                  </a:lnTo>
                  <a:lnTo>
                    <a:pt x="59531" y="119063"/>
                  </a:lnTo>
                  <a:lnTo>
                    <a:pt x="89249" y="119063"/>
                  </a:lnTo>
                  <a:lnTo>
                    <a:pt x="89249" y="89345"/>
                  </a:lnTo>
                  <a:lnTo>
                    <a:pt x="118967" y="89345"/>
                  </a:lnTo>
                  <a:lnTo>
                    <a:pt x="118967" y="119063"/>
                  </a:lnTo>
                  <a:lnTo>
                    <a:pt x="148685" y="119063"/>
                  </a:lnTo>
                  <a:lnTo>
                    <a:pt x="148685" y="148781"/>
                  </a:lnTo>
                  <a:close/>
                  <a:moveTo>
                    <a:pt x="178499" y="89249"/>
                  </a:moveTo>
                  <a:lnTo>
                    <a:pt x="148781" y="89249"/>
                  </a:lnTo>
                  <a:lnTo>
                    <a:pt x="148781" y="59531"/>
                  </a:lnTo>
                  <a:lnTo>
                    <a:pt x="178499" y="59531"/>
                  </a:lnTo>
                  <a:lnTo>
                    <a:pt x="178499" y="89249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0" name="Google Shape;1540;p26"/>
            <p:cNvSpPr/>
            <p:nvPr/>
          </p:nvSpPr>
          <p:spPr>
            <a:xfrm>
              <a:off x="6972299" y="2713482"/>
              <a:ext cx="89249" cy="29718"/>
            </a:xfrm>
            <a:custGeom>
              <a:rect b="b" l="l" r="r" t="t"/>
              <a:pathLst>
                <a:path extrusionOk="0" h="29718" w="89249">
                  <a:moveTo>
                    <a:pt x="0" y="0"/>
                  </a:moveTo>
                  <a:lnTo>
                    <a:pt x="89249" y="0"/>
                  </a:lnTo>
                  <a:lnTo>
                    <a:pt x="89249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1" name="Google Shape;1541;p26"/>
            <p:cNvSpPr/>
            <p:nvPr/>
          </p:nvSpPr>
          <p:spPr>
            <a:xfrm>
              <a:off x="6644830" y="2147887"/>
              <a:ext cx="89249" cy="29718"/>
            </a:xfrm>
            <a:custGeom>
              <a:rect b="b" l="l" r="r" t="t"/>
              <a:pathLst>
                <a:path extrusionOk="0" h="29718" w="89249">
                  <a:moveTo>
                    <a:pt x="0" y="0"/>
                  </a:moveTo>
                  <a:lnTo>
                    <a:pt x="89249" y="0"/>
                  </a:lnTo>
                  <a:lnTo>
                    <a:pt x="89249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2" name="Google Shape;1542;p26"/>
            <p:cNvSpPr/>
            <p:nvPr/>
          </p:nvSpPr>
          <p:spPr>
            <a:xfrm>
              <a:off x="6615112" y="2177605"/>
              <a:ext cx="148780" cy="565594"/>
            </a:xfrm>
            <a:custGeom>
              <a:rect b="b" l="l" r="r" t="t"/>
              <a:pathLst>
                <a:path extrusionOk="0" h="565594" w="148780">
                  <a:moveTo>
                    <a:pt x="148780" y="29813"/>
                  </a:moveTo>
                  <a:lnTo>
                    <a:pt x="148780" y="59626"/>
                  </a:lnTo>
                  <a:lnTo>
                    <a:pt x="89249" y="59626"/>
                  </a:lnTo>
                  <a:lnTo>
                    <a:pt x="89249" y="89344"/>
                  </a:lnTo>
                  <a:lnTo>
                    <a:pt x="59531" y="89344"/>
                  </a:lnTo>
                  <a:lnTo>
                    <a:pt x="59531" y="119063"/>
                  </a:lnTo>
                  <a:lnTo>
                    <a:pt x="29718" y="119063"/>
                  </a:lnTo>
                  <a:lnTo>
                    <a:pt x="29718" y="565595"/>
                  </a:lnTo>
                  <a:lnTo>
                    <a:pt x="0" y="565595"/>
                  </a:lnTo>
                  <a:lnTo>
                    <a:pt x="0" y="29813"/>
                  </a:lnTo>
                  <a:lnTo>
                    <a:pt x="29718" y="29813"/>
                  </a:lnTo>
                  <a:lnTo>
                    <a:pt x="29718" y="0"/>
                  </a:lnTo>
                  <a:lnTo>
                    <a:pt x="119063" y="0"/>
                  </a:lnTo>
                  <a:lnTo>
                    <a:pt x="119063" y="29813"/>
                  </a:lnTo>
                  <a:lnTo>
                    <a:pt x="148780" y="29813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3" name="Google Shape;1543;p26"/>
            <p:cNvSpPr/>
            <p:nvPr/>
          </p:nvSpPr>
          <p:spPr>
            <a:xfrm>
              <a:off x="6734174" y="2177605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4" name="Google Shape;1544;p26"/>
            <p:cNvSpPr/>
            <p:nvPr/>
          </p:nvSpPr>
          <p:spPr>
            <a:xfrm>
              <a:off x="7121079" y="2266950"/>
              <a:ext cx="59531" cy="505967"/>
            </a:xfrm>
            <a:custGeom>
              <a:rect b="b" l="l" r="r" t="t"/>
              <a:pathLst>
                <a:path extrusionOk="0" h="505967" w="59531">
                  <a:moveTo>
                    <a:pt x="59531" y="0"/>
                  </a:moveTo>
                  <a:lnTo>
                    <a:pt x="59531" y="505968"/>
                  </a:lnTo>
                  <a:lnTo>
                    <a:pt x="29813" y="505968"/>
                  </a:lnTo>
                  <a:lnTo>
                    <a:pt x="29813" y="29718"/>
                  </a:lnTo>
                  <a:lnTo>
                    <a:pt x="0" y="29718"/>
                  </a:lnTo>
                  <a:lnTo>
                    <a:pt x="0" y="0"/>
                  </a:lnTo>
                  <a:lnTo>
                    <a:pt x="59531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5" name="Google Shape;1545;p26"/>
            <p:cNvSpPr/>
            <p:nvPr/>
          </p:nvSpPr>
          <p:spPr>
            <a:xfrm>
              <a:off x="7150893" y="2237232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145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6" name="Google Shape;1546;p26"/>
            <p:cNvSpPr/>
            <p:nvPr/>
          </p:nvSpPr>
          <p:spPr>
            <a:xfrm>
              <a:off x="7031830" y="2177605"/>
              <a:ext cx="89249" cy="29718"/>
            </a:xfrm>
            <a:custGeom>
              <a:rect b="b" l="l" r="r" t="t"/>
              <a:pathLst>
                <a:path extrusionOk="0" h="29718" w="89249">
                  <a:moveTo>
                    <a:pt x="0" y="0"/>
                  </a:moveTo>
                  <a:lnTo>
                    <a:pt x="89249" y="0"/>
                  </a:lnTo>
                  <a:lnTo>
                    <a:pt x="89249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7" name="Google Shape;1547;p26"/>
            <p:cNvSpPr/>
            <p:nvPr/>
          </p:nvSpPr>
          <p:spPr>
            <a:xfrm>
              <a:off x="7031830" y="2207418"/>
              <a:ext cx="119062" cy="59531"/>
            </a:xfrm>
            <a:custGeom>
              <a:rect b="b" l="l" r="r" t="t"/>
              <a:pathLst>
                <a:path extrusionOk="0" h="59531" w="119062">
                  <a:moveTo>
                    <a:pt x="89249" y="0"/>
                  </a:moveTo>
                  <a:lnTo>
                    <a:pt x="89249" y="29813"/>
                  </a:lnTo>
                  <a:lnTo>
                    <a:pt x="119063" y="29813"/>
                  </a:lnTo>
                  <a:lnTo>
                    <a:pt x="119063" y="59531"/>
                  </a:lnTo>
                  <a:lnTo>
                    <a:pt x="59531" y="59531"/>
                  </a:lnTo>
                  <a:lnTo>
                    <a:pt x="59531" y="29813"/>
                  </a:lnTo>
                  <a:lnTo>
                    <a:pt x="0" y="29813"/>
                  </a:lnTo>
                  <a:lnTo>
                    <a:pt x="0" y="0"/>
                  </a:lnTo>
                  <a:lnTo>
                    <a:pt x="89249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8" name="Google Shape;1548;p26"/>
            <p:cNvSpPr/>
            <p:nvPr/>
          </p:nvSpPr>
          <p:spPr>
            <a:xfrm>
              <a:off x="7150893" y="2207418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DAD0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9" name="Google Shape;1549;p26"/>
            <p:cNvSpPr/>
            <p:nvPr/>
          </p:nvSpPr>
          <p:spPr>
            <a:xfrm>
              <a:off x="7121080" y="2207418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0" name="Google Shape;1550;p26"/>
            <p:cNvSpPr/>
            <p:nvPr/>
          </p:nvSpPr>
          <p:spPr>
            <a:xfrm>
              <a:off x="7002017" y="2505075"/>
              <a:ext cx="29718" cy="148780"/>
            </a:xfrm>
            <a:custGeom>
              <a:rect b="b" l="l" r="r" t="t"/>
              <a:pathLst>
                <a:path extrusionOk="0" h="148780" w="29718">
                  <a:moveTo>
                    <a:pt x="0" y="0"/>
                  </a:moveTo>
                  <a:lnTo>
                    <a:pt x="29718" y="0"/>
                  </a:lnTo>
                  <a:lnTo>
                    <a:pt x="29718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1" name="Google Shape;1551;p26"/>
            <p:cNvSpPr/>
            <p:nvPr/>
          </p:nvSpPr>
          <p:spPr>
            <a:xfrm>
              <a:off x="6763892" y="2505075"/>
              <a:ext cx="29718" cy="148780"/>
            </a:xfrm>
            <a:custGeom>
              <a:rect b="b" l="l" r="r" t="t"/>
              <a:pathLst>
                <a:path extrusionOk="0" h="148780" w="29718">
                  <a:moveTo>
                    <a:pt x="0" y="0"/>
                  </a:moveTo>
                  <a:lnTo>
                    <a:pt x="29718" y="0"/>
                  </a:lnTo>
                  <a:lnTo>
                    <a:pt x="29718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2" name="Google Shape;1552;p26"/>
            <p:cNvSpPr/>
            <p:nvPr/>
          </p:nvSpPr>
          <p:spPr>
            <a:xfrm>
              <a:off x="6853237" y="2683668"/>
              <a:ext cx="89249" cy="29718"/>
            </a:xfrm>
            <a:custGeom>
              <a:rect b="b" l="l" r="r" t="t"/>
              <a:pathLst>
                <a:path extrusionOk="0" h="29718" w="89249">
                  <a:moveTo>
                    <a:pt x="0" y="0"/>
                  </a:moveTo>
                  <a:lnTo>
                    <a:pt x="89249" y="0"/>
                  </a:lnTo>
                  <a:lnTo>
                    <a:pt x="89249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3" name="Google Shape;1553;p26"/>
            <p:cNvSpPr/>
            <p:nvPr/>
          </p:nvSpPr>
          <p:spPr>
            <a:xfrm>
              <a:off x="6853237" y="2594419"/>
              <a:ext cx="89249" cy="29718"/>
            </a:xfrm>
            <a:custGeom>
              <a:rect b="b" l="l" r="r" t="t"/>
              <a:pathLst>
                <a:path extrusionOk="0" h="29718" w="89249">
                  <a:moveTo>
                    <a:pt x="0" y="0"/>
                  </a:moveTo>
                  <a:lnTo>
                    <a:pt x="89249" y="0"/>
                  </a:lnTo>
                  <a:lnTo>
                    <a:pt x="89249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4" name="Google Shape;1554;p26"/>
            <p:cNvSpPr/>
            <p:nvPr/>
          </p:nvSpPr>
          <p:spPr>
            <a:xfrm>
              <a:off x="6882955" y="2564606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5" name="Google Shape;1555;p26"/>
            <p:cNvSpPr/>
            <p:nvPr/>
          </p:nvSpPr>
          <p:spPr>
            <a:xfrm>
              <a:off x="6942486" y="2653855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6" name="Google Shape;1556;p26"/>
            <p:cNvSpPr/>
            <p:nvPr/>
          </p:nvSpPr>
          <p:spPr>
            <a:xfrm>
              <a:off x="6882955" y="2653855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7" name="Google Shape;1557;p26"/>
            <p:cNvSpPr/>
            <p:nvPr/>
          </p:nvSpPr>
          <p:spPr>
            <a:xfrm>
              <a:off x="6793705" y="2653855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8" name="Google Shape;1558;p26"/>
            <p:cNvSpPr/>
            <p:nvPr/>
          </p:nvSpPr>
          <p:spPr>
            <a:xfrm>
              <a:off x="6942486" y="2534793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9" name="Google Shape;1559;p26"/>
            <p:cNvSpPr/>
            <p:nvPr/>
          </p:nvSpPr>
          <p:spPr>
            <a:xfrm>
              <a:off x="6972299" y="2475357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0" name="Google Shape;1560;p26"/>
            <p:cNvSpPr/>
            <p:nvPr/>
          </p:nvSpPr>
          <p:spPr>
            <a:xfrm>
              <a:off x="6793705" y="2475357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1" name="Google Shape;1561;p26"/>
            <p:cNvSpPr/>
            <p:nvPr/>
          </p:nvSpPr>
          <p:spPr>
            <a:xfrm>
              <a:off x="6823423" y="2445543"/>
              <a:ext cx="148780" cy="29718"/>
            </a:xfrm>
            <a:custGeom>
              <a:rect b="b" l="l" r="r" t="t"/>
              <a:pathLst>
                <a:path extrusionOk="0" h="29718" w="148780">
                  <a:moveTo>
                    <a:pt x="0" y="0"/>
                  </a:moveTo>
                  <a:lnTo>
                    <a:pt x="148780" y="0"/>
                  </a:lnTo>
                  <a:lnTo>
                    <a:pt x="148780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2" name="Google Shape;1562;p26"/>
            <p:cNvSpPr/>
            <p:nvPr/>
          </p:nvSpPr>
          <p:spPr>
            <a:xfrm>
              <a:off x="6823423" y="2534793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3" name="Google Shape;1563;p26"/>
            <p:cNvSpPr/>
            <p:nvPr/>
          </p:nvSpPr>
          <p:spPr>
            <a:xfrm>
              <a:off x="6853237" y="2088356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4" name="Google Shape;1564;p26"/>
            <p:cNvSpPr/>
            <p:nvPr/>
          </p:nvSpPr>
          <p:spPr>
            <a:xfrm>
              <a:off x="7061548" y="2118169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5" name="Google Shape;1565;p26"/>
            <p:cNvSpPr/>
            <p:nvPr/>
          </p:nvSpPr>
          <p:spPr>
            <a:xfrm>
              <a:off x="6972299" y="1850231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6" name="Google Shape;1566;p26"/>
            <p:cNvSpPr/>
            <p:nvPr/>
          </p:nvSpPr>
          <p:spPr>
            <a:xfrm>
              <a:off x="7002017" y="1790700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7" name="Google Shape;1567;p26"/>
            <p:cNvSpPr/>
            <p:nvPr/>
          </p:nvSpPr>
          <p:spPr>
            <a:xfrm>
              <a:off x="6912768" y="1820418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8" name="Google Shape;1568;p26"/>
            <p:cNvSpPr/>
            <p:nvPr/>
          </p:nvSpPr>
          <p:spPr>
            <a:xfrm>
              <a:off x="6882955" y="1880044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9" name="Google Shape;1569;p26"/>
            <p:cNvSpPr/>
            <p:nvPr/>
          </p:nvSpPr>
          <p:spPr>
            <a:xfrm>
              <a:off x="6823423" y="1820418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0" name="Google Shape;1570;p26"/>
            <p:cNvSpPr/>
            <p:nvPr/>
          </p:nvSpPr>
          <p:spPr>
            <a:xfrm>
              <a:off x="6763892" y="1790700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1" name="Google Shape;1571;p26"/>
            <p:cNvSpPr/>
            <p:nvPr/>
          </p:nvSpPr>
          <p:spPr>
            <a:xfrm>
              <a:off x="6763892" y="1850231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2" name="Google Shape;1572;p26"/>
            <p:cNvSpPr/>
            <p:nvPr/>
          </p:nvSpPr>
          <p:spPr>
            <a:xfrm>
              <a:off x="6734555" y="1760791"/>
              <a:ext cx="327279" cy="148875"/>
            </a:xfrm>
            <a:custGeom>
              <a:rect b="b" l="l" r="r" t="t"/>
              <a:pathLst>
                <a:path extrusionOk="0" h="148875" w="327279">
                  <a:moveTo>
                    <a:pt x="297275" y="190"/>
                  </a:moveTo>
                  <a:lnTo>
                    <a:pt x="297275" y="59722"/>
                  </a:lnTo>
                  <a:lnTo>
                    <a:pt x="267557" y="59722"/>
                  </a:lnTo>
                  <a:lnTo>
                    <a:pt x="267557" y="30004"/>
                  </a:lnTo>
                  <a:lnTo>
                    <a:pt x="237839" y="30004"/>
                  </a:lnTo>
                  <a:lnTo>
                    <a:pt x="237839" y="59722"/>
                  </a:lnTo>
                  <a:lnTo>
                    <a:pt x="208121" y="59722"/>
                  </a:lnTo>
                  <a:lnTo>
                    <a:pt x="208121" y="89440"/>
                  </a:lnTo>
                  <a:lnTo>
                    <a:pt x="178403" y="89440"/>
                  </a:lnTo>
                  <a:lnTo>
                    <a:pt x="178403" y="59722"/>
                  </a:lnTo>
                  <a:lnTo>
                    <a:pt x="118872" y="59722"/>
                  </a:lnTo>
                  <a:lnTo>
                    <a:pt x="118872" y="89440"/>
                  </a:lnTo>
                  <a:lnTo>
                    <a:pt x="89154" y="89440"/>
                  </a:lnTo>
                  <a:lnTo>
                    <a:pt x="89154" y="29908"/>
                  </a:lnTo>
                  <a:lnTo>
                    <a:pt x="59436" y="29908"/>
                  </a:lnTo>
                  <a:lnTo>
                    <a:pt x="59436" y="59627"/>
                  </a:lnTo>
                  <a:lnTo>
                    <a:pt x="29718" y="59627"/>
                  </a:lnTo>
                  <a:lnTo>
                    <a:pt x="29718" y="95"/>
                  </a:lnTo>
                  <a:lnTo>
                    <a:pt x="0" y="95"/>
                  </a:lnTo>
                  <a:lnTo>
                    <a:pt x="0" y="89440"/>
                  </a:lnTo>
                  <a:lnTo>
                    <a:pt x="59531" y="89440"/>
                  </a:lnTo>
                  <a:lnTo>
                    <a:pt x="59531" y="119158"/>
                  </a:lnTo>
                  <a:lnTo>
                    <a:pt x="29813" y="119158"/>
                  </a:lnTo>
                  <a:lnTo>
                    <a:pt x="29813" y="148876"/>
                  </a:lnTo>
                  <a:lnTo>
                    <a:pt x="89345" y="148876"/>
                  </a:lnTo>
                  <a:lnTo>
                    <a:pt x="89345" y="119158"/>
                  </a:lnTo>
                  <a:lnTo>
                    <a:pt x="119063" y="119158"/>
                  </a:lnTo>
                  <a:lnTo>
                    <a:pt x="119063" y="148876"/>
                  </a:lnTo>
                  <a:lnTo>
                    <a:pt x="148781" y="148876"/>
                  </a:lnTo>
                  <a:lnTo>
                    <a:pt x="148781" y="119158"/>
                  </a:lnTo>
                  <a:lnTo>
                    <a:pt x="178499" y="119158"/>
                  </a:lnTo>
                  <a:lnTo>
                    <a:pt x="178499" y="148876"/>
                  </a:lnTo>
                  <a:lnTo>
                    <a:pt x="297561" y="148876"/>
                  </a:lnTo>
                  <a:lnTo>
                    <a:pt x="297561" y="89344"/>
                  </a:lnTo>
                  <a:lnTo>
                    <a:pt x="327279" y="89344"/>
                  </a:lnTo>
                  <a:lnTo>
                    <a:pt x="327279" y="0"/>
                  </a:lnTo>
                  <a:lnTo>
                    <a:pt x="297561" y="0"/>
                  </a:lnTo>
                  <a:close/>
                  <a:moveTo>
                    <a:pt x="267557" y="119253"/>
                  </a:moveTo>
                  <a:lnTo>
                    <a:pt x="237839" y="119253"/>
                  </a:lnTo>
                  <a:lnTo>
                    <a:pt x="237839" y="89535"/>
                  </a:lnTo>
                  <a:lnTo>
                    <a:pt x="267557" y="89535"/>
                  </a:lnTo>
                  <a:lnTo>
                    <a:pt x="267557" y="119253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3" name="Google Shape;1573;p26"/>
            <p:cNvSpPr/>
            <p:nvPr/>
          </p:nvSpPr>
          <p:spPr>
            <a:xfrm>
              <a:off x="6823423" y="1880044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4" name="Google Shape;1574;p26"/>
            <p:cNvSpPr/>
            <p:nvPr/>
          </p:nvSpPr>
          <p:spPr>
            <a:xfrm>
              <a:off x="6853237" y="2147887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5" name="Google Shape;1575;p26"/>
            <p:cNvSpPr/>
            <p:nvPr/>
          </p:nvSpPr>
          <p:spPr>
            <a:xfrm>
              <a:off x="6882955" y="2118169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6" name="Google Shape;1576;p26"/>
            <p:cNvSpPr/>
            <p:nvPr/>
          </p:nvSpPr>
          <p:spPr>
            <a:xfrm>
              <a:off x="6793705" y="2058543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7" name="Google Shape;1577;p26"/>
            <p:cNvSpPr/>
            <p:nvPr/>
          </p:nvSpPr>
          <p:spPr>
            <a:xfrm>
              <a:off x="6823423" y="2118169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8" name="Google Shape;1578;p26"/>
            <p:cNvSpPr/>
            <p:nvPr/>
          </p:nvSpPr>
          <p:spPr>
            <a:xfrm>
              <a:off x="6972299" y="2118169"/>
              <a:ext cx="59531" cy="59531"/>
            </a:xfrm>
            <a:custGeom>
              <a:rect b="b" l="l" r="r" t="t"/>
              <a:pathLst>
                <a:path extrusionOk="0" h="59531" w="59531">
                  <a:moveTo>
                    <a:pt x="0" y="0"/>
                  </a:moveTo>
                  <a:lnTo>
                    <a:pt x="59531" y="0"/>
                  </a:lnTo>
                  <a:lnTo>
                    <a:pt x="59531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9" name="Google Shape;1579;p26"/>
            <p:cNvSpPr/>
            <p:nvPr/>
          </p:nvSpPr>
          <p:spPr>
            <a:xfrm>
              <a:off x="6972299" y="2177605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0" name="Google Shape;1580;p26"/>
            <p:cNvSpPr/>
            <p:nvPr/>
          </p:nvSpPr>
          <p:spPr>
            <a:xfrm>
              <a:off x="6675024" y="1969388"/>
              <a:ext cx="476154" cy="237934"/>
            </a:xfrm>
            <a:custGeom>
              <a:rect b="b" l="l" r="r" t="t"/>
              <a:pathLst>
                <a:path extrusionOk="0" h="237934" w="476154">
                  <a:moveTo>
                    <a:pt x="446056" y="178499"/>
                  </a:moveTo>
                  <a:lnTo>
                    <a:pt x="446056" y="148781"/>
                  </a:lnTo>
                  <a:lnTo>
                    <a:pt x="416338" y="148781"/>
                  </a:lnTo>
                  <a:lnTo>
                    <a:pt x="416338" y="178499"/>
                  </a:lnTo>
                  <a:lnTo>
                    <a:pt x="386620" y="178499"/>
                  </a:lnTo>
                  <a:lnTo>
                    <a:pt x="386620" y="148781"/>
                  </a:lnTo>
                  <a:lnTo>
                    <a:pt x="416338" y="148781"/>
                  </a:lnTo>
                  <a:lnTo>
                    <a:pt x="416338" y="119063"/>
                  </a:lnTo>
                  <a:lnTo>
                    <a:pt x="386620" y="119063"/>
                  </a:lnTo>
                  <a:lnTo>
                    <a:pt x="386620" y="89345"/>
                  </a:lnTo>
                  <a:lnTo>
                    <a:pt x="356902" y="89345"/>
                  </a:lnTo>
                  <a:lnTo>
                    <a:pt x="356902" y="0"/>
                  </a:lnTo>
                  <a:lnTo>
                    <a:pt x="327184" y="0"/>
                  </a:lnTo>
                  <a:lnTo>
                    <a:pt x="327184" y="29718"/>
                  </a:lnTo>
                  <a:lnTo>
                    <a:pt x="118872" y="29718"/>
                  </a:lnTo>
                  <a:lnTo>
                    <a:pt x="118872" y="0"/>
                  </a:lnTo>
                  <a:lnTo>
                    <a:pt x="89154" y="0"/>
                  </a:lnTo>
                  <a:lnTo>
                    <a:pt x="89154" y="89345"/>
                  </a:lnTo>
                  <a:lnTo>
                    <a:pt x="59436" y="89345"/>
                  </a:lnTo>
                  <a:lnTo>
                    <a:pt x="59436" y="119063"/>
                  </a:lnTo>
                  <a:lnTo>
                    <a:pt x="29718" y="119063"/>
                  </a:lnTo>
                  <a:lnTo>
                    <a:pt x="29718" y="148781"/>
                  </a:lnTo>
                  <a:lnTo>
                    <a:pt x="0" y="148781"/>
                  </a:lnTo>
                  <a:lnTo>
                    <a:pt x="0" y="178499"/>
                  </a:lnTo>
                  <a:lnTo>
                    <a:pt x="59531" y="178499"/>
                  </a:lnTo>
                  <a:lnTo>
                    <a:pt x="59531" y="208217"/>
                  </a:lnTo>
                  <a:lnTo>
                    <a:pt x="119063" y="208217"/>
                  </a:lnTo>
                  <a:lnTo>
                    <a:pt x="119063" y="237935"/>
                  </a:lnTo>
                  <a:lnTo>
                    <a:pt x="297656" y="237935"/>
                  </a:lnTo>
                  <a:lnTo>
                    <a:pt x="297656" y="118872"/>
                  </a:lnTo>
                  <a:lnTo>
                    <a:pt x="357188" y="118872"/>
                  </a:lnTo>
                  <a:lnTo>
                    <a:pt x="357188" y="208217"/>
                  </a:lnTo>
                  <a:lnTo>
                    <a:pt x="446437" y="208217"/>
                  </a:lnTo>
                  <a:lnTo>
                    <a:pt x="446437" y="237935"/>
                  </a:lnTo>
                  <a:lnTo>
                    <a:pt x="476155" y="237935"/>
                  </a:lnTo>
                  <a:lnTo>
                    <a:pt x="476155" y="178403"/>
                  </a:lnTo>
                  <a:lnTo>
                    <a:pt x="446437" y="178403"/>
                  </a:lnTo>
                  <a:close/>
                  <a:moveTo>
                    <a:pt x="118682" y="89154"/>
                  </a:moveTo>
                  <a:lnTo>
                    <a:pt x="148400" y="89154"/>
                  </a:lnTo>
                  <a:lnTo>
                    <a:pt x="148400" y="118872"/>
                  </a:lnTo>
                  <a:lnTo>
                    <a:pt x="118682" y="118872"/>
                  </a:lnTo>
                  <a:lnTo>
                    <a:pt x="118682" y="89154"/>
                  </a:lnTo>
                  <a:close/>
                  <a:moveTo>
                    <a:pt x="237744" y="178499"/>
                  </a:moveTo>
                  <a:lnTo>
                    <a:pt x="208026" y="178499"/>
                  </a:lnTo>
                  <a:lnTo>
                    <a:pt x="208026" y="208217"/>
                  </a:lnTo>
                  <a:lnTo>
                    <a:pt x="178308" y="208217"/>
                  </a:lnTo>
                  <a:lnTo>
                    <a:pt x="178308" y="178499"/>
                  </a:lnTo>
                  <a:lnTo>
                    <a:pt x="148590" y="178499"/>
                  </a:lnTo>
                  <a:lnTo>
                    <a:pt x="148590" y="148781"/>
                  </a:lnTo>
                  <a:lnTo>
                    <a:pt x="178308" y="148781"/>
                  </a:lnTo>
                  <a:lnTo>
                    <a:pt x="178308" y="119063"/>
                  </a:lnTo>
                  <a:lnTo>
                    <a:pt x="208026" y="119063"/>
                  </a:lnTo>
                  <a:lnTo>
                    <a:pt x="208026" y="148781"/>
                  </a:lnTo>
                  <a:lnTo>
                    <a:pt x="237744" y="148781"/>
                  </a:lnTo>
                  <a:lnTo>
                    <a:pt x="237744" y="178499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1" name="Google Shape;1581;p26"/>
            <p:cNvSpPr/>
            <p:nvPr/>
          </p:nvSpPr>
          <p:spPr>
            <a:xfrm>
              <a:off x="6853237" y="2118169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2" name="Google Shape;1582;p26"/>
            <p:cNvSpPr/>
            <p:nvPr/>
          </p:nvSpPr>
          <p:spPr>
            <a:xfrm>
              <a:off x="6972299" y="2088356"/>
              <a:ext cx="59531" cy="29717"/>
            </a:xfrm>
            <a:custGeom>
              <a:rect b="b" l="l" r="r" t="t"/>
              <a:pathLst>
                <a:path extrusionOk="0" h="29717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3" name="Google Shape;1583;p26"/>
            <p:cNvSpPr/>
            <p:nvPr/>
          </p:nvSpPr>
          <p:spPr>
            <a:xfrm>
              <a:off x="7210424" y="2683668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4" name="Google Shape;1584;p26"/>
            <p:cNvSpPr/>
            <p:nvPr/>
          </p:nvSpPr>
          <p:spPr>
            <a:xfrm>
              <a:off x="7269955" y="2713482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5" name="Google Shape;1585;p26"/>
            <p:cNvSpPr/>
            <p:nvPr/>
          </p:nvSpPr>
          <p:spPr>
            <a:xfrm>
              <a:off x="7180611" y="2772918"/>
              <a:ext cx="119062" cy="29718"/>
            </a:xfrm>
            <a:custGeom>
              <a:rect b="b" l="l" r="r" t="t"/>
              <a:pathLst>
                <a:path extrusionOk="0" h="29718" w="119062">
                  <a:moveTo>
                    <a:pt x="0" y="0"/>
                  </a:moveTo>
                  <a:lnTo>
                    <a:pt x="119062" y="0"/>
                  </a:lnTo>
                  <a:lnTo>
                    <a:pt x="119062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6" name="Google Shape;1586;p26"/>
            <p:cNvSpPr/>
            <p:nvPr/>
          </p:nvSpPr>
          <p:spPr>
            <a:xfrm>
              <a:off x="7269955" y="2505075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7" name="Google Shape;1587;p26"/>
            <p:cNvSpPr/>
            <p:nvPr/>
          </p:nvSpPr>
          <p:spPr>
            <a:xfrm>
              <a:off x="7359205" y="2772918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8" name="Google Shape;1588;p26"/>
            <p:cNvSpPr/>
            <p:nvPr/>
          </p:nvSpPr>
          <p:spPr>
            <a:xfrm>
              <a:off x="7329487" y="2683668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9" name="Google Shape;1589;p26"/>
            <p:cNvSpPr/>
            <p:nvPr/>
          </p:nvSpPr>
          <p:spPr>
            <a:xfrm>
              <a:off x="6853237" y="2653855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0" name="Google Shape;1590;p26"/>
            <p:cNvSpPr/>
            <p:nvPr/>
          </p:nvSpPr>
          <p:spPr>
            <a:xfrm>
              <a:off x="6972299" y="2624137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1" name="Google Shape;1591;p26"/>
            <p:cNvSpPr/>
            <p:nvPr/>
          </p:nvSpPr>
          <p:spPr>
            <a:xfrm>
              <a:off x="6882955" y="2594419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2" name="Google Shape;1592;p26"/>
            <p:cNvSpPr/>
            <p:nvPr/>
          </p:nvSpPr>
          <p:spPr>
            <a:xfrm>
              <a:off x="6942486" y="2564606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3" name="Google Shape;1593;p26"/>
            <p:cNvSpPr/>
            <p:nvPr/>
          </p:nvSpPr>
          <p:spPr>
            <a:xfrm>
              <a:off x="6823423" y="2564606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4" name="Google Shape;1594;p26"/>
            <p:cNvSpPr/>
            <p:nvPr/>
          </p:nvSpPr>
          <p:spPr>
            <a:xfrm>
              <a:off x="6793705" y="2624137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5" name="Google Shape;1595;p26"/>
            <p:cNvSpPr/>
            <p:nvPr/>
          </p:nvSpPr>
          <p:spPr>
            <a:xfrm>
              <a:off x="6912768" y="2653855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6" name="Google Shape;1596;p26"/>
            <p:cNvSpPr/>
            <p:nvPr/>
          </p:nvSpPr>
          <p:spPr>
            <a:xfrm>
              <a:off x="6734174" y="2683668"/>
              <a:ext cx="119062" cy="29718"/>
            </a:xfrm>
            <a:custGeom>
              <a:rect b="b" l="l" r="r" t="t"/>
              <a:pathLst>
                <a:path extrusionOk="0" h="29718" w="119062">
                  <a:moveTo>
                    <a:pt x="0" y="0"/>
                  </a:moveTo>
                  <a:lnTo>
                    <a:pt x="119063" y="0"/>
                  </a:lnTo>
                  <a:lnTo>
                    <a:pt x="119063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7" name="Google Shape;1597;p26"/>
            <p:cNvSpPr/>
            <p:nvPr/>
          </p:nvSpPr>
          <p:spPr>
            <a:xfrm>
              <a:off x="6942486" y="2683668"/>
              <a:ext cx="119062" cy="29718"/>
            </a:xfrm>
            <a:custGeom>
              <a:rect b="b" l="l" r="r" t="t"/>
              <a:pathLst>
                <a:path extrusionOk="0" h="29718" w="119062">
                  <a:moveTo>
                    <a:pt x="0" y="0"/>
                  </a:moveTo>
                  <a:lnTo>
                    <a:pt x="119062" y="0"/>
                  </a:lnTo>
                  <a:lnTo>
                    <a:pt x="119062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8" name="Google Shape;1598;p26"/>
            <p:cNvSpPr/>
            <p:nvPr/>
          </p:nvSpPr>
          <p:spPr>
            <a:xfrm>
              <a:off x="6823423" y="2713482"/>
              <a:ext cx="148780" cy="29718"/>
            </a:xfrm>
            <a:custGeom>
              <a:rect b="b" l="l" r="r" t="t"/>
              <a:pathLst>
                <a:path extrusionOk="0" h="29718" w="148780">
                  <a:moveTo>
                    <a:pt x="0" y="0"/>
                  </a:moveTo>
                  <a:lnTo>
                    <a:pt x="148780" y="0"/>
                  </a:lnTo>
                  <a:lnTo>
                    <a:pt x="148780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9" name="Google Shape;1599;p26"/>
            <p:cNvSpPr/>
            <p:nvPr/>
          </p:nvSpPr>
          <p:spPr>
            <a:xfrm>
              <a:off x="6763892" y="2832544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0" name="Google Shape;1600;p26"/>
            <p:cNvSpPr/>
            <p:nvPr/>
          </p:nvSpPr>
          <p:spPr>
            <a:xfrm>
              <a:off x="7061548" y="2802731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1" name="Google Shape;1601;p26"/>
            <p:cNvSpPr/>
            <p:nvPr/>
          </p:nvSpPr>
          <p:spPr>
            <a:xfrm>
              <a:off x="6644830" y="2772918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2" name="Google Shape;1602;p26"/>
            <p:cNvSpPr/>
            <p:nvPr/>
          </p:nvSpPr>
          <p:spPr>
            <a:xfrm>
              <a:off x="6793705" y="1790700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3" name="Google Shape;1603;p26"/>
            <p:cNvSpPr/>
            <p:nvPr/>
          </p:nvSpPr>
          <p:spPr>
            <a:xfrm>
              <a:off x="6823423" y="1850231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4" name="Google Shape;1604;p26"/>
            <p:cNvSpPr/>
            <p:nvPr/>
          </p:nvSpPr>
          <p:spPr>
            <a:xfrm>
              <a:off x="6882955" y="1820418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5" name="Google Shape;1605;p26"/>
            <p:cNvSpPr/>
            <p:nvPr/>
          </p:nvSpPr>
          <p:spPr>
            <a:xfrm>
              <a:off x="7002017" y="1820418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6" name="Google Shape;1606;p26"/>
            <p:cNvSpPr/>
            <p:nvPr/>
          </p:nvSpPr>
          <p:spPr>
            <a:xfrm>
              <a:off x="6882955" y="1909762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7" name="Google Shape;1607;p26"/>
            <p:cNvSpPr/>
            <p:nvPr/>
          </p:nvSpPr>
          <p:spPr>
            <a:xfrm>
              <a:off x="6853237" y="1939480"/>
              <a:ext cx="59531" cy="29717"/>
            </a:xfrm>
            <a:custGeom>
              <a:rect b="b" l="l" r="r" t="t"/>
              <a:pathLst>
                <a:path extrusionOk="0" h="29717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8" name="Google Shape;1608;p26"/>
            <p:cNvSpPr/>
            <p:nvPr/>
          </p:nvSpPr>
          <p:spPr>
            <a:xfrm>
              <a:off x="6793705" y="1939480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9" name="Google Shape;1609;p26"/>
            <p:cNvSpPr/>
            <p:nvPr/>
          </p:nvSpPr>
          <p:spPr>
            <a:xfrm>
              <a:off x="6644830" y="2207418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0" name="Google Shape;1610;p26"/>
            <p:cNvSpPr/>
            <p:nvPr/>
          </p:nvSpPr>
          <p:spPr>
            <a:xfrm>
              <a:off x="7150893" y="2237232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1" name="Google Shape;1611;p26"/>
            <p:cNvSpPr/>
            <p:nvPr/>
          </p:nvSpPr>
          <p:spPr>
            <a:xfrm>
              <a:off x="7150893" y="2386012"/>
              <a:ext cx="29718" cy="89344"/>
            </a:xfrm>
            <a:custGeom>
              <a:rect b="b" l="l" r="r" t="t"/>
              <a:pathLst>
                <a:path extrusionOk="0" h="89344" w="29718">
                  <a:moveTo>
                    <a:pt x="0" y="0"/>
                  </a:moveTo>
                  <a:lnTo>
                    <a:pt x="29718" y="0"/>
                  </a:lnTo>
                  <a:lnTo>
                    <a:pt x="29718" y="89344"/>
                  </a:lnTo>
                  <a:lnTo>
                    <a:pt x="0" y="89344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2" name="Google Shape;1612;p26"/>
            <p:cNvSpPr/>
            <p:nvPr/>
          </p:nvSpPr>
          <p:spPr>
            <a:xfrm>
              <a:off x="7150893" y="2207418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3" name="Google Shape;1613;p26"/>
            <p:cNvSpPr/>
            <p:nvPr/>
          </p:nvSpPr>
          <p:spPr>
            <a:xfrm>
              <a:off x="7061548" y="2266950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4" name="Google Shape;1614;p26"/>
            <p:cNvSpPr/>
            <p:nvPr/>
          </p:nvSpPr>
          <p:spPr>
            <a:xfrm>
              <a:off x="6704361" y="2743200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5" name="Google Shape;1615;p26"/>
            <p:cNvSpPr/>
            <p:nvPr/>
          </p:nvSpPr>
          <p:spPr>
            <a:xfrm>
              <a:off x="7002017" y="2237232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6" name="Google Shape;1616;p26"/>
            <p:cNvSpPr/>
            <p:nvPr/>
          </p:nvSpPr>
          <p:spPr>
            <a:xfrm>
              <a:off x="7061548" y="2743200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7" name="Google Shape;1617;p26"/>
            <p:cNvSpPr/>
            <p:nvPr/>
          </p:nvSpPr>
          <p:spPr>
            <a:xfrm>
              <a:off x="6763892" y="2237232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8" name="Google Shape;1618;p26"/>
            <p:cNvSpPr/>
            <p:nvPr/>
          </p:nvSpPr>
          <p:spPr>
            <a:xfrm>
              <a:off x="6704361" y="2266950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9" name="Google Shape;1619;p26"/>
            <p:cNvSpPr/>
            <p:nvPr/>
          </p:nvSpPr>
          <p:spPr>
            <a:xfrm>
              <a:off x="6972299" y="2772918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0" name="Google Shape;1620;p26"/>
            <p:cNvSpPr/>
            <p:nvPr/>
          </p:nvSpPr>
          <p:spPr>
            <a:xfrm rot="-5400000">
              <a:off x="6793705" y="1731168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1" name="Google Shape;1621;p26"/>
            <p:cNvSpPr/>
            <p:nvPr/>
          </p:nvSpPr>
          <p:spPr>
            <a:xfrm rot="-5400000">
              <a:off x="6942581" y="1760982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2" name="Google Shape;1622;p26"/>
            <p:cNvSpPr/>
            <p:nvPr/>
          </p:nvSpPr>
          <p:spPr>
            <a:xfrm rot="-5400000">
              <a:off x="6853237" y="1760982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3" name="Google Shape;1623;p26"/>
            <p:cNvSpPr/>
            <p:nvPr/>
          </p:nvSpPr>
          <p:spPr>
            <a:xfrm rot="-5400000">
              <a:off x="7002017" y="1731264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4" name="Google Shape;1624;p26"/>
          <p:cNvGrpSpPr/>
          <p:nvPr/>
        </p:nvGrpSpPr>
        <p:grpSpPr>
          <a:xfrm>
            <a:off x="7887757" y="615110"/>
            <a:ext cx="515123" cy="1184839"/>
            <a:chOff x="4873846" y="3904107"/>
            <a:chExt cx="595312" cy="1369123"/>
          </a:xfrm>
        </p:grpSpPr>
        <p:sp>
          <p:nvSpPr>
            <p:cNvPr id="1625" name="Google Shape;1625;p26"/>
            <p:cNvSpPr/>
            <p:nvPr/>
          </p:nvSpPr>
          <p:spPr>
            <a:xfrm>
              <a:off x="4873846" y="3933825"/>
              <a:ext cx="595312" cy="1339405"/>
            </a:xfrm>
            <a:custGeom>
              <a:rect b="b" l="l" r="r" t="t"/>
              <a:pathLst>
                <a:path extrusionOk="0" h="1339405" w="595312">
                  <a:moveTo>
                    <a:pt x="565499" y="238125"/>
                  </a:moveTo>
                  <a:lnTo>
                    <a:pt x="535781" y="238125"/>
                  </a:lnTo>
                  <a:lnTo>
                    <a:pt x="535781" y="208407"/>
                  </a:lnTo>
                  <a:lnTo>
                    <a:pt x="505968" y="208407"/>
                  </a:lnTo>
                  <a:lnTo>
                    <a:pt x="505968" y="178594"/>
                  </a:lnTo>
                  <a:lnTo>
                    <a:pt x="446437" y="178594"/>
                  </a:lnTo>
                  <a:lnTo>
                    <a:pt x="446437" y="119063"/>
                  </a:lnTo>
                  <a:lnTo>
                    <a:pt x="416719" y="119063"/>
                  </a:lnTo>
                  <a:lnTo>
                    <a:pt x="416719" y="178594"/>
                  </a:lnTo>
                  <a:lnTo>
                    <a:pt x="357187" y="178594"/>
                  </a:lnTo>
                  <a:lnTo>
                    <a:pt x="327374" y="178594"/>
                  </a:lnTo>
                  <a:lnTo>
                    <a:pt x="327374" y="148780"/>
                  </a:lnTo>
                  <a:lnTo>
                    <a:pt x="297656" y="148780"/>
                  </a:lnTo>
                  <a:lnTo>
                    <a:pt x="297656" y="89345"/>
                  </a:lnTo>
                  <a:lnTo>
                    <a:pt x="267843" y="89345"/>
                  </a:lnTo>
                  <a:lnTo>
                    <a:pt x="267843" y="59531"/>
                  </a:lnTo>
                  <a:lnTo>
                    <a:pt x="238125" y="59531"/>
                  </a:lnTo>
                  <a:lnTo>
                    <a:pt x="238125" y="29718"/>
                  </a:lnTo>
                  <a:lnTo>
                    <a:pt x="208312" y="29718"/>
                  </a:lnTo>
                  <a:lnTo>
                    <a:pt x="208312" y="0"/>
                  </a:lnTo>
                  <a:lnTo>
                    <a:pt x="178594" y="0"/>
                  </a:lnTo>
                  <a:lnTo>
                    <a:pt x="178594" y="29718"/>
                  </a:lnTo>
                  <a:lnTo>
                    <a:pt x="119063" y="29718"/>
                  </a:lnTo>
                  <a:lnTo>
                    <a:pt x="119063" y="59531"/>
                  </a:lnTo>
                  <a:lnTo>
                    <a:pt x="89249" y="59531"/>
                  </a:lnTo>
                  <a:lnTo>
                    <a:pt x="89249" y="89345"/>
                  </a:lnTo>
                  <a:lnTo>
                    <a:pt x="59531" y="89345"/>
                  </a:lnTo>
                  <a:lnTo>
                    <a:pt x="59531" y="119063"/>
                  </a:lnTo>
                  <a:lnTo>
                    <a:pt x="59531" y="148780"/>
                  </a:lnTo>
                  <a:lnTo>
                    <a:pt x="29718" y="148780"/>
                  </a:lnTo>
                  <a:lnTo>
                    <a:pt x="29718" y="178594"/>
                  </a:lnTo>
                  <a:lnTo>
                    <a:pt x="0" y="178594"/>
                  </a:lnTo>
                  <a:lnTo>
                    <a:pt x="0" y="208407"/>
                  </a:lnTo>
                  <a:lnTo>
                    <a:pt x="0" y="297656"/>
                  </a:lnTo>
                  <a:lnTo>
                    <a:pt x="0" y="1250156"/>
                  </a:lnTo>
                  <a:lnTo>
                    <a:pt x="29718" y="1250156"/>
                  </a:lnTo>
                  <a:lnTo>
                    <a:pt x="29718" y="1279970"/>
                  </a:lnTo>
                  <a:lnTo>
                    <a:pt x="59531" y="1279970"/>
                  </a:lnTo>
                  <a:lnTo>
                    <a:pt x="59531" y="1309688"/>
                  </a:lnTo>
                  <a:lnTo>
                    <a:pt x="89249" y="1309688"/>
                  </a:lnTo>
                  <a:lnTo>
                    <a:pt x="89249" y="1339406"/>
                  </a:lnTo>
                  <a:lnTo>
                    <a:pt x="267843" y="1339406"/>
                  </a:lnTo>
                  <a:lnTo>
                    <a:pt x="267843" y="1309688"/>
                  </a:lnTo>
                  <a:lnTo>
                    <a:pt x="297656" y="1309688"/>
                  </a:lnTo>
                  <a:lnTo>
                    <a:pt x="297656" y="1279970"/>
                  </a:lnTo>
                  <a:lnTo>
                    <a:pt x="327374" y="1279970"/>
                  </a:lnTo>
                  <a:lnTo>
                    <a:pt x="327374" y="1250156"/>
                  </a:lnTo>
                  <a:lnTo>
                    <a:pt x="357187" y="1250156"/>
                  </a:lnTo>
                  <a:lnTo>
                    <a:pt x="357187" y="535781"/>
                  </a:lnTo>
                  <a:lnTo>
                    <a:pt x="565499" y="535781"/>
                  </a:lnTo>
                  <a:lnTo>
                    <a:pt x="565499" y="505968"/>
                  </a:lnTo>
                  <a:lnTo>
                    <a:pt x="595313" y="505968"/>
                  </a:lnTo>
                  <a:lnTo>
                    <a:pt x="595313" y="297656"/>
                  </a:lnTo>
                  <a:lnTo>
                    <a:pt x="565499" y="297656"/>
                  </a:lnTo>
                  <a:lnTo>
                    <a:pt x="565499" y="238125"/>
                  </a:lnTo>
                  <a:close/>
                </a:path>
              </a:pathLst>
            </a:custGeom>
            <a:noFill/>
            <a:ln cap="flat" cmpd="sng" w="59525">
              <a:solidFill>
                <a:srgbClr val="F1C23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6" name="Google Shape;1626;p26"/>
            <p:cNvSpPr/>
            <p:nvPr/>
          </p:nvSpPr>
          <p:spPr>
            <a:xfrm>
              <a:off x="5260752" y="3993356"/>
              <a:ext cx="29717" cy="59531"/>
            </a:xfrm>
            <a:custGeom>
              <a:rect b="b" l="l" r="r" t="t"/>
              <a:pathLst>
                <a:path extrusionOk="0" h="59531" w="29717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noFill/>
            <a:ln cap="flat" cmpd="sng" w="59525">
              <a:solidFill>
                <a:srgbClr val="F1C23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7" name="Google Shape;1627;p26"/>
            <p:cNvSpPr/>
            <p:nvPr/>
          </p:nvSpPr>
          <p:spPr>
            <a:xfrm>
              <a:off x="5171503" y="3933825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noFill/>
            <a:ln cap="flat" cmpd="sng" w="59525">
              <a:solidFill>
                <a:srgbClr val="F1C23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8" name="Google Shape;1628;p26"/>
            <p:cNvSpPr/>
            <p:nvPr/>
          </p:nvSpPr>
          <p:spPr>
            <a:xfrm>
              <a:off x="5082158" y="3904107"/>
              <a:ext cx="89344" cy="29718"/>
            </a:xfrm>
            <a:custGeom>
              <a:rect b="b" l="l" r="r" t="t"/>
              <a:pathLst>
                <a:path extrusionOk="0" h="29718" w="89344">
                  <a:moveTo>
                    <a:pt x="0" y="0"/>
                  </a:moveTo>
                  <a:lnTo>
                    <a:pt x="89345" y="0"/>
                  </a:lnTo>
                  <a:lnTo>
                    <a:pt x="89345" y="29718"/>
                  </a:lnTo>
                  <a:lnTo>
                    <a:pt x="0" y="29718"/>
                  </a:lnTo>
                  <a:close/>
                </a:path>
              </a:pathLst>
            </a:custGeom>
            <a:noFill/>
            <a:ln cap="flat" cmpd="sng" w="59525">
              <a:solidFill>
                <a:srgbClr val="F1C23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9" name="Google Shape;1629;p26"/>
            <p:cNvSpPr/>
            <p:nvPr/>
          </p:nvSpPr>
          <p:spPr>
            <a:xfrm>
              <a:off x="5231034" y="3963543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noFill/>
            <a:ln cap="flat" cmpd="sng" w="59525">
              <a:solidFill>
                <a:srgbClr val="F1C23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30" name="Google Shape;1630;p26"/>
            <p:cNvGrpSpPr/>
            <p:nvPr/>
          </p:nvGrpSpPr>
          <p:grpSpPr>
            <a:xfrm>
              <a:off x="4873846" y="3904107"/>
              <a:ext cx="595218" cy="1369123"/>
              <a:chOff x="4873846" y="3904107"/>
              <a:chExt cx="595218" cy="1369123"/>
            </a:xfrm>
          </p:grpSpPr>
          <p:sp>
            <p:nvSpPr>
              <p:cNvPr id="1631" name="Google Shape;1631;p26"/>
              <p:cNvSpPr/>
              <p:nvPr/>
            </p:nvSpPr>
            <p:spPr>
              <a:xfrm>
                <a:off x="5409628" y="4171950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2" name="Google Shape;1632;p26"/>
              <p:cNvSpPr/>
              <p:nvPr/>
            </p:nvSpPr>
            <p:spPr>
              <a:xfrm>
                <a:off x="5439346" y="4231481"/>
                <a:ext cx="29718" cy="208406"/>
              </a:xfrm>
              <a:custGeom>
                <a:rect b="b" l="l" r="r" t="t"/>
                <a:pathLst>
                  <a:path extrusionOk="0" h="208406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08407"/>
                    </a:lnTo>
                    <a:lnTo>
                      <a:pt x="0" y="208407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3" name="Google Shape;1633;p26"/>
              <p:cNvSpPr/>
              <p:nvPr/>
            </p:nvSpPr>
            <p:spPr>
              <a:xfrm>
                <a:off x="5231034" y="4439793"/>
                <a:ext cx="208406" cy="29718"/>
              </a:xfrm>
              <a:custGeom>
                <a:rect b="b" l="l" r="r" t="t"/>
                <a:pathLst>
                  <a:path extrusionOk="0" h="29718" w="208406">
                    <a:moveTo>
                      <a:pt x="0" y="0"/>
                    </a:moveTo>
                    <a:lnTo>
                      <a:pt x="208407" y="0"/>
                    </a:lnTo>
                    <a:lnTo>
                      <a:pt x="208407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4" name="Google Shape;1634;p26"/>
              <p:cNvSpPr/>
              <p:nvPr/>
            </p:nvSpPr>
            <p:spPr>
              <a:xfrm>
                <a:off x="5379814" y="4142232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5" name="Google Shape;1635;p26"/>
              <p:cNvSpPr/>
              <p:nvPr/>
            </p:nvSpPr>
            <p:spPr>
              <a:xfrm>
                <a:off x="5231034" y="4112418"/>
                <a:ext cx="148780" cy="29718"/>
              </a:xfrm>
              <a:custGeom>
                <a:rect b="b" l="l" r="r" t="t"/>
                <a:pathLst>
                  <a:path extrusionOk="0" h="29718" w="148780">
                    <a:moveTo>
                      <a:pt x="0" y="0"/>
                    </a:moveTo>
                    <a:lnTo>
                      <a:pt x="148780" y="0"/>
                    </a:lnTo>
                    <a:lnTo>
                      <a:pt x="148780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6" name="Google Shape;1636;p26"/>
              <p:cNvSpPr/>
              <p:nvPr/>
            </p:nvSpPr>
            <p:spPr>
              <a:xfrm>
                <a:off x="5260752" y="4171950"/>
                <a:ext cx="89344" cy="29718"/>
              </a:xfrm>
              <a:custGeom>
                <a:rect b="b" l="l" r="r" t="t"/>
                <a:pathLst>
                  <a:path extrusionOk="0" h="29718" w="89344">
                    <a:moveTo>
                      <a:pt x="0" y="0"/>
                    </a:moveTo>
                    <a:lnTo>
                      <a:pt x="89345" y="0"/>
                    </a:lnTo>
                    <a:lnTo>
                      <a:pt x="89345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7" name="Google Shape;1637;p26"/>
              <p:cNvSpPr/>
              <p:nvPr/>
            </p:nvSpPr>
            <p:spPr>
              <a:xfrm>
                <a:off x="5231034" y="4380357"/>
                <a:ext cx="148780" cy="29718"/>
              </a:xfrm>
              <a:custGeom>
                <a:rect b="b" l="l" r="r" t="t"/>
                <a:pathLst>
                  <a:path extrusionOk="0" h="29718" w="148780">
                    <a:moveTo>
                      <a:pt x="0" y="0"/>
                    </a:moveTo>
                    <a:lnTo>
                      <a:pt x="148780" y="0"/>
                    </a:lnTo>
                    <a:lnTo>
                      <a:pt x="148780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8" name="Google Shape;1638;p26"/>
              <p:cNvSpPr/>
              <p:nvPr/>
            </p:nvSpPr>
            <p:spPr>
              <a:xfrm>
                <a:off x="5350096" y="4201668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9" name="Google Shape;1639;p26"/>
              <p:cNvSpPr/>
              <p:nvPr/>
            </p:nvSpPr>
            <p:spPr>
              <a:xfrm>
                <a:off x="5379814" y="4261294"/>
                <a:ext cx="29718" cy="119062"/>
              </a:xfrm>
              <a:custGeom>
                <a:rect b="b" l="l" r="r" t="t"/>
                <a:pathLst>
                  <a:path extrusionOk="0" h="119062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119063"/>
                    </a:lnTo>
                    <a:lnTo>
                      <a:pt x="0" y="119063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0" name="Google Shape;1640;p26"/>
              <p:cNvSpPr/>
              <p:nvPr/>
            </p:nvSpPr>
            <p:spPr>
              <a:xfrm>
                <a:off x="5231034" y="4201668"/>
                <a:ext cx="29717" cy="59531"/>
              </a:xfrm>
              <a:custGeom>
                <a:rect b="b" l="l" r="r" t="t"/>
                <a:pathLst>
                  <a:path extrusionOk="0" h="59531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1" name="Google Shape;1641;p26"/>
              <p:cNvSpPr/>
              <p:nvPr/>
            </p:nvSpPr>
            <p:spPr>
              <a:xfrm>
                <a:off x="5290565" y="4052887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2" name="Google Shape;1642;p26"/>
              <p:cNvSpPr/>
              <p:nvPr/>
            </p:nvSpPr>
            <p:spPr>
              <a:xfrm>
                <a:off x="5260752" y="3993356"/>
                <a:ext cx="29717" cy="59531"/>
              </a:xfrm>
              <a:custGeom>
                <a:rect b="b" l="l" r="r" t="t"/>
                <a:pathLst>
                  <a:path extrusionOk="0" h="59531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3" name="Google Shape;1643;p26"/>
              <p:cNvSpPr/>
              <p:nvPr/>
            </p:nvSpPr>
            <p:spPr>
              <a:xfrm>
                <a:off x="5171503" y="3933825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4" name="Google Shape;1644;p26"/>
              <p:cNvSpPr/>
              <p:nvPr/>
            </p:nvSpPr>
            <p:spPr>
              <a:xfrm>
                <a:off x="5082158" y="3904107"/>
                <a:ext cx="89344" cy="29718"/>
              </a:xfrm>
              <a:custGeom>
                <a:rect b="b" l="l" r="r" t="t"/>
                <a:pathLst>
                  <a:path extrusionOk="0" h="29718" w="89344">
                    <a:moveTo>
                      <a:pt x="0" y="0"/>
                    </a:moveTo>
                    <a:lnTo>
                      <a:pt x="89345" y="0"/>
                    </a:lnTo>
                    <a:lnTo>
                      <a:pt x="89345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5" name="Google Shape;1645;p26"/>
              <p:cNvSpPr/>
              <p:nvPr/>
            </p:nvSpPr>
            <p:spPr>
              <a:xfrm>
                <a:off x="5052440" y="3933825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6" name="Google Shape;1646;p26"/>
              <p:cNvSpPr/>
              <p:nvPr/>
            </p:nvSpPr>
            <p:spPr>
              <a:xfrm>
                <a:off x="5082158" y="3963543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7" name="Google Shape;1647;p26"/>
              <p:cNvSpPr/>
              <p:nvPr/>
            </p:nvSpPr>
            <p:spPr>
              <a:xfrm>
                <a:off x="5052440" y="3963543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8" name="Google Shape;1648;p26"/>
              <p:cNvSpPr/>
              <p:nvPr/>
            </p:nvSpPr>
            <p:spPr>
              <a:xfrm>
                <a:off x="5231034" y="3963543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9" name="Google Shape;1649;p26"/>
              <p:cNvSpPr/>
              <p:nvPr/>
            </p:nvSpPr>
            <p:spPr>
              <a:xfrm>
                <a:off x="5052440" y="5213794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0" name="Google Shape;1650;p26"/>
              <p:cNvSpPr/>
              <p:nvPr/>
            </p:nvSpPr>
            <p:spPr>
              <a:xfrm>
                <a:off x="5171503" y="4469606"/>
                <a:ext cx="29717" cy="148780"/>
              </a:xfrm>
              <a:custGeom>
                <a:rect b="b" l="l" r="r" t="t"/>
                <a:pathLst>
                  <a:path extrusionOk="0" h="148780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148780"/>
                    </a:lnTo>
                    <a:lnTo>
                      <a:pt x="0" y="148780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1" name="Google Shape;1651;p26"/>
              <p:cNvSpPr/>
              <p:nvPr/>
            </p:nvSpPr>
            <p:spPr>
              <a:xfrm>
                <a:off x="4903564" y="4737544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2" name="Google Shape;1652;p26"/>
              <p:cNvSpPr/>
              <p:nvPr/>
            </p:nvSpPr>
            <p:spPr>
              <a:xfrm>
                <a:off x="5171503" y="4975669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3" name="Google Shape;1653;p26"/>
              <p:cNvSpPr/>
              <p:nvPr/>
            </p:nvSpPr>
            <p:spPr>
              <a:xfrm>
                <a:off x="4933378" y="5183981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4" name="Google Shape;1654;p26"/>
              <p:cNvSpPr/>
              <p:nvPr/>
            </p:nvSpPr>
            <p:spPr>
              <a:xfrm>
                <a:off x="4903564" y="5124450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5" name="Google Shape;1655;p26"/>
              <p:cNvSpPr/>
              <p:nvPr/>
            </p:nvSpPr>
            <p:spPr>
              <a:xfrm>
                <a:off x="4873846" y="4231481"/>
                <a:ext cx="29718" cy="952500"/>
              </a:xfrm>
              <a:custGeom>
                <a:rect b="b" l="l" r="r" t="t"/>
                <a:pathLst>
                  <a:path extrusionOk="0" h="952500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952500"/>
                    </a:lnTo>
                    <a:lnTo>
                      <a:pt x="0" y="952500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6" name="Google Shape;1656;p26"/>
              <p:cNvSpPr/>
              <p:nvPr/>
            </p:nvSpPr>
            <p:spPr>
              <a:xfrm>
                <a:off x="4903564" y="4796980"/>
                <a:ext cx="29718" cy="327469"/>
              </a:xfrm>
              <a:custGeom>
                <a:rect b="b" l="l" r="r" t="t"/>
                <a:pathLst>
                  <a:path extrusionOk="0" h="327469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327470"/>
                    </a:lnTo>
                    <a:lnTo>
                      <a:pt x="0" y="327470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7" name="Google Shape;1657;p26"/>
              <p:cNvSpPr/>
              <p:nvPr/>
            </p:nvSpPr>
            <p:spPr>
              <a:xfrm>
                <a:off x="4933378" y="4291012"/>
                <a:ext cx="29718" cy="863155"/>
              </a:xfrm>
              <a:custGeom>
                <a:rect b="b" l="l" r="r" t="t"/>
                <a:pathLst>
                  <a:path extrusionOk="0" h="863155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863155"/>
                    </a:lnTo>
                    <a:lnTo>
                      <a:pt x="0" y="863155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8" name="Google Shape;1658;p26"/>
              <p:cNvSpPr/>
              <p:nvPr/>
            </p:nvSpPr>
            <p:spPr>
              <a:xfrm>
                <a:off x="4963191" y="4350543"/>
                <a:ext cx="178498" cy="238125"/>
              </a:xfrm>
              <a:custGeom>
                <a:rect b="b" l="l" r="r" t="t"/>
                <a:pathLst>
                  <a:path extrusionOk="0" h="238125" w="178498">
                    <a:moveTo>
                      <a:pt x="148780" y="0"/>
                    </a:moveTo>
                    <a:lnTo>
                      <a:pt x="148780" y="29718"/>
                    </a:lnTo>
                    <a:lnTo>
                      <a:pt x="29718" y="29718"/>
                    </a:lnTo>
                    <a:lnTo>
                      <a:pt x="29718" y="0"/>
                    </a:lnTo>
                    <a:lnTo>
                      <a:pt x="0" y="0"/>
                    </a:lnTo>
                    <a:lnTo>
                      <a:pt x="0" y="238125"/>
                    </a:lnTo>
                    <a:lnTo>
                      <a:pt x="29718" y="238125"/>
                    </a:lnTo>
                    <a:lnTo>
                      <a:pt x="29718" y="208407"/>
                    </a:lnTo>
                    <a:lnTo>
                      <a:pt x="148780" y="208407"/>
                    </a:lnTo>
                    <a:lnTo>
                      <a:pt x="148780" y="238125"/>
                    </a:lnTo>
                    <a:lnTo>
                      <a:pt x="178499" y="238125"/>
                    </a:lnTo>
                    <a:lnTo>
                      <a:pt x="178499" y="0"/>
                    </a:lnTo>
                    <a:lnTo>
                      <a:pt x="148780" y="0"/>
                    </a:lnTo>
                    <a:close/>
                    <a:moveTo>
                      <a:pt x="148780" y="178594"/>
                    </a:moveTo>
                    <a:lnTo>
                      <a:pt x="89249" y="178594"/>
                    </a:lnTo>
                    <a:lnTo>
                      <a:pt x="89249" y="59531"/>
                    </a:lnTo>
                    <a:lnTo>
                      <a:pt x="148780" y="59531"/>
                    </a:lnTo>
                    <a:lnTo>
                      <a:pt x="148780" y="178594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9" name="Google Shape;1659;p26"/>
              <p:cNvSpPr/>
              <p:nvPr/>
            </p:nvSpPr>
            <p:spPr>
              <a:xfrm>
                <a:off x="5141689" y="4291012"/>
                <a:ext cx="29717" cy="863155"/>
              </a:xfrm>
              <a:custGeom>
                <a:rect b="b" l="l" r="r" t="t"/>
                <a:pathLst>
                  <a:path extrusionOk="0" h="863155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863155"/>
                    </a:lnTo>
                    <a:lnTo>
                      <a:pt x="0" y="863155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0" name="Google Shape;1660;p26"/>
              <p:cNvSpPr/>
              <p:nvPr/>
            </p:nvSpPr>
            <p:spPr>
              <a:xfrm>
                <a:off x="5171503" y="4618482"/>
                <a:ext cx="29717" cy="357187"/>
              </a:xfrm>
              <a:custGeom>
                <a:rect b="b" l="l" r="r" t="t"/>
                <a:pathLst>
                  <a:path extrusionOk="0" h="357187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357188"/>
                    </a:lnTo>
                    <a:lnTo>
                      <a:pt x="0" y="357188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1" name="Google Shape;1661;p26"/>
              <p:cNvSpPr/>
              <p:nvPr/>
            </p:nvSpPr>
            <p:spPr>
              <a:xfrm>
                <a:off x="5201221" y="4469606"/>
                <a:ext cx="29717" cy="714375"/>
              </a:xfrm>
              <a:custGeom>
                <a:rect b="b" l="l" r="r" t="t"/>
                <a:pathLst>
                  <a:path extrusionOk="0" h="714375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714375"/>
                    </a:lnTo>
                    <a:lnTo>
                      <a:pt x="0" y="714375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2" name="Google Shape;1662;p26"/>
              <p:cNvSpPr/>
              <p:nvPr/>
            </p:nvSpPr>
            <p:spPr>
              <a:xfrm>
                <a:off x="5231034" y="4201667"/>
                <a:ext cx="148780" cy="178689"/>
              </a:xfrm>
              <a:custGeom>
                <a:rect b="b" l="l" r="r" t="t"/>
                <a:pathLst>
                  <a:path extrusionOk="0" h="178689" w="148780">
                    <a:moveTo>
                      <a:pt x="148780" y="59627"/>
                    </a:moveTo>
                    <a:lnTo>
                      <a:pt x="148780" y="178689"/>
                    </a:lnTo>
                    <a:lnTo>
                      <a:pt x="0" y="178689"/>
                    </a:lnTo>
                    <a:lnTo>
                      <a:pt x="0" y="59627"/>
                    </a:lnTo>
                    <a:lnTo>
                      <a:pt x="29718" y="59627"/>
                    </a:lnTo>
                    <a:lnTo>
                      <a:pt x="29718" y="0"/>
                    </a:lnTo>
                    <a:lnTo>
                      <a:pt x="119063" y="0"/>
                    </a:lnTo>
                    <a:lnTo>
                      <a:pt x="119063" y="59627"/>
                    </a:lnTo>
                    <a:lnTo>
                      <a:pt x="148780" y="59627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3" name="Google Shape;1663;p26"/>
              <p:cNvSpPr/>
              <p:nvPr/>
            </p:nvSpPr>
            <p:spPr>
              <a:xfrm>
                <a:off x="5201221" y="4231481"/>
                <a:ext cx="29717" cy="238125"/>
              </a:xfrm>
              <a:custGeom>
                <a:rect b="b" l="l" r="r" t="t"/>
                <a:pathLst>
                  <a:path extrusionOk="0" h="238125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38125"/>
                    </a:lnTo>
                    <a:lnTo>
                      <a:pt x="0" y="238125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4" name="Google Shape;1664;p26"/>
              <p:cNvSpPr/>
              <p:nvPr/>
            </p:nvSpPr>
            <p:spPr>
              <a:xfrm>
                <a:off x="4963096" y="5243512"/>
                <a:ext cx="178593" cy="29718"/>
              </a:xfrm>
              <a:custGeom>
                <a:rect b="b" l="l" r="r" t="t"/>
                <a:pathLst>
                  <a:path extrusionOk="0" h="29718" w="178593">
                    <a:moveTo>
                      <a:pt x="0" y="0"/>
                    </a:moveTo>
                    <a:lnTo>
                      <a:pt x="178594" y="0"/>
                    </a:lnTo>
                    <a:lnTo>
                      <a:pt x="178594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5" name="Google Shape;1665;p26"/>
              <p:cNvSpPr/>
              <p:nvPr/>
            </p:nvSpPr>
            <p:spPr>
              <a:xfrm>
                <a:off x="5141689" y="5213794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6" name="Google Shape;1666;p26"/>
              <p:cNvSpPr/>
              <p:nvPr/>
            </p:nvSpPr>
            <p:spPr>
              <a:xfrm>
                <a:off x="5141689" y="4261294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7" name="Google Shape;1667;p26"/>
              <p:cNvSpPr/>
              <p:nvPr/>
            </p:nvSpPr>
            <p:spPr>
              <a:xfrm>
                <a:off x="4933378" y="4261294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59094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8" name="Google Shape;1668;p26"/>
              <p:cNvSpPr/>
              <p:nvPr/>
            </p:nvSpPr>
            <p:spPr>
              <a:xfrm>
                <a:off x="5171503" y="4261294"/>
                <a:ext cx="29717" cy="208406"/>
              </a:xfrm>
              <a:custGeom>
                <a:rect b="b" l="l" r="r" t="t"/>
                <a:pathLst>
                  <a:path extrusionOk="0" h="208406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08407"/>
                    </a:lnTo>
                    <a:lnTo>
                      <a:pt x="0" y="208407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9" name="Google Shape;1669;p26"/>
              <p:cNvSpPr/>
              <p:nvPr/>
            </p:nvSpPr>
            <p:spPr>
              <a:xfrm>
                <a:off x="5171503" y="4231481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EF9CE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0" name="Google Shape;1670;p26"/>
              <p:cNvSpPr/>
              <p:nvPr/>
            </p:nvSpPr>
            <p:spPr>
              <a:xfrm>
                <a:off x="4933378" y="4261294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B1A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1" name="Google Shape;1671;p26"/>
              <p:cNvSpPr/>
              <p:nvPr/>
            </p:nvSpPr>
            <p:spPr>
              <a:xfrm>
                <a:off x="4903564" y="4261294"/>
                <a:ext cx="29718" cy="476250"/>
              </a:xfrm>
              <a:custGeom>
                <a:rect b="b" l="l" r="r" t="t"/>
                <a:pathLst>
                  <a:path extrusionOk="0" h="476250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2" name="Google Shape;1672;p26"/>
              <p:cNvSpPr/>
              <p:nvPr/>
            </p:nvSpPr>
            <p:spPr>
              <a:xfrm>
                <a:off x="4903564" y="4231481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EF9CE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3" name="Google Shape;1673;p26"/>
              <p:cNvSpPr/>
              <p:nvPr/>
            </p:nvSpPr>
            <p:spPr>
              <a:xfrm>
                <a:off x="5201221" y="4142232"/>
                <a:ext cx="29717" cy="89344"/>
              </a:xfrm>
              <a:custGeom>
                <a:rect b="b" l="l" r="r" t="t"/>
                <a:pathLst>
                  <a:path extrusionOk="0" h="89344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89345"/>
                    </a:lnTo>
                    <a:lnTo>
                      <a:pt x="0" y="89345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4" name="Google Shape;1674;p26"/>
              <p:cNvSpPr/>
              <p:nvPr/>
            </p:nvSpPr>
            <p:spPr>
              <a:xfrm>
                <a:off x="4873846" y="4142232"/>
                <a:ext cx="29718" cy="89344"/>
              </a:xfrm>
              <a:custGeom>
                <a:rect b="b" l="l" r="r" t="t"/>
                <a:pathLst>
                  <a:path extrusionOk="0" h="89344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89345"/>
                    </a:lnTo>
                    <a:lnTo>
                      <a:pt x="0" y="89345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5" name="Google Shape;1675;p26"/>
              <p:cNvSpPr/>
              <p:nvPr/>
            </p:nvSpPr>
            <p:spPr>
              <a:xfrm>
                <a:off x="4933378" y="5213794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6" name="Google Shape;1676;p26"/>
              <p:cNvSpPr/>
              <p:nvPr/>
            </p:nvSpPr>
            <p:spPr>
              <a:xfrm>
                <a:off x="4963096" y="5154168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7" name="Google Shape;1677;p26"/>
              <p:cNvSpPr/>
              <p:nvPr/>
            </p:nvSpPr>
            <p:spPr>
              <a:xfrm>
                <a:off x="5111971" y="5154168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8" name="Google Shape;1678;p26"/>
              <p:cNvSpPr/>
              <p:nvPr/>
            </p:nvSpPr>
            <p:spPr>
              <a:xfrm>
                <a:off x="4963095" y="5183981"/>
                <a:ext cx="89344" cy="59531"/>
              </a:xfrm>
              <a:custGeom>
                <a:rect b="b" l="l" r="r" t="t"/>
                <a:pathLst>
                  <a:path extrusionOk="0" h="59531" w="89344">
                    <a:moveTo>
                      <a:pt x="89344" y="29813"/>
                    </a:moveTo>
                    <a:lnTo>
                      <a:pt x="89344" y="59531"/>
                    </a:lnTo>
                    <a:lnTo>
                      <a:pt x="0" y="59531"/>
                    </a:lnTo>
                    <a:lnTo>
                      <a:pt x="0" y="0"/>
                    </a:lnTo>
                    <a:lnTo>
                      <a:pt x="29813" y="0"/>
                    </a:lnTo>
                    <a:lnTo>
                      <a:pt x="29813" y="29813"/>
                    </a:lnTo>
                    <a:lnTo>
                      <a:pt x="89344" y="29813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9" name="Google Shape;1679;p26"/>
              <p:cNvSpPr/>
              <p:nvPr/>
            </p:nvSpPr>
            <p:spPr>
              <a:xfrm>
                <a:off x="4992909" y="5183981"/>
                <a:ext cx="119062" cy="29718"/>
              </a:xfrm>
              <a:custGeom>
                <a:rect b="b" l="l" r="r" t="t"/>
                <a:pathLst>
                  <a:path extrusionOk="0" h="29718" w="119062">
                    <a:moveTo>
                      <a:pt x="0" y="0"/>
                    </a:moveTo>
                    <a:lnTo>
                      <a:pt x="119063" y="0"/>
                    </a:lnTo>
                    <a:lnTo>
                      <a:pt x="119063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0" name="Google Shape;1680;p26"/>
              <p:cNvSpPr/>
              <p:nvPr/>
            </p:nvSpPr>
            <p:spPr>
              <a:xfrm>
                <a:off x="5111971" y="5005387"/>
                <a:ext cx="89249" cy="238125"/>
              </a:xfrm>
              <a:custGeom>
                <a:rect b="b" l="l" r="r" t="t"/>
                <a:pathLst>
                  <a:path extrusionOk="0" h="238125" w="89249">
                    <a:moveTo>
                      <a:pt x="89249" y="0"/>
                    </a:moveTo>
                    <a:lnTo>
                      <a:pt x="89249" y="178594"/>
                    </a:lnTo>
                    <a:lnTo>
                      <a:pt x="59531" y="178594"/>
                    </a:lnTo>
                    <a:lnTo>
                      <a:pt x="59531" y="208407"/>
                    </a:lnTo>
                    <a:lnTo>
                      <a:pt x="29718" y="208407"/>
                    </a:lnTo>
                    <a:lnTo>
                      <a:pt x="29718" y="238125"/>
                    </a:lnTo>
                    <a:lnTo>
                      <a:pt x="0" y="238125"/>
                    </a:lnTo>
                    <a:lnTo>
                      <a:pt x="0" y="178594"/>
                    </a:lnTo>
                    <a:lnTo>
                      <a:pt x="29718" y="178594"/>
                    </a:lnTo>
                    <a:lnTo>
                      <a:pt x="29718" y="148780"/>
                    </a:lnTo>
                    <a:lnTo>
                      <a:pt x="59531" y="148780"/>
                    </a:lnTo>
                    <a:lnTo>
                      <a:pt x="59531" y="0"/>
                    </a:lnTo>
                    <a:lnTo>
                      <a:pt x="89249" y="0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1" name="Google Shape;1681;p26"/>
              <p:cNvSpPr/>
              <p:nvPr/>
            </p:nvSpPr>
            <p:spPr>
              <a:xfrm>
                <a:off x="5171503" y="5183981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2" name="Google Shape;1682;p26"/>
              <p:cNvSpPr/>
              <p:nvPr/>
            </p:nvSpPr>
            <p:spPr>
              <a:xfrm>
                <a:off x="4903564" y="5154168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3" name="Google Shape;1683;p26"/>
              <p:cNvSpPr/>
              <p:nvPr/>
            </p:nvSpPr>
            <p:spPr>
              <a:xfrm>
                <a:off x="4903564" y="5183981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4" name="Google Shape;1684;p26"/>
              <p:cNvSpPr/>
              <p:nvPr/>
            </p:nvSpPr>
            <p:spPr>
              <a:xfrm>
                <a:off x="4992909" y="4618482"/>
                <a:ext cx="119062" cy="29718"/>
              </a:xfrm>
              <a:custGeom>
                <a:rect b="b" l="l" r="r" t="t"/>
                <a:pathLst>
                  <a:path extrusionOk="0" h="29718" w="119062">
                    <a:moveTo>
                      <a:pt x="0" y="0"/>
                    </a:moveTo>
                    <a:lnTo>
                      <a:pt x="119063" y="0"/>
                    </a:lnTo>
                    <a:lnTo>
                      <a:pt x="119063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5" name="Google Shape;1685;p26"/>
              <p:cNvSpPr/>
              <p:nvPr/>
            </p:nvSpPr>
            <p:spPr>
              <a:xfrm>
                <a:off x="4992909" y="4558855"/>
                <a:ext cx="119062" cy="29718"/>
              </a:xfrm>
              <a:custGeom>
                <a:rect b="b" l="l" r="r" t="t"/>
                <a:pathLst>
                  <a:path extrusionOk="0" h="29718" w="119062">
                    <a:moveTo>
                      <a:pt x="0" y="0"/>
                    </a:moveTo>
                    <a:lnTo>
                      <a:pt x="119063" y="0"/>
                    </a:lnTo>
                    <a:lnTo>
                      <a:pt x="119063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6" name="Google Shape;1686;p26"/>
              <p:cNvSpPr/>
              <p:nvPr/>
            </p:nvSpPr>
            <p:spPr>
              <a:xfrm>
                <a:off x="5111971" y="4588668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7" name="Google Shape;1687;p26"/>
              <p:cNvSpPr/>
              <p:nvPr/>
            </p:nvSpPr>
            <p:spPr>
              <a:xfrm>
                <a:off x="4992909" y="4588668"/>
                <a:ext cx="119062" cy="29718"/>
              </a:xfrm>
              <a:custGeom>
                <a:rect b="b" l="l" r="r" t="t"/>
                <a:pathLst>
                  <a:path extrusionOk="0" h="29718" w="119062">
                    <a:moveTo>
                      <a:pt x="0" y="0"/>
                    </a:moveTo>
                    <a:lnTo>
                      <a:pt x="119063" y="0"/>
                    </a:lnTo>
                    <a:lnTo>
                      <a:pt x="119063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8" name="Google Shape;1688;p26"/>
              <p:cNvSpPr/>
              <p:nvPr/>
            </p:nvSpPr>
            <p:spPr>
              <a:xfrm>
                <a:off x="4963096" y="4588668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9" name="Google Shape;1689;p26"/>
              <p:cNvSpPr/>
              <p:nvPr/>
            </p:nvSpPr>
            <p:spPr>
              <a:xfrm>
                <a:off x="4992909" y="4916043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0" name="Google Shape;1690;p26"/>
              <p:cNvSpPr/>
              <p:nvPr/>
            </p:nvSpPr>
            <p:spPr>
              <a:xfrm>
                <a:off x="5022627" y="4945856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1" name="Google Shape;1691;p26"/>
              <p:cNvSpPr/>
              <p:nvPr/>
            </p:nvSpPr>
            <p:spPr>
              <a:xfrm>
                <a:off x="4992909" y="4975669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2" name="Google Shape;1692;p26"/>
              <p:cNvSpPr/>
              <p:nvPr/>
            </p:nvSpPr>
            <p:spPr>
              <a:xfrm>
                <a:off x="4992909" y="4945856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3" name="Google Shape;1693;p26"/>
              <p:cNvSpPr/>
              <p:nvPr/>
            </p:nvSpPr>
            <p:spPr>
              <a:xfrm>
                <a:off x="4963096" y="4945856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4" name="Google Shape;1694;p26"/>
              <p:cNvSpPr/>
              <p:nvPr/>
            </p:nvSpPr>
            <p:spPr>
              <a:xfrm>
                <a:off x="5052440" y="5035105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5" name="Google Shape;1695;p26"/>
              <p:cNvSpPr/>
              <p:nvPr/>
            </p:nvSpPr>
            <p:spPr>
              <a:xfrm>
                <a:off x="4963096" y="5094732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6" name="Google Shape;1696;p26"/>
              <p:cNvSpPr/>
              <p:nvPr/>
            </p:nvSpPr>
            <p:spPr>
              <a:xfrm>
                <a:off x="5111971" y="5005387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7" name="Google Shape;1697;p26"/>
              <p:cNvSpPr/>
              <p:nvPr/>
            </p:nvSpPr>
            <p:spPr>
              <a:xfrm>
                <a:off x="4992909" y="4796980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8" name="Google Shape;1698;p26"/>
              <p:cNvSpPr/>
              <p:nvPr/>
            </p:nvSpPr>
            <p:spPr>
              <a:xfrm>
                <a:off x="5082158" y="5064918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9" name="Google Shape;1699;p26"/>
              <p:cNvSpPr/>
              <p:nvPr/>
            </p:nvSpPr>
            <p:spPr>
              <a:xfrm>
                <a:off x="5052440" y="5094732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0" name="Google Shape;1700;p26"/>
              <p:cNvSpPr/>
              <p:nvPr/>
            </p:nvSpPr>
            <p:spPr>
              <a:xfrm>
                <a:off x="5022627" y="5064918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1" name="Google Shape;1701;p26"/>
              <p:cNvSpPr/>
              <p:nvPr/>
            </p:nvSpPr>
            <p:spPr>
              <a:xfrm>
                <a:off x="5082158" y="4826793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2" name="Google Shape;1702;p26"/>
              <p:cNvSpPr/>
              <p:nvPr/>
            </p:nvSpPr>
            <p:spPr>
              <a:xfrm>
                <a:off x="5111971" y="4856607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3" name="Google Shape;1703;p26"/>
              <p:cNvSpPr/>
              <p:nvPr/>
            </p:nvSpPr>
            <p:spPr>
              <a:xfrm>
                <a:off x="5082158" y="4886325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4" name="Google Shape;1704;p26"/>
              <p:cNvSpPr/>
              <p:nvPr/>
            </p:nvSpPr>
            <p:spPr>
              <a:xfrm>
                <a:off x="5082158" y="4856607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5" name="Google Shape;1705;p26"/>
              <p:cNvSpPr/>
              <p:nvPr/>
            </p:nvSpPr>
            <p:spPr>
              <a:xfrm>
                <a:off x="5052440" y="4856607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6" name="Google Shape;1706;p26"/>
              <p:cNvSpPr/>
              <p:nvPr/>
            </p:nvSpPr>
            <p:spPr>
              <a:xfrm>
                <a:off x="5022627" y="4677918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7" name="Google Shape;1707;p26"/>
              <p:cNvSpPr/>
              <p:nvPr/>
            </p:nvSpPr>
            <p:spPr>
              <a:xfrm>
                <a:off x="5052440" y="4707731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8" name="Google Shape;1708;p26"/>
              <p:cNvSpPr/>
              <p:nvPr/>
            </p:nvSpPr>
            <p:spPr>
              <a:xfrm>
                <a:off x="5022627" y="4737544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9" name="Google Shape;1709;p26"/>
              <p:cNvSpPr/>
              <p:nvPr/>
            </p:nvSpPr>
            <p:spPr>
              <a:xfrm>
                <a:off x="4963191" y="4618482"/>
                <a:ext cx="178498" cy="565403"/>
              </a:xfrm>
              <a:custGeom>
                <a:rect b="b" l="l" r="r" t="t"/>
                <a:pathLst>
                  <a:path extrusionOk="0" h="565403" w="178498">
                    <a:moveTo>
                      <a:pt x="178499" y="238125"/>
                    </a:moveTo>
                    <a:lnTo>
                      <a:pt x="178499" y="0"/>
                    </a:lnTo>
                    <a:lnTo>
                      <a:pt x="148780" y="0"/>
                    </a:lnTo>
                    <a:lnTo>
                      <a:pt x="148780" y="29718"/>
                    </a:lnTo>
                    <a:lnTo>
                      <a:pt x="29718" y="29718"/>
                    </a:lnTo>
                    <a:lnTo>
                      <a:pt x="29718" y="0"/>
                    </a:lnTo>
                    <a:lnTo>
                      <a:pt x="0" y="0"/>
                    </a:lnTo>
                    <a:lnTo>
                      <a:pt x="0" y="327470"/>
                    </a:lnTo>
                    <a:lnTo>
                      <a:pt x="29718" y="327470"/>
                    </a:lnTo>
                    <a:lnTo>
                      <a:pt x="29718" y="297752"/>
                    </a:lnTo>
                    <a:lnTo>
                      <a:pt x="59436" y="297752"/>
                    </a:lnTo>
                    <a:lnTo>
                      <a:pt x="59436" y="327470"/>
                    </a:lnTo>
                    <a:lnTo>
                      <a:pt x="89154" y="327470"/>
                    </a:lnTo>
                    <a:lnTo>
                      <a:pt x="89154" y="357188"/>
                    </a:lnTo>
                    <a:lnTo>
                      <a:pt x="59436" y="357188"/>
                    </a:lnTo>
                    <a:lnTo>
                      <a:pt x="59436" y="386905"/>
                    </a:lnTo>
                    <a:lnTo>
                      <a:pt x="29718" y="386905"/>
                    </a:lnTo>
                    <a:lnTo>
                      <a:pt x="29718" y="357188"/>
                    </a:lnTo>
                    <a:lnTo>
                      <a:pt x="0" y="357188"/>
                    </a:lnTo>
                    <a:lnTo>
                      <a:pt x="0" y="476250"/>
                    </a:lnTo>
                    <a:lnTo>
                      <a:pt x="29718" y="476250"/>
                    </a:lnTo>
                    <a:lnTo>
                      <a:pt x="29718" y="505968"/>
                    </a:lnTo>
                    <a:lnTo>
                      <a:pt x="0" y="505968"/>
                    </a:lnTo>
                    <a:lnTo>
                      <a:pt x="0" y="535686"/>
                    </a:lnTo>
                    <a:lnTo>
                      <a:pt x="29718" y="535686"/>
                    </a:lnTo>
                    <a:lnTo>
                      <a:pt x="29718" y="565404"/>
                    </a:lnTo>
                    <a:lnTo>
                      <a:pt x="148780" y="565404"/>
                    </a:lnTo>
                    <a:lnTo>
                      <a:pt x="148780" y="535686"/>
                    </a:lnTo>
                    <a:lnTo>
                      <a:pt x="178499" y="535686"/>
                    </a:lnTo>
                    <a:lnTo>
                      <a:pt x="178499" y="416623"/>
                    </a:lnTo>
                    <a:lnTo>
                      <a:pt x="148780" y="416623"/>
                    </a:lnTo>
                    <a:lnTo>
                      <a:pt x="148780" y="386905"/>
                    </a:lnTo>
                    <a:lnTo>
                      <a:pt x="178499" y="386905"/>
                    </a:lnTo>
                    <a:lnTo>
                      <a:pt x="178499" y="267843"/>
                    </a:lnTo>
                    <a:lnTo>
                      <a:pt x="148780" y="267843"/>
                    </a:lnTo>
                    <a:lnTo>
                      <a:pt x="148780" y="297561"/>
                    </a:lnTo>
                    <a:lnTo>
                      <a:pt x="119063" y="297561"/>
                    </a:lnTo>
                    <a:lnTo>
                      <a:pt x="119063" y="267843"/>
                    </a:lnTo>
                    <a:lnTo>
                      <a:pt x="89345" y="267843"/>
                    </a:lnTo>
                    <a:lnTo>
                      <a:pt x="89345" y="238125"/>
                    </a:lnTo>
                    <a:lnTo>
                      <a:pt x="119063" y="238125"/>
                    </a:lnTo>
                    <a:lnTo>
                      <a:pt x="119063" y="208407"/>
                    </a:lnTo>
                    <a:lnTo>
                      <a:pt x="148780" y="208407"/>
                    </a:lnTo>
                    <a:lnTo>
                      <a:pt x="148780" y="238125"/>
                    </a:lnTo>
                    <a:lnTo>
                      <a:pt x="178499" y="238125"/>
                    </a:lnTo>
                    <a:close/>
                    <a:moveTo>
                      <a:pt x="59436" y="208407"/>
                    </a:moveTo>
                    <a:lnTo>
                      <a:pt x="29718" y="208407"/>
                    </a:lnTo>
                    <a:lnTo>
                      <a:pt x="29718" y="178689"/>
                    </a:lnTo>
                    <a:lnTo>
                      <a:pt x="59436" y="178689"/>
                    </a:lnTo>
                    <a:lnTo>
                      <a:pt x="59436" y="208407"/>
                    </a:lnTo>
                    <a:close/>
                    <a:moveTo>
                      <a:pt x="118967" y="416814"/>
                    </a:moveTo>
                    <a:lnTo>
                      <a:pt x="118967" y="446532"/>
                    </a:lnTo>
                    <a:lnTo>
                      <a:pt x="148685" y="446532"/>
                    </a:lnTo>
                    <a:lnTo>
                      <a:pt x="148685" y="476250"/>
                    </a:lnTo>
                    <a:lnTo>
                      <a:pt x="118967" y="476250"/>
                    </a:lnTo>
                    <a:lnTo>
                      <a:pt x="118967" y="505968"/>
                    </a:lnTo>
                    <a:lnTo>
                      <a:pt x="89249" y="505968"/>
                    </a:lnTo>
                    <a:lnTo>
                      <a:pt x="89249" y="476250"/>
                    </a:lnTo>
                    <a:lnTo>
                      <a:pt x="59531" y="476250"/>
                    </a:lnTo>
                    <a:lnTo>
                      <a:pt x="59531" y="446532"/>
                    </a:lnTo>
                    <a:lnTo>
                      <a:pt x="89249" y="446532"/>
                    </a:lnTo>
                    <a:lnTo>
                      <a:pt x="89249" y="416814"/>
                    </a:lnTo>
                    <a:lnTo>
                      <a:pt x="118967" y="416814"/>
                    </a:lnTo>
                    <a:close/>
                    <a:moveTo>
                      <a:pt x="118967" y="119158"/>
                    </a:moveTo>
                    <a:lnTo>
                      <a:pt x="89249" y="119158"/>
                    </a:lnTo>
                    <a:lnTo>
                      <a:pt x="89249" y="148876"/>
                    </a:lnTo>
                    <a:lnTo>
                      <a:pt x="59531" y="148876"/>
                    </a:lnTo>
                    <a:lnTo>
                      <a:pt x="59531" y="119158"/>
                    </a:lnTo>
                    <a:lnTo>
                      <a:pt x="29813" y="119158"/>
                    </a:lnTo>
                    <a:lnTo>
                      <a:pt x="29813" y="89440"/>
                    </a:lnTo>
                    <a:lnTo>
                      <a:pt x="59531" y="89440"/>
                    </a:lnTo>
                    <a:lnTo>
                      <a:pt x="59531" y="59722"/>
                    </a:lnTo>
                    <a:lnTo>
                      <a:pt x="89249" y="59722"/>
                    </a:lnTo>
                    <a:lnTo>
                      <a:pt x="89249" y="89440"/>
                    </a:lnTo>
                    <a:lnTo>
                      <a:pt x="118967" y="89440"/>
                    </a:lnTo>
                    <a:lnTo>
                      <a:pt x="118967" y="119158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0" name="Google Shape;1710;p26"/>
              <p:cNvSpPr/>
              <p:nvPr/>
            </p:nvSpPr>
            <p:spPr>
              <a:xfrm>
                <a:off x="5052440" y="5064918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1" name="Google Shape;1711;p26"/>
              <p:cNvSpPr/>
              <p:nvPr/>
            </p:nvSpPr>
            <p:spPr>
              <a:xfrm>
                <a:off x="5022627" y="4707731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2" name="Google Shape;1712;p26"/>
              <p:cNvSpPr/>
              <p:nvPr/>
            </p:nvSpPr>
            <p:spPr>
              <a:xfrm>
                <a:off x="4992909" y="4707731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13" name="Google Shape;1713;p26"/>
              <p:cNvGrpSpPr/>
              <p:nvPr/>
            </p:nvGrpSpPr>
            <p:grpSpPr>
              <a:xfrm>
                <a:off x="5052440" y="4410075"/>
                <a:ext cx="59531" cy="119062"/>
                <a:chOff x="5052440" y="4410075"/>
                <a:chExt cx="59531" cy="119062"/>
              </a:xfrm>
            </p:grpSpPr>
            <p:sp>
              <p:nvSpPr>
                <p:cNvPr id="1714" name="Google Shape;1714;p26"/>
                <p:cNvSpPr/>
                <p:nvPr/>
              </p:nvSpPr>
              <p:spPr>
                <a:xfrm>
                  <a:off x="5052440" y="4439793"/>
                  <a:ext cx="59531" cy="59531"/>
                </a:xfrm>
                <a:custGeom>
                  <a:rect b="b" l="l" r="r" t="t"/>
                  <a:pathLst>
                    <a:path extrusionOk="0" h="59531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5" name="Google Shape;1715;p26"/>
                <p:cNvSpPr/>
                <p:nvPr/>
              </p:nvSpPr>
              <p:spPr>
                <a:xfrm>
                  <a:off x="5052440" y="449941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6" name="Google Shape;1716;p26"/>
                <p:cNvSpPr/>
                <p:nvPr/>
              </p:nvSpPr>
              <p:spPr>
                <a:xfrm>
                  <a:off x="5052440" y="441007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717" name="Google Shape;1717;p26"/>
              <p:cNvSpPr/>
              <p:nvPr/>
            </p:nvSpPr>
            <p:spPr>
              <a:xfrm>
                <a:off x="4963096" y="4291012"/>
                <a:ext cx="178593" cy="29718"/>
              </a:xfrm>
              <a:custGeom>
                <a:rect b="b" l="l" r="r" t="t"/>
                <a:pathLst>
                  <a:path extrusionOk="0" h="29718" w="178593">
                    <a:moveTo>
                      <a:pt x="0" y="0"/>
                    </a:moveTo>
                    <a:lnTo>
                      <a:pt x="178594" y="0"/>
                    </a:lnTo>
                    <a:lnTo>
                      <a:pt x="178594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8" name="Google Shape;1718;p26"/>
              <p:cNvSpPr/>
              <p:nvPr/>
            </p:nvSpPr>
            <p:spPr>
              <a:xfrm>
                <a:off x="5171503" y="4142232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B1A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9" name="Google Shape;1719;p26"/>
              <p:cNvSpPr/>
              <p:nvPr/>
            </p:nvSpPr>
            <p:spPr>
              <a:xfrm>
                <a:off x="5171503" y="4082605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0" name="Google Shape;1720;p26"/>
              <p:cNvSpPr/>
              <p:nvPr/>
            </p:nvSpPr>
            <p:spPr>
              <a:xfrm>
                <a:off x="5141689" y="4082605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B1A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1" name="Google Shape;1721;p26"/>
              <p:cNvSpPr/>
              <p:nvPr/>
            </p:nvSpPr>
            <p:spPr>
              <a:xfrm>
                <a:off x="5231034" y="4142232"/>
                <a:ext cx="208311" cy="297560"/>
              </a:xfrm>
              <a:custGeom>
                <a:rect b="b" l="l" r="r" t="t"/>
                <a:pathLst>
                  <a:path extrusionOk="0" h="297560" w="208311">
                    <a:moveTo>
                      <a:pt x="208312" y="89249"/>
                    </a:moveTo>
                    <a:lnTo>
                      <a:pt x="208312" y="297561"/>
                    </a:lnTo>
                    <a:lnTo>
                      <a:pt x="0" y="297561"/>
                    </a:lnTo>
                    <a:lnTo>
                      <a:pt x="0" y="267843"/>
                    </a:lnTo>
                    <a:lnTo>
                      <a:pt x="148780" y="267843"/>
                    </a:lnTo>
                    <a:lnTo>
                      <a:pt x="148780" y="238125"/>
                    </a:lnTo>
                    <a:lnTo>
                      <a:pt x="178594" y="238125"/>
                    </a:lnTo>
                    <a:lnTo>
                      <a:pt x="178594" y="119063"/>
                    </a:lnTo>
                    <a:lnTo>
                      <a:pt x="148780" y="119063"/>
                    </a:lnTo>
                    <a:lnTo>
                      <a:pt x="148780" y="59436"/>
                    </a:lnTo>
                    <a:lnTo>
                      <a:pt x="119063" y="59436"/>
                    </a:lnTo>
                    <a:lnTo>
                      <a:pt x="119063" y="29718"/>
                    </a:lnTo>
                    <a:lnTo>
                      <a:pt x="29718" y="29718"/>
                    </a:lnTo>
                    <a:lnTo>
                      <a:pt x="29718" y="59436"/>
                    </a:lnTo>
                    <a:lnTo>
                      <a:pt x="0" y="59436"/>
                    </a:lnTo>
                    <a:lnTo>
                      <a:pt x="0" y="0"/>
                    </a:lnTo>
                    <a:lnTo>
                      <a:pt x="148780" y="0"/>
                    </a:lnTo>
                    <a:lnTo>
                      <a:pt x="148780" y="29718"/>
                    </a:lnTo>
                    <a:lnTo>
                      <a:pt x="178594" y="29718"/>
                    </a:lnTo>
                    <a:lnTo>
                      <a:pt x="178594" y="89249"/>
                    </a:lnTo>
                    <a:lnTo>
                      <a:pt x="208312" y="89249"/>
                    </a:lnTo>
                    <a:close/>
                  </a:path>
                </a:pathLst>
              </a:custGeom>
              <a:solidFill>
                <a:srgbClr val="B1A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2" name="Google Shape;1722;p26"/>
              <p:cNvSpPr/>
              <p:nvPr/>
            </p:nvSpPr>
            <p:spPr>
              <a:xfrm>
                <a:off x="5290565" y="4112418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3" name="Google Shape;1723;p26"/>
              <p:cNvSpPr/>
              <p:nvPr/>
            </p:nvSpPr>
            <p:spPr>
              <a:xfrm>
                <a:off x="4903564" y="4142232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B1A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4" name="Google Shape;1724;p26"/>
              <p:cNvSpPr/>
              <p:nvPr/>
            </p:nvSpPr>
            <p:spPr>
              <a:xfrm>
                <a:off x="4903564" y="4082605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5" name="Google Shape;1725;p26"/>
              <p:cNvSpPr/>
              <p:nvPr/>
            </p:nvSpPr>
            <p:spPr>
              <a:xfrm>
                <a:off x="5201221" y="4112418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6" name="Google Shape;1726;p26"/>
              <p:cNvSpPr/>
              <p:nvPr/>
            </p:nvSpPr>
            <p:spPr>
              <a:xfrm>
                <a:off x="5111971" y="4023169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7" name="Google Shape;1727;p26"/>
              <p:cNvSpPr/>
              <p:nvPr/>
            </p:nvSpPr>
            <p:spPr>
              <a:xfrm>
                <a:off x="4963096" y="3993356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8" name="Google Shape;1728;p26"/>
              <p:cNvSpPr/>
              <p:nvPr/>
            </p:nvSpPr>
            <p:spPr>
              <a:xfrm>
                <a:off x="4873846" y="4112418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9" name="Google Shape;1729;p26"/>
              <p:cNvSpPr/>
              <p:nvPr/>
            </p:nvSpPr>
            <p:spPr>
              <a:xfrm>
                <a:off x="4963096" y="4201668"/>
                <a:ext cx="178593" cy="29718"/>
              </a:xfrm>
              <a:custGeom>
                <a:rect b="b" l="l" r="r" t="t"/>
                <a:pathLst>
                  <a:path extrusionOk="0" h="29718" w="178593">
                    <a:moveTo>
                      <a:pt x="0" y="0"/>
                    </a:moveTo>
                    <a:lnTo>
                      <a:pt x="178594" y="0"/>
                    </a:lnTo>
                    <a:lnTo>
                      <a:pt x="178594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B1A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0" name="Google Shape;1730;p26"/>
              <p:cNvSpPr/>
              <p:nvPr/>
            </p:nvSpPr>
            <p:spPr>
              <a:xfrm>
                <a:off x="5141689" y="4171950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B1A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1" name="Google Shape;1731;p26"/>
              <p:cNvSpPr/>
              <p:nvPr/>
            </p:nvSpPr>
            <p:spPr>
              <a:xfrm>
                <a:off x="4903564" y="4171950"/>
                <a:ext cx="297656" cy="119062"/>
              </a:xfrm>
              <a:custGeom>
                <a:rect b="b" l="l" r="r" t="t"/>
                <a:pathLst>
                  <a:path extrusionOk="0" h="119062" w="297656">
                    <a:moveTo>
                      <a:pt x="297656" y="0"/>
                    </a:moveTo>
                    <a:lnTo>
                      <a:pt x="297656" y="59531"/>
                    </a:lnTo>
                    <a:lnTo>
                      <a:pt x="267938" y="59531"/>
                    </a:lnTo>
                    <a:lnTo>
                      <a:pt x="267938" y="89345"/>
                    </a:lnTo>
                    <a:lnTo>
                      <a:pt x="238125" y="89345"/>
                    </a:lnTo>
                    <a:lnTo>
                      <a:pt x="238125" y="119063"/>
                    </a:lnTo>
                    <a:lnTo>
                      <a:pt x="59531" y="119063"/>
                    </a:lnTo>
                    <a:lnTo>
                      <a:pt x="59531" y="89345"/>
                    </a:lnTo>
                    <a:lnTo>
                      <a:pt x="29813" y="89345"/>
                    </a:lnTo>
                    <a:lnTo>
                      <a:pt x="29813" y="59531"/>
                    </a:lnTo>
                    <a:lnTo>
                      <a:pt x="0" y="59531"/>
                    </a:lnTo>
                    <a:lnTo>
                      <a:pt x="0" y="0"/>
                    </a:lnTo>
                    <a:lnTo>
                      <a:pt x="29813" y="0"/>
                    </a:lnTo>
                    <a:lnTo>
                      <a:pt x="29813" y="29718"/>
                    </a:lnTo>
                    <a:lnTo>
                      <a:pt x="59531" y="29718"/>
                    </a:lnTo>
                    <a:lnTo>
                      <a:pt x="59531" y="59531"/>
                    </a:lnTo>
                    <a:lnTo>
                      <a:pt x="238125" y="59531"/>
                    </a:lnTo>
                    <a:lnTo>
                      <a:pt x="238125" y="29718"/>
                    </a:lnTo>
                    <a:lnTo>
                      <a:pt x="267938" y="29718"/>
                    </a:lnTo>
                    <a:lnTo>
                      <a:pt x="267938" y="0"/>
                    </a:lnTo>
                    <a:lnTo>
                      <a:pt x="297656" y="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2" name="Google Shape;1732;p26"/>
              <p:cNvSpPr/>
              <p:nvPr/>
            </p:nvSpPr>
            <p:spPr>
              <a:xfrm>
                <a:off x="4933378" y="4171950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B1A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3" name="Google Shape;1733;p26"/>
              <p:cNvSpPr/>
              <p:nvPr/>
            </p:nvSpPr>
            <p:spPr>
              <a:xfrm>
                <a:off x="4992909" y="4052887"/>
                <a:ext cx="119062" cy="29718"/>
              </a:xfrm>
              <a:custGeom>
                <a:rect b="b" l="l" r="r" t="t"/>
                <a:pathLst>
                  <a:path extrusionOk="0" h="29718" w="119062">
                    <a:moveTo>
                      <a:pt x="0" y="0"/>
                    </a:moveTo>
                    <a:lnTo>
                      <a:pt x="119063" y="0"/>
                    </a:lnTo>
                    <a:lnTo>
                      <a:pt x="119063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4" name="Google Shape;1734;p26"/>
              <p:cNvSpPr/>
              <p:nvPr/>
            </p:nvSpPr>
            <p:spPr>
              <a:xfrm>
                <a:off x="4992909" y="3963543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5" name="Google Shape;1735;p26"/>
              <p:cNvSpPr/>
              <p:nvPr/>
            </p:nvSpPr>
            <p:spPr>
              <a:xfrm>
                <a:off x="5111971" y="3993356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6" name="Google Shape;1736;p26"/>
              <p:cNvSpPr/>
              <p:nvPr/>
            </p:nvSpPr>
            <p:spPr>
              <a:xfrm>
                <a:off x="4992909" y="3993356"/>
                <a:ext cx="119062" cy="59531"/>
              </a:xfrm>
              <a:custGeom>
                <a:rect b="b" l="l" r="r" t="t"/>
                <a:pathLst>
                  <a:path extrusionOk="0" h="59531" w="119062">
                    <a:moveTo>
                      <a:pt x="0" y="0"/>
                    </a:moveTo>
                    <a:lnTo>
                      <a:pt x="119063" y="0"/>
                    </a:lnTo>
                    <a:lnTo>
                      <a:pt x="119063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B1A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7" name="Google Shape;1737;p26"/>
              <p:cNvSpPr/>
              <p:nvPr/>
            </p:nvSpPr>
            <p:spPr>
              <a:xfrm>
                <a:off x="4963096" y="4023169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8" name="Google Shape;1738;p26"/>
              <p:cNvSpPr/>
              <p:nvPr/>
            </p:nvSpPr>
            <p:spPr>
              <a:xfrm>
                <a:off x="4992909" y="4142232"/>
                <a:ext cx="119062" cy="29718"/>
              </a:xfrm>
              <a:custGeom>
                <a:rect b="b" l="l" r="r" t="t"/>
                <a:pathLst>
                  <a:path extrusionOk="0" h="29718" w="119062">
                    <a:moveTo>
                      <a:pt x="0" y="0"/>
                    </a:moveTo>
                    <a:lnTo>
                      <a:pt x="119063" y="0"/>
                    </a:lnTo>
                    <a:lnTo>
                      <a:pt x="119063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B1A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9" name="Google Shape;1739;p26"/>
              <p:cNvSpPr/>
              <p:nvPr/>
            </p:nvSpPr>
            <p:spPr>
              <a:xfrm>
                <a:off x="4963096" y="4112418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B1A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0" name="Google Shape;1740;p26"/>
              <p:cNvSpPr/>
              <p:nvPr/>
            </p:nvSpPr>
            <p:spPr>
              <a:xfrm>
                <a:off x="5111971" y="4112418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B1A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1" name="Google Shape;1741;p26"/>
              <p:cNvSpPr/>
              <p:nvPr/>
            </p:nvSpPr>
            <p:spPr>
              <a:xfrm>
                <a:off x="5141689" y="4023169"/>
                <a:ext cx="29717" cy="59531"/>
              </a:xfrm>
              <a:custGeom>
                <a:rect b="b" l="l" r="r" t="t"/>
                <a:pathLst>
                  <a:path extrusionOk="0" h="59531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2" name="Google Shape;1742;p26"/>
              <p:cNvSpPr/>
              <p:nvPr/>
            </p:nvSpPr>
            <p:spPr>
              <a:xfrm>
                <a:off x="4903564" y="4112418"/>
                <a:ext cx="297656" cy="89249"/>
              </a:xfrm>
              <a:custGeom>
                <a:rect b="b" l="l" r="r" t="t"/>
                <a:pathLst>
                  <a:path extrusionOk="0" h="89249" w="297656">
                    <a:moveTo>
                      <a:pt x="297656" y="0"/>
                    </a:moveTo>
                    <a:lnTo>
                      <a:pt x="297656" y="29813"/>
                    </a:lnTo>
                    <a:lnTo>
                      <a:pt x="267938" y="29813"/>
                    </a:lnTo>
                    <a:lnTo>
                      <a:pt x="267938" y="59531"/>
                    </a:lnTo>
                    <a:lnTo>
                      <a:pt x="238125" y="59531"/>
                    </a:lnTo>
                    <a:lnTo>
                      <a:pt x="238125" y="89249"/>
                    </a:lnTo>
                    <a:lnTo>
                      <a:pt x="59531" y="89249"/>
                    </a:lnTo>
                    <a:lnTo>
                      <a:pt x="59531" y="59531"/>
                    </a:lnTo>
                    <a:lnTo>
                      <a:pt x="29813" y="59531"/>
                    </a:lnTo>
                    <a:lnTo>
                      <a:pt x="29813" y="29813"/>
                    </a:lnTo>
                    <a:lnTo>
                      <a:pt x="0" y="29813"/>
                    </a:lnTo>
                    <a:lnTo>
                      <a:pt x="0" y="0"/>
                    </a:lnTo>
                    <a:lnTo>
                      <a:pt x="59531" y="0"/>
                    </a:lnTo>
                    <a:lnTo>
                      <a:pt x="59531" y="29813"/>
                    </a:lnTo>
                    <a:lnTo>
                      <a:pt x="89345" y="29813"/>
                    </a:lnTo>
                    <a:lnTo>
                      <a:pt x="89345" y="59531"/>
                    </a:lnTo>
                    <a:lnTo>
                      <a:pt x="208407" y="59531"/>
                    </a:lnTo>
                    <a:lnTo>
                      <a:pt x="208407" y="29813"/>
                    </a:lnTo>
                    <a:lnTo>
                      <a:pt x="238125" y="29813"/>
                    </a:lnTo>
                    <a:lnTo>
                      <a:pt x="238125" y="0"/>
                    </a:lnTo>
                    <a:lnTo>
                      <a:pt x="297656" y="0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3" name="Google Shape;1743;p26"/>
              <p:cNvSpPr/>
              <p:nvPr/>
            </p:nvSpPr>
            <p:spPr>
              <a:xfrm>
                <a:off x="4933378" y="4052887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B1A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4" name="Google Shape;1744;p26"/>
              <p:cNvSpPr/>
              <p:nvPr/>
            </p:nvSpPr>
            <p:spPr>
              <a:xfrm>
                <a:off x="4963096" y="4320730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5" name="Google Shape;1745;p26"/>
              <p:cNvSpPr/>
              <p:nvPr/>
            </p:nvSpPr>
            <p:spPr>
              <a:xfrm>
                <a:off x="4992909" y="4350543"/>
                <a:ext cx="119062" cy="29718"/>
              </a:xfrm>
              <a:custGeom>
                <a:rect b="b" l="l" r="r" t="t"/>
                <a:pathLst>
                  <a:path extrusionOk="0" h="29718" w="119062">
                    <a:moveTo>
                      <a:pt x="0" y="0"/>
                    </a:moveTo>
                    <a:lnTo>
                      <a:pt x="119063" y="0"/>
                    </a:lnTo>
                    <a:lnTo>
                      <a:pt x="119063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6" name="Google Shape;1746;p26"/>
              <p:cNvSpPr/>
              <p:nvPr/>
            </p:nvSpPr>
            <p:spPr>
              <a:xfrm>
                <a:off x="4992909" y="4320730"/>
                <a:ext cx="119062" cy="29718"/>
              </a:xfrm>
              <a:custGeom>
                <a:rect b="b" l="l" r="r" t="t"/>
                <a:pathLst>
                  <a:path extrusionOk="0" h="29718" w="119062">
                    <a:moveTo>
                      <a:pt x="0" y="0"/>
                    </a:moveTo>
                    <a:lnTo>
                      <a:pt x="119063" y="0"/>
                    </a:lnTo>
                    <a:lnTo>
                      <a:pt x="119063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7" name="Google Shape;1747;p26"/>
              <p:cNvSpPr/>
              <p:nvPr/>
            </p:nvSpPr>
            <p:spPr>
              <a:xfrm>
                <a:off x="5111971" y="4320730"/>
                <a:ext cx="29717" cy="29718"/>
              </a:xfrm>
              <a:custGeom>
                <a:rect b="b" l="l" r="r" t="t"/>
                <a:pathLst>
                  <a:path extrusionOk="0" h="29718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8" name="Google Shape;1748;p26"/>
              <p:cNvSpPr/>
              <p:nvPr/>
            </p:nvSpPr>
            <p:spPr>
              <a:xfrm>
                <a:off x="4963095" y="4052887"/>
                <a:ext cx="178593" cy="89344"/>
              </a:xfrm>
              <a:custGeom>
                <a:rect b="b" l="l" r="r" t="t"/>
                <a:pathLst>
                  <a:path extrusionOk="0" h="89344" w="178593">
                    <a:moveTo>
                      <a:pt x="178594" y="0"/>
                    </a:moveTo>
                    <a:lnTo>
                      <a:pt x="178594" y="59531"/>
                    </a:lnTo>
                    <a:lnTo>
                      <a:pt x="148876" y="59531"/>
                    </a:lnTo>
                    <a:lnTo>
                      <a:pt x="148876" y="89345"/>
                    </a:lnTo>
                    <a:lnTo>
                      <a:pt x="29813" y="89345"/>
                    </a:lnTo>
                    <a:lnTo>
                      <a:pt x="29813" y="59531"/>
                    </a:lnTo>
                    <a:lnTo>
                      <a:pt x="0" y="59531"/>
                    </a:lnTo>
                    <a:lnTo>
                      <a:pt x="0" y="0"/>
                    </a:lnTo>
                    <a:lnTo>
                      <a:pt x="29813" y="0"/>
                    </a:lnTo>
                    <a:lnTo>
                      <a:pt x="29813" y="29718"/>
                    </a:lnTo>
                    <a:lnTo>
                      <a:pt x="148876" y="29718"/>
                    </a:lnTo>
                    <a:lnTo>
                      <a:pt x="148876" y="0"/>
                    </a:lnTo>
                    <a:lnTo>
                      <a:pt x="178594" y="0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9" name="Google Shape;1749;p26"/>
              <p:cNvSpPr/>
              <p:nvPr/>
            </p:nvSpPr>
            <p:spPr>
              <a:xfrm>
                <a:off x="4933378" y="4023169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50" name="Google Shape;1750;p26"/>
            <p:cNvSpPr/>
            <p:nvPr/>
          </p:nvSpPr>
          <p:spPr>
            <a:xfrm>
              <a:off x="5082158" y="4469606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26"/>
            <p:cNvSpPr/>
            <p:nvPr/>
          </p:nvSpPr>
          <p:spPr>
            <a:xfrm>
              <a:off x="5052440" y="4439793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26"/>
            <p:cNvSpPr/>
            <p:nvPr/>
          </p:nvSpPr>
          <p:spPr>
            <a:xfrm>
              <a:off x="5082158" y="4410075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3" name="Google Shape;1753;p26"/>
            <p:cNvSpPr/>
            <p:nvPr/>
          </p:nvSpPr>
          <p:spPr>
            <a:xfrm>
              <a:off x="5052440" y="4499419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4" name="Google Shape;1754;p26"/>
            <p:cNvSpPr/>
            <p:nvPr/>
          </p:nvSpPr>
          <p:spPr>
            <a:xfrm>
              <a:off x="4933378" y="4380357"/>
              <a:ext cx="29718" cy="148780"/>
            </a:xfrm>
            <a:custGeom>
              <a:rect b="b" l="l" r="r" t="t"/>
              <a:pathLst>
                <a:path extrusionOk="0" h="148780" w="29718">
                  <a:moveTo>
                    <a:pt x="0" y="0"/>
                  </a:moveTo>
                  <a:lnTo>
                    <a:pt x="29718" y="0"/>
                  </a:lnTo>
                  <a:lnTo>
                    <a:pt x="29718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5" name="Google Shape;1755;p26"/>
            <p:cNvSpPr/>
            <p:nvPr/>
          </p:nvSpPr>
          <p:spPr>
            <a:xfrm>
              <a:off x="4933378" y="4856607"/>
              <a:ext cx="29718" cy="148780"/>
            </a:xfrm>
            <a:custGeom>
              <a:rect b="b" l="l" r="r" t="t"/>
              <a:pathLst>
                <a:path extrusionOk="0" h="148780" w="29718">
                  <a:moveTo>
                    <a:pt x="0" y="0"/>
                  </a:moveTo>
                  <a:lnTo>
                    <a:pt x="29718" y="0"/>
                  </a:lnTo>
                  <a:lnTo>
                    <a:pt x="29718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6" name="Google Shape;1756;p26"/>
            <p:cNvSpPr/>
            <p:nvPr/>
          </p:nvSpPr>
          <p:spPr>
            <a:xfrm>
              <a:off x="4963096" y="5124450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7" name="Google Shape;1757;p26"/>
            <p:cNvSpPr/>
            <p:nvPr/>
          </p:nvSpPr>
          <p:spPr>
            <a:xfrm>
              <a:off x="4992909" y="5154168"/>
              <a:ext cx="89344" cy="29718"/>
            </a:xfrm>
            <a:custGeom>
              <a:rect b="b" l="l" r="r" t="t"/>
              <a:pathLst>
                <a:path extrusionOk="0" h="29718" w="89344">
                  <a:moveTo>
                    <a:pt x="0" y="0"/>
                  </a:moveTo>
                  <a:lnTo>
                    <a:pt x="89345" y="0"/>
                  </a:lnTo>
                  <a:lnTo>
                    <a:pt x="89345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8" name="Google Shape;1758;p26"/>
            <p:cNvSpPr/>
            <p:nvPr/>
          </p:nvSpPr>
          <p:spPr>
            <a:xfrm>
              <a:off x="5022627" y="5183981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9" name="Google Shape;1759;p26"/>
            <p:cNvSpPr/>
            <p:nvPr/>
          </p:nvSpPr>
          <p:spPr>
            <a:xfrm>
              <a:off x="4933378" y="5124450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0" name="Google Shape;1760;p26"/>
            <p:cNvSpPr/>
            <p:nvPr/>
          </p:nvSpPr>
          <p:spPr>
            <a:xfrm>
              <a:off x="5141689" y="4588668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1" name="Google Shape;1761;p26"/>
            <p:cNvSpPr/>
            <p:nvPr/>
          </p:nvSpPr>
          <p:spPr>
            <a:xfrm>
              <a:off x="5111971" y="5124450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2" name="Google Shape;1762;p26"/>
            <p:cNvSpPr/>
            <p:nvPr/>
          </p:nvSpPr>
          <p:spPr>
            <a:xfrm>
              <a:off x="4903564" y="4261294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D7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3" name="Google Shape;1763;p26"/>
            <p:cNvSpPr/>
            <p:nvPr/>
          </p:nvSpPr>
          <p:spPr>
            <a:xfrm>
              <a:off x="5171503" y="4261294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4" name="Google Shape;1764;p26"/>
            <p:cNvSpPr/>
            <p:nvPr/>
          </p:nvSpPr>
          <p:spPr>
            <a:xfrm>
              <a:off x="5171503" y="4320730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5" name="Google Shape;1765;p26"/>
            <p:cNvSpPr/>
            <p:nvPr/>
          </p:nvSpPr>
          <p:spPr>
            <a:xfrm>
              <a:off x="5141689" y="4291012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6" name="Google Shape;1766;p26"/>
            <p:cNvSpPr/>
            <p:nvPr/>
          </p:nvSpPr>
          <p:spPr>
            <a:xfrm>
              <a:off x="4933378" y="4291012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7" name="Google Shape;1767;p26"/>
            <p:cNvSpPr/>
            <p:nvPr/>
          </p:nvSpPr>
          <p:spPr>
            <a:xfrm>
              <a:off x="4903564" y="4171950"/>
              <a:ext cx="29718" cy="59531"/>
            </a:xfrm>
            <a:custGeom>
              <a:rect b="b" l="l" r="r" t="t"/>
              <a:pathLst>
                <a:path extrusionOk="0" h="59531" w="29718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8" name="Google Shape;1768;p26"/>
            <p:cNvSpPr/>
            <p:nvPr/>
          </p:nvSpPr>
          <p:spPr>
            <a:xfrm>
              <a:off x="5171503" y="4171950"/>
              <a:ext cx="29717" cy="59531"/>
            </a:xfrm>
            <a:custGeom>
              <a:rect b="b" l="l" r="r" t="t"/>
              <a:pathLst>
                <a:path extrusionOk="0" h="59531" w="29717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9" name="Google Shape;1769;p26"/>
            <p:cNvSpPr/>
            <p:nvPr/>
          </p:nvSpPr>
          <p:spPr>
            <a:xfrm>
              <a:off x="4933378" y="4201668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0" name="Google Shape;1770;p26"/>
            <p:cNvSpPr/>
            <p:nvPr/>
          </p:nvSpPr>
          <p:spPr>
            <a:xfrm>
              <a:off x="4963096" y="4231481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1" name="Google Shape;1771;p26"/>
            <p:cNvSpPr/>
            <p:nvPr/>
          </p:nvSpPr>
          <p:spPr>
            <a:xfrm>
              <a:off x="5111971" y="4261294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2" name="Google Shape;1772;p26"/>
            <p:cNvSpPr/>
            <p:nvPr/>
          </p:nvSpPr>
          <p:spPr>
            <a:xfrm>
              <a:off x="4992909" y="4261294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3" name="Google Shape;1773;p26"/>
            <p:cNvSpPr/>
            <p:nvPr/>
          </p:nvSpPr>
          <p:spPr>
            <a:xfrm>
              <a:off x="5022627" y="4231481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4" name="Google Shape;1774;p26"/>
            <p:cNvSpPr/>
            <p:nvPr/>
          </p:nvSpPr>
          <p:spPr>
            <a:xfrm>
              <a:off x="5052440" y="4261294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5" name="Google Shape;1775;p26"/>
            <p:cNvSpPr/>
            <p:nvPr/>
          </p:nvSpPr>
          <p:spPr>
            <a:xfrm>
              <a:off x="4992909" y="4291012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6" name="Google Shape;1776;p26"/>
            <p:cNvSpPr/>
            <p:nvPr/>
          </p:nvSpPr>
          <p:spPr>
            <a:xfrm>
              <a:off x="5052440" y="4291012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7" name="Google Shape;1777;p26"/>
            <p:cNvSpPr/>
            <p:nvPr/>
          </p:nvSpPr>
          <p:spPr>
            <a:xfrm>
              <a:off x="5111971" y="4291012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8" name="Google Shape;1778;p26"/>
            <p:cNvSpPr/>
            <p:nvPr/>
          </p:nvSpPr>
          <p:spPr>
            <a:xfrm>
              <a:off x="5171503" y="4231481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9" name="Google Shape;1779;p26"/>
            <p:cNvSpPr/>
            <p:nvPr/>
          </p:nvSpPr>
          <p:spPr>
            <a:xfrm>
              <a:off x="4903564" y="4231481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0" name="Google Shape;1780;p26"/>
            <p:cNvSpPr/>
            <p:nvPr/>
          </p:nvSpPr>
          <p:spPr>
            <a:xfrm>
              <a:off x="5082158" y="4231481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1" name="Google Shape;1781;p26"/>
            <p:cNvSpPr/>
            <p:nvPr/>
          </p:nvSpPr>
          <p:spPr>
            <a:xfrm>
              <a:off x="5052440" y="4112418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2" name="Google Shape;1782;p26"/>
            <p:cNvSpPr/>
            <p:nvPr/>
          </p:nvSpPr>
          <p:spPr>
            <a:xfrm>
              <a:off x="4963096" y="4142232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3" name="Google Shape;1783;p26"/>
            <p:cNvSpPr/>
            <p:nvPr/>
          </p:nvSpPr>
          <p:spPr>
            <a:xfrm>
              <a:off x="5111971" y="4142232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4" name="Google Shape;1784;p26"/>
            <p:cNvSpPr/>
            <p:nvPr/>
          </p:nvSpPr>
          <p:spPr>
            <a:xfrm>
              <a:off x="5171503" y="4112418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5" name="Google Shape;1785;p26"/>
            <p:cNvSpPr/>
            <p:nvPr/>
          </p:nvSpPr>
          <p:spPr>
            <a:xfrm>
              <a:off x="4903564" y="4112418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6" name="Google Shape;1786;p26"/>
            <p:cNvSpPr/>
            <p:nvPr/>
          </p:nvSpPr>
          <p:spPr>
            <a:xfrm>
              <a:off x="5141689" y="4142232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7" name="Google Shape;1787;p26"/>
            <p:cNvSpPr/>
            <p:nvPr/>
          </p:nvSpPr>
          <p:spPr>
            <a:xfrm>
              <a:off x="5141689" y="4231481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8" name="Google Shape;1788;p26"/>
            <p:cNvSpPr/>
            <p:nvPr/>
          </p:nvSpPr>
          <p:spPr>
            <a:xfrm>
              <a:off x="5141689" y="4201668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9" name="Google Shape;1789;p26"/>
            <p:cNvSpPr/>
            <p:nvPr/>
          </p:nvSpPr>
          <p:spPr>
            <a:xfrm>
              <a:off x="5231034" y="4142232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0" name="Google Shape;1790;p26"/>
            <p:cNvSpPr/>
            <p:nvPr/>
          </p:nvSpPr>
          <p:spPr>
            <a:xfrm>
              <a:off x="5290565" y="4142232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1" name="Google Shape;1791;p26"/>
            <p:cNvSpPr/>
            <p:nvPr/>
          </p:nvSpPr>
          <p:spPr>
            <a:xfrm>
              <a:off x="5350096" y="4142232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2" name="Google Shape;1792;p26"/>
            <p:cNvSpPr/>
            <p:nvPr/>
          </p:nvSpPr>
          <p:spPr>
            <a:xfrm>
              <a:off x="5260752" y="4410075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3" name="Google Shape;1793;p26"/>
            <p:cNvSpPr/>
            <p:nvPr/>
          </p:nvSpPr>
          <p:spPr>
            <a:xfrm>
              <a:off x="5320283" y="4410075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4" name="Google Shape;1794;p26"/>
            <p:cNvSpPr/>
            <p:nvPr/>
          </p:nvSpPr>
          <p:spPr>
            <a:xfrm>
              <a:off x="5379814" y="4410075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95" name="Google Shape;1795;p26"/>
          <p:cNvSpPr txBox="1"/>
          <p:nvPr>
            <p:ph type="title"/>
          </p:nvPr>
        </p:nvSpPr>
        <p:spPr>
          <a:xfrm>
            <a:off x="522150" y="4631875"/>
            <a:ext cx="3358800" cy="2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Dev: </a:t>
            </a:r>
            <a:r>
              <a:rPr lang="en" sz="1000">
                <a:solidFill>
                  <a:schemeClr val="lt2"/>
                </a:solidFill>
              </a:rPr>
              <a:t>Muhammed PaŠiĆ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27"/>
          <p:cNvSpPr txBox="1"/>
          <p:nvPr>
            <p:ph type="title"/>
          </p:nvPr>
        </p:nvSpPr>
        <p:spPr>
          <a:xfrm>
            <a:off x="253025" y="521225"/>
            <a:ext cx="4761000" cy="8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Rules - Player’s Turn </a:t>
            </a:r>
            <a:endParaRPr/>
          </a:p>
        </p:txBody>
      </p:sp>
      <p:sp>
        <p:nvSpPr>
          <p:cNvPr id="1801" name="Google Shape;1801;p27"/>
          <p:cNvSpPr txBox="1"/>
          <p:nvPr>
            <p:ph idx="1" type="subTitle"/>
          </p:nvPr>
        </p:nvSpPr>
        <p:spPr>
          <a:xfrm>
            <a:off x="253025" y="1624750"/>
            <a:ext cx="4616400" cy="223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White goes first.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Shift one Amazon any distance (vertically, horizontally or diagonally) like a chess queen.</a:t>
            </a:r>
            <a:endParaRPr sz="13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From this new position, fire your arrow to any empty square using the same queen like movement.</a:t>
            </a:r>
            <a:endParaRPr/>
          </a:p>
        </p:txBody>
      </p:sp>
      <p:pic>
        <p:nvPicPr>
          <p:cNvPr id="1802" name="Google Shape;180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9425" y="96325"/>
            <a:ext cx="2233026" cy="2240010"/>
          </a:xfrm>
          <a:prstGeom prst="rect">
            <a:avLst/>
          </a:prstGeom>
          <a:noFill/>
          <a:ln cap="flat" cmpd="sng" w="19050">
            <a:solidFill>
              <a:srgbClr val="00785A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03" name="Google Shape;180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3579" y="2408275"/>
            <a:ext cx="2233020" cy="2236500"/>
          </a:xfrm>
          <a:prstGeom prst="rect">
            <a:avLst/>
          </a:prstGeom>
          <a:noFill/>
          <a:ln cap="flat" cmpd="sng" w="19050">
            <a:solidFill>
              <a:srgbClr val="00785A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804" name="Google Shape;1804;p27"/>
          <p:cNvCxnSpPr/>
          <p:nvPr/>
        </p:nvCxnSpPr>
        <p:spPr>
          <a:xfrm flipH="1">
            <a:off x="6619250" y="519550"/>
            <a:ext cx="885300" cy="596700"/>
          </a:xfrm>
          <a:prstGeom prst="curvedConnector3">
            <a:avLst>
              <a:gd fmla="val 42384" name="adj1"/>
            </a:avLst>
          </a:prstGeom>
          <a:noFill/>
          <a:ln cap="flat" cmpd="sng" w="28575">
            <a:solidFill>
              <a:srgbClr val="6A9955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1805" name="Google Shape;1805;p27"/>
          <p:cNvCxnSpPr/>
          <p:nvPr/>
        </p:nvCxnSpPr>
        <p:spPr>
          <a:xfrm flipH="1" rot="5400000">
            <a:off x="5062250" y="2743525"/>
            <a:ext cx="939900" cy="269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9CDCFE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1806" name="Google Shape;1806;p27"/>
          <p:cNvCxnSpPr/>
          <p:nvPr/>
        </p:nvCxnSpPr>
        <p:spPr>
          <a:xfrm flipH="1" rot="-5400000">
            <a:off x="7576625" y="1788075"/>
            <a:ext cx="851400" cy="245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DD7E6B"/>
            </a:solidFill>
            <a:prstDash val="solid"/>
            <a:round/>
            <a:headEnd len="med" w="med" type="oval"/>
            <a:tailEnd len="med" w="med" type="stealth"/>
          </a:ln>
        </p:spPr>
      </p:cxnSp>
      <p:sp>
        <p:nvSpPr>
          <p:cNvPr id="1807" name="Google Shape;1807;p27"/>
          <p:cNvSpPr txBox="1"/>
          <p:nvPr/>
        </p:nvSpPr>
        <p:spPr>
          <a:xfrm>
            <a:off x="5345200" y="3352825"/>
            <a:ext cx="7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Current position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808" name="Google Shape;1808;p27"/>
          <p:cNvSpPr txBox="1"/>
          <p:nvPr/>
        </p:nvSpPr>
        <p:spPr>
          <a:xfrm>
            <a:off x="7564100" y="261850"/>
            <a:ext cx="14325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Legal moves for Amazon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809" name="Google Shape;1809;p27"/>
          <p:cNvSpPr txBox="1"/>
          <p:nvPr/>
        </p:nvSpPr>
        <p:spPr>
          <a:xfrm>
            <a:off x="7564100" y="930075"/>
            <a:ext cx="118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Legal moves for the arrow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3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p28"/>
          <p:cNvSpPr txBox="1"/>
          <p:nvPr>
            <p:ph type="title"/>
          </p:nvPr>
        </p:nvSpPr>
        <p:spPr>
          <a:xfrm>
            <a:off x="253025" y="521225"/>
            <a:ext cx="4761000" cy="8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Rules - Player’s Turn </a:t>
            </a:r>
            <a:endParaRPr/>
          </a:p>
        </p:txBody>
      </p:sp>
      <p:sp>
        <p:nvSpPr>
          <p:cNvPr id="1815" name="Google Shape;1815;p28"/>
          <p:cNvSpPr txBox="1"/>
          <p:nvPr>
            <p:ph idx="1" type="subTitle"/>
          </p:nvPr>
        </p:nvSpPr>
        <p:spPr>
          <a:xfrm>
            <a:off x="253025" y="1624750"/>
            <a:ext cx="4616400" cy="223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White goes first.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Shift one Amazon any distance (vertically, horizontally or diagonally) like a chess queen.</a:t>
            </a:r>
            <a:endParaRPr sz="13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From this new position, fire your arrow to any empty square using the same queen like movement.</a:t>
            </a:r>
            <a:endParaRPr/>
          </a:p>
        </p:txBody>
      </p:sp>
      <p:pic>
        <p:nvPicPr>
          <p:cNvPr id="1816" name="Google Shape;181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3363" y="1412149"/>
            <a:ext cx="2661725" cy="2661700"/>
          </a:xfrm>
          <a:prstGeom prst="rect">
            <a:avLst/>
          </a:prstGeom>
          <a:noFill/>
          <a:ln cap="flat" cmpd="sng" w="19050">
            <a:solidFill>
              <a:srgbClr val="00785A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817" name="Google Shape;1817;p28"/>
          <p:cNvCxnSpPr/>
          <p:nvPr/>
        </p:nvCxnSpPr>
        <p:spPr>
          <a:xfrm flipH="1">
            <a:off x="5771150" y="784150"/>
            <a:ext cx="997200" cy="8406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9CDCFE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1818" name="Google Shape;1818;p28"/>
          <p:cNvCxnSpPr/>
          <p:nvPr/>
        </p:nvCxnSpPr>
        <p:spPr>
          <a:xfrm flipH="1">
            <a:off x="6831175" y="2319625"/>
            <a:ext cx="1125000" cy="320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6A9955"/>
            </a:solidFill>
            <a:prstDash val="solid"/>
            <a:round/>
            <a:headEnd len="med" w="med" type="oval"/>
            <a:tailEnd len="med" w="med" type="stealth"/>
          </a:ln>
        </p:spPr>
      </p:cxnSp>
      <p:sp>
        <p:nvSpPr>
          <p:cNvPr id="1819" name="Google Shape;1819;p28"/>
          <p:cNvSpPr txBox="1"/>
          <p:nvPr/>
        </p:nvSpPr>
        <p:spPr>
          <a:xfrm>
            <a:off x="6768350" y="603150"/>
            <a:ext cx="20484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Old position of opponent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820" name="Google Shape;1820;p28"/>
          <p:cNvSpPr txBox="1"/>
          <p:nvPr/>
        </p:nvSpPr>
        <p:spPr>
          <a:xfrm>
            <a:off x="8010700" y="1999225"/>
            <a:ext cx="10629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New position of opponent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1821" name="Google Shape;1821;p28"/>
          <p:cNvCxnSpPr/>
          <p:nvPr/>
        </p:nvCxnSpPr>
        <p:spPr>
          <a:xfrm rot="10800000">
            <a:off x="7218625" y="2949625"/>
            <a:ext cx="849600" cy="322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oval"/>
            <a:tailEnd len="med" w="med" type="stealth"/>
          </a:ln>
        </p:spPr>
      </p:cxnSp>
      <p:sp>
        <p:nvSpPr>
          <p:cNvPr id="1822" name="Google Shape;1822;p28"/>
          <p:cNvSpPr txBox="1"/>
          <p:nvPr/>
        </p:nvSpPr>
        <p:spPr>
          <a:xfrm>
            <a:off x="8068225" y="2902325"/>
            <a:ext cx="10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Opponent’s new fire position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29"/>
          <p:cNvSpPr txBox="1"/>
          <p:nvPr>
            <p:ph idx="1" type="subTitle"/>
          </p:nvPr>
        </p:nvSpPr>
        <p:spPr>
          <a:xfrm>
            <a:off x="483125" y="1509425"/>
            <a:ext cx="4991100" cy="239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Once an arrow lands on a square, that square is off limits for the remainder of the game.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Neither Amazons nor arrows can pass through or jump over blocked or occupied squares.</a:t>
            </a:r>
            <a:endParaRPr/>
          </a:p>
        </p:txBody>
      </p:sp>
      <p:sp>
        <p:nvSpPr>
          <p:cNvPr id="1828" name="Google Shape;1828;p29"/>
          <p:cNvSpPr txBox="1"/>
          <p:nvPr>
            <p:ph type="title"/>
          </p:nvPr>
        </p:nvSpPr>
        <p:spPr>
          <a:xfrm>
            <a:off x="483125" y="542625"/>
            <a:ext cx="4761000" cy="8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Rules - Restrictions </a:t>
            </a:r>
            <a:endParaRPr/>
          </a:p>
        </p:txBody>
      </p:sp>
      <p:pic>
        <p:nvPicPr>
          <p:cNvPr id="1829" name="Google Shape;182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4625" y="846550"/>
            <a:ext cx="3364974" cy="3354604"/>
          </a:xfrm>
          <a:prstGeom prst="rect">
            <a:avLst/>
          </a:prstGeom>
          <a:noFill/>
          <a:ln cap="flat" cmpd="sng" w="19050">
            <a:solidFill>
              <a:srgbClr val="00785A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3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p30"/>
          <p:cNvSpPr txBox="1"/>
          <p:nvPr>
            <p:ph idx="1" type="subTitle"/>
          </p:nvPr>
        </p:nvSpPr>
        <p:spPr>
          <a:xfrm>
            <a:off x="713225" y="1520125"/>
            <a:ext cx="4134900" cy="23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The game goes on until a player is walled in and has no legal moves left.</a:t>
            </a:r>
            <a:endParaRPr/>
          </a:p>
        </p:txBody>
      </p:sp>
      <p:sp>
        <p:nvSpPr>
          <p:cNvPr id="1835" name="Google Shape;1835;p30"/>
          <p:cNvSpPr txBox="1"/>
          <p:nvPr>
            <p:ph type="title"/>
          </p:nvPr>
        </p:nvSpPr>
        <p:spPr>
          <a:xfrm>
            <a:off x="713225" y="521225"/>
            <a:ext cx="4761000" cy="8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Rules - Victory</a:t>
            </a:r>
            <a:endParaRPr/>
          </a:p>
        </p:txBody>
      </p:sp>
      <p:pic>
        <p:nvPicPr>
          <p:cNvPr id="1836" name="Google Shape;183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0351" y="1015148"/>
            <a:ext cx="3108350" cy="3113201"/>
          </a:xfrm>
          <a:prstGeom prst="rect">
            <a:avLst/>
          </a:prstGeom>
          <a:noFill/>
          <a:ln cap="flat" cmpd="sng" w="19050">
            <a:solidFill>
              <a:srgbClr val="00785A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31"/>
          <p:cNvSpPr txBox="1"/>
          <p:nvPr>
            <p:ph type="title"/>
          </p:nvPr>
        </p:nvSpPr>
        <p:spPr>
          <a:xfrm>
            <a:off x="1801650" y="2200175"/>
            <a:ext cx="5540700" cy="115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INTERFACE</a:t>
            </a:r>
            <a:endParaRPr/>
          </a:p>
        </p:txBody>
      </p:sp>
      <p:sp>
        <p:nvSpPr>
          <p:cNvPr id="1842" name="Google Shape;1842;p31"/>
          <p:cNvSpPr txBox="1"/>
          <p:nvPr>
            <p:ph idx="2" type="title"/>
          </p:nvPr>
        </p:nvSpPr>
        <p:spPr>
          <a:xfrm>
            <a:off x="3949050" y="1403063"/>
            <a:ext cx="12459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1843" name="Google Shape;1843;p31"/>
          <p:cNvGrpSpPr/>
          <p:nvPr/>
        </p:nvGrpSpPr>
        <p:grpSpPr>
          <a:xfrm>
            <a:off x="844484" y="3000832"/>
            <a:ext cx="892968" cy="1339405"/>
            <a:chOff x="6421659" y="3904107"/>
            <a:chExt cx="892968" cy="1339405"/>
          </a:xfrm>
        </p:grpSpPr>
        <p:sp>
          <p:nvSpPr>
            <p:cNvPr id="1844" name="Google Shape;1844;p31"/>
            <p:cNvSpPr/>
            <p:nvPr/>
          </p:nvSpPr>
          <p:spPr>
            <a:xfrm>
              <a:off x="6421659" y="3904107"/>
              <a:ext cx="892968" cy="1339405"/>
            </a:xfrm>
            <a:custGeom>
              <a:rect b="b" l="l" r="r" t="t"/>
              <a:pathLst>
                <a:path extrusionOk="0" h="1339405" w="892968">
                  <a:moveTo>
                    <a:pt x="863155" y="654748"/>
                  </a:moveTo>
                  <a:lnTo>
                    <a:pt x="833438" y="654748"/>
                  </a:lnTo>
                  <a:lnTo>
                    <a:pt x="833438" y="595313"/>
                  </a:lnTo>
                  <a:lnTo>
                    <a:pt x="803624" y="595313"/>
                  </a:lnTo>
                  <a:lnTo>
                    <a:pt x="803624" y="565499"/>
                  </a:lnTo>
                  <a:lnTo>
                    <a:pt x="773906" y="565499"/>
                  </a:lnTo>
                  <a:lnTo>
                    <a:pt x="773906" y="535686"/>
                  </a:lnTo>
                  <a:lnTo>
                    <a:pt x="714375" y="535686"/>
                  </a:lnTo>
                  <a:lnTo>
                    <a:pt x="714375" y="505968"/>
                  </a:lnTo>
                  <a:lnTo>
                    <a:pt x="595313" y="505968"/>
                  </a:lnTo>
                  <a:lnTo>
                    <a:pt x="595313" y="535686"/>
                  </a:lnTo>
                  <a:lnTo>
                    <a:pt x="535781" y="535686"/>
                  </a:lnTo>
                  <a:lnTo>
                    <a:pt x="535781" y="476250"/>
                  </a:lnTo>
                  <a:lnTo>
                    <a:pt x="565499" y="476250"/>
                  </a:lnTo>
                  <a:lnTo>
                    <a:pt x="565499" y="416623"/>
                  </a:lnTo>
                  <a:lnTo>
                    <a:pt x="565499" y="357188"/>
                  </a:lnTo>
                  <a:lnTo>
                    <a:pt x="565499" y="297561"/>
                  </a:lnTo>
                  <a:lnTo>
                    <a:pt x="535781" y="297561"/>
                  </a:lnTo>
                  <a:lnTo>
                    <a:pt x="535781" y="267843"/>
                  </a:lnTo>
                  <a:lnTo>
                    <a:pt x="505968" y="267843"/>
                  </a:lnTo>
                  <a:lnTo>
                    <a:pt x="505968" y="208312"/>
                  </a:lnTo>
                  <a:lnTo>
                    <a:pt x="535781" y="208312"/>
                  </a:lnTo>
                  <a:lnTo>
                    <a:pt x="535781" y="178498"/>
                  </a:lnTo>
                  <a:lnTo>
                    <a:pt x="565499" y="178498"/>
                  </a:lnTo>
                  <a:lnTo>
                    <a:pt x="565499" y="119063"/>
                  </a:lnTo>
                  <a:lnTo>
                    <a:pt x="595313" y="119063"/>
                  </a:lnTo>
                  <a:lnTo>
                    <a:pt x="595313" y="89249"/>
                  </a:lnTo>
                  <a:lnTo>
                    <a:pt x="565499" y="89249"/>
                  </a:lnTo>
                  <a:lnTo>
                    <a:pt x="565499" y="29718"/>
                  </a:lnTo>
                  <a:lnTo>
                    <a:pt x="535781" y="29718"/>
                  </a:lnTo>
                  <a:lnTo>
                    <a:pt x="535781" y="0"/>
                  </a:lnTo>
                  <a:lnTo>
                    <a:pt x="357188" y="0"/>
                  </a:lnTo>
                  <a:lnTo>
                    <a:pt x="357188" y="29718"/>
                  </a:lnTo>
                  <a:lnTo>
                    <a:pt x="327374" y="29718"/>
                  </a:lnTo>
                  <a:lnTo>
                    <a:pt x="327374" y="89249"/>
                  </a:lnTo>
                  <a:lnTo>
                    <a:pt x="297656" y="89249"/>
                  </a:lnTo>
                  <a:lnTo>
                    <a:pt x="297656" y="119063"/>
                  </a:lnTo>
                  <a:lnTo>
                    <a:pt x="327374" y="119063"/>
                  </a:lnTo>
                  <a:lnTo>
                    <a:pt x="327374" y="178498"/>
                  </a:lnTo>
                  <a:lnTo>
                    <a:pt x="357188" y="178498"/>
                  </a:lnTo>
                  <a:lnTo>
                    <a:pt x="357188" y="208312"/>
                  </a:lnTo>
                  <a:lnTo>
                    <a:pt x="386905" y="208312"/>
                  </a:lnTo>
                  <a:lnTo>
                    <a:pt x="386905" y="267843"/>
                  </a:lnTo>
                  <a:lnTo>
                    <a:pt x="357188" y="267843"/>
                  </a:lnTo>
                  <a:lnTo>
                    <a:pt x="357188" y="297561"/>
                  </a:lnTo>
                  <a:lnTo>
                    <a:pt x="327374" y="297561"/>
                  </a:lnTo>
                  <a:lnTo>
                    <a:pt x="327374" y="357188"/>
                  </a:lnTo>
                  <a:lnTo>
                    <a:pt x="327374" y="416623"/>
                  </a:lnTo>
                  <a:lnTo>
                    <a:pt x="327374" y="476250"/>
                  </a:lnTo>
                  <a:lnTo>
                    <a:pt x="357188" y="476250"/>
                  </a:lnTo>
                  <a:lnTo>
                    <a:pt x="357188" y="535686"/>
                  </a:lnTo>
                  <a:lnTo>
                    <a:pt x="297656" y="535686"/>
                  </a:lnTo>
                  <a:lnTo>
                    <a:pt x="297656" y="505968"/>
                  </a:lnTo>
                  <a:lnTo>
                    <a:pt x="178594" y="505968"/>
                  </a:lnTo>
                  <a:lnTo>
                    <a:pt x="178594" y="535686"/>
                  </a:lnTo>
                  <a:lnTo>
                    <a:pt x="119063" y="535686"/>
                  </a:lnTo>
                  <a:lnTo>
                    <a:pt x="119063" y="565499"/>
                  </a:lnTo>
                  <a:lnTo>
                    <a:pt x="89249" y="565499"/>
                  </a:lnTo>
                  <a:lnTo>
                    <a:pt x="89249" y="595313"/>
                  </a:lnTo>
                  <a:lnTo>
                    <a:pt x="59531" y="595313"/>
                  </a:lnTo>
                  <a:lnTo>
                    <a:pt x="59531" y="654748"/>
                  </a:lnTo>
                  <a:lnTo>
                    <a:pt x="29718" y="654748"/>
                  </a:lnTo>
                  <a:lnTo>
                    <a:pt x="29718" y="714375"/>
                  </a:lnTo>
                  <a:lnTo>
                    <a:pt x="0" y="714375"/>
                  </a:lnTo>
                  <a:lnTo>
                    <a:pt x="0" y="833438"/>
                  </a:lnTo>
                  <a:lnTo>
                    <a:pt x="29718" y="833438"/>
                  </a:lnTo>
                  <a:lnTo>
                    <a:pt x="29718" y="922687"/>
                  </a:lnTo>
                  <a:lnTo>
                    <a:pt x="59531" y="922687"/>
                  </a:lnTo>
                  <a:lnTo>
                    <a:pt x="59531" y="982218"/>
                  </a:lnTo>
                  <a:lnTo>
                    <a:pt x="89249" y="982218"/>
                  </a:lnTo>
                  <a:lnTo>
                    <a:pt x="89249" y="1041749"/>
                  </a:lnTo>
                  <a:lnTo>
                    <a:pt x="119063" y="1041749"/>
                  </a:lnTo>
                  <a:lnTo>
                    <a:pt x="119063" y="1101281"/>
                  </a:lnTo>
                  <a:lnTo>
                    <a:pt x="148780" y="1101281"/>
                  </a:lnTo>
                  <a:lnTo>
                    <a:pt x="148780" y="1130998"/>
                  </a:lnTo>
                  <a:lnTo>
                    <a:pt x="178594" y="1130998"/>
                  </a:lnTo>
                  <a:lnTo>
                    <a:pt x="178594" y="1160812"/>
                  </a:lnTo>
                  <a:lnTo>
                    <a:pt x="208312" y="1160812"/>
                  </a:lnTo>
                  <a:lnTo>
                    <a:pt x="208312" y="1190625"/>
                  </a:lnTo>
                  <a:lnTo>
                    <a:pt x="238125" y="1190625"/>
                  </a:lnTo>
                  <a:lnTo>
                    <a:pt x="238125" y="1220343"/>
                  </a:lnTo>
                  <a:lnTo>
                    <a:pt x="267843" y="1220343"/>
                  </a:lnTo>
                  <a:lnTo>
                    <a:pt x="267843" y="1250061"/>
                  </a:lnTo>
                  <a:lnTo>
                    <a:pt x="297656" y="1250061"/>
                  </a:lnTo>
                  <a:lnTo>
                    <a:pt x="297656" y="1279874"/>
                  </a:lnTo>
                  <a:lnTo>
                    <a:pt x="357188" y="1279874"/>
                  </a:lnTo>
                  <a:lnTo>
                    <a:pt x="357188" y="1309688"/>
                  </a:lnTo>
                  <a:lnTo>
                    <a:pt x="416719" y="1309688"/>
                  </a:lnTo>
                  <a:lnTo>
                    <a:pt x="416719" y="1339406"/>
                  </a:lnTo>
                  <a:lnTo>
                    <a:pt x="476250" y="1339406"/>
                  </a:lnTo>
                  <a:lnTo>
                    <a:pt x="476250" y="1309688"/>
                  </a:lnTo>
                  <a:lnTo>
                    <a:pt x="535781" y="1309688"/>
                  </a:lnTo>
                  <a:lnTo>
                    <a:pt x="535781" y="1279874"/>
                  </a:lnTo>
                  <a:lnTo>
                    <a:pt x="595313" y="1279874"/>
                  </a:lnTo>
                  <a:lnTo>
                    <a:pt x="595313" y="1250061"/>
                  </a:lnTo>
                  <a:lnTo>
                    <a:pt x="625030" y="1250061"/>
                  </a:lnTo>
                  <a:lnTo>
                    <a:pt x="625030" y="1220343"/>
                  </a:lnTo>
                  <a:lnTo>
                    <a:pt x="654844" y="1220343"/>
                  </a:lnTo>
                  <a:lnTo>
                    <a:pt x="654844" y="1190625"/>
                  </a:lnTo>
                  <a:lnTo>
                    <a:pt x="684562" y="1190625"/>
                  </a:lnTo>
                  <a:lnTo>
                    <a:pt x="684562" y="1160812"/>
                  </a:lnTo>
                  <a:lnTo>
                    <a:pt x="714375" y="1160812"/>
                  </a:lnTo>
                  <a:lnTo>
                    <a:pt x="714375" y="1130998"/>
                  </a:lnTo>
                  <a:lnTo>
                    <a:pt x="744093" y="1130998"/>
                  </a:lnTo>
                  <a:lnTo>
                    <a:pt x="744093" y="1101281"/>
                  </a:lnTo>
                  <a:lnTo>
                    <a:pt x="773906" y="1101281"/>
                  </a:lnTo>
                  <a:lnTo>
                    <a:pt x="773906" y="1041749"/>
                  </a:lnTo>
                  <a:lnTo>
                    <a:pt x="803624" y="1041749"/>
                  </a:lnTo>
                  <a:lnTo>
                    <a:pt x="803624" y="982218"/>
                  </a:lnTo>
                  <a:lnTo>
                    <a:pt x="833438" y="982218"/>
                  </a:lnTo>
                  <a:lnTo>
                    <a:pt x="833438" y="922687"/>
                  </a:lnTo>
                  <a:lnTo>
                    <a:pt x="863155" y="922687"/>
                  </a:lnTo>
                  <a:lnTo>
                    <a:pt x="863155" y="833438"/>
                  </a:lnTo>
                  <a:lnTo>
                    <a:pt x="892969" y="833438"/>
                  </a:lnTo>
                  <a:lnTo>
                    <a:pt x="892969" y="714375"/>
                  </a:lnTo>
                  <a:lnTo>
                    <a:pt x="863155" y="714375"/>
                  </a:lnTo>
                  <a:lnTo>
                    <a:pt x="863155" y="654748"/>
                  </a:lnTo>
                  <a:close/>
                </a:path>
              </a:pathLst>
            </a:custGeom>
            <a:noFill/>
            <a:ln cap="flat" cmpd="sng" w="59525">
              <a:solidFill>
                <a:srgbClr val="F1C23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45" name="Google Shape;1845;p31"/>
            <p:cNvGrpSpPr/>
            <p:nvPr/>
          </p:nvGrpSpPr>
          <p:grpSpPr>
            <a:xfrm>
              <a:off x="6421659" y="3904107"/>
              <a:ext cx="892873" cy="1339405"/>
              <a:chOff x="6421659" y="3904107"/>
              <a:chExt cx="892873" cy="1339405"/>
            </a:xfrm>
          </p:grpSpPr>
          <p:sp>
            <p:nvSpPr>
              <p:cNvPr id="1846" name="Google Shape;1846;p31"/>
              <p:cNvSpPr/>
              <p:nvPr/>
            </p:nvSpPr>
            <p:spPr>
              <a:xfrm>
                <a:off x="6838378" y="5213794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7" name="Google Shape;1847;p31"/>
              <p:cNvSpPr/>
              <p:nvPr/>
            </p:nvSpPr>
            <p:spPr>
              <a:xfrm>
                <a:off x="6897909" y="5183981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8" name="Google Shape;1848;p31"/>
              <p:cNvSpPr/>
              <p:nvPr/>
            </p:nvSpPr>
            <p:spPr>
              <a:xfrm>
                <a:off x="6957440" y="5154168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9" name="Google Shape;1849;p31"/>
              <p:cNvSpPr/>
              <p:nvPr/>
            </p:nvSpPr>
            <p:spPr>
              <a:xfrm>
                <a:off x="7016971" y="5124450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0" name="Google Shape;1850;p31"/>
              <p:cNvSpPr/>
              <p:nvPr/>
            </p:nvSpPr>
            <p:spPr>
              <a:xfrm>
                <a:off x="7046689" y="5094732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1" name="Google Shape;1851;p31"/>
              <p:cNvSpPr/>
              <p:nvPr/>
            </p:nvSpPr>
            <p:spPr>
              <a:xfrm>
                <a:off x="7076503" y="5064918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2" name="Google Shape;1852;p31"/>
              <p:cNvSpPr/>
              <p:nvPr/>
            </p:nvSpPr>
            <p:spPr>
              <a:xfrm>
                <a:off x="7106221" y="5035105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3" name="Google Shape;1853;p31"/>
              <p:cNvSpPr/>
              <p:nvPr/>
            </p:nvSpPr>
            <p:spPr>
              <a:xfrm>
                <a:off x="7136034" y="5005387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4" name="Google Shape;1854;p31"/>
              <p:cNvSpPr/>
              <p:nvPr/>
            </p:nvSpPr>
            <p:spPr>
              <a:xfrm>
                <a:off x="7165752" y="4945856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5" name="Google Shape;1855;p31"/>
              <p:cNvSpPr/>
              <p:nvPr/>
            </p:nvSpPr>
            <p:spPr>
              <a:xfrm>
                <a:off x="7195565" y="4886325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6" name="Google Shape;1856;p31"/>
              <p:cNvSpPr/>
              <p:nvPr/>
            </p:nvSpPr>
            <p:spPr>
              <a:xfrm>
                <a:off x="7225283" y="4826793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7" name="Google Shape;1857;p31"/>
              <p:cNvSpPr/>
              <p:nvPr/>
            </p:nvSpPr>
            <p:spPr>
              <a:xfrm>
                <a:off x="7255096" y="4737544"/>
                <a:ext cx="29718" cy="89344"/>
              </a:xfrm>
              <a:custGeom>
                <a:rect b="b" l="l" r="r" t="t"/>
                <a:pathLst>
                  <a:path extrusionOk="0" h="89344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89345"/>
                    </a:lnTo>
                    <a:lnTo>
                      <a:pt x="0" y="89345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8" name="Google Shape;1858;p31"/>
              <p:cNvSpPr/>
              <p:nvPr/>
            </p:nvSpPr>
            <p:spPr>
              <a:xfrm>
                <a:off x="7255096" y="4558855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9" name="Google Shape;1859;p31"/>
              <p:cNvSpPr/>
              <p:nvPr/>
            </p:nvSpPr>
            <p:spPr>
              <a:xfrm>
                <a:off x="7225283" y="4499419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0" name="Google Shape;1860;p31"/>
              <p:cNvSpPr/>
              <p:nvPr/>
            </p:nvSpPr>
            <p:spPr>
              <a:xfrm>
                <a:off x="7195565" y="4469606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1" name="Google Shape;1861;p31"/>
              <p:cNvSpPr/>
              <p:nvPr/>
            </p:nvSpPr>
            <p:spPr>
              <a:xfrm>
                <a:off x="6927627" y="4469606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2" name="Google Shape;1862;p31"/>
              <p:cNvSpPr/>
              <p:nvPr/>
            </p:nvSpPr>
            <p:spPr>
              <a:xfrm>
                <a:off x="7136034" y="4439793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3" name="Google Shape;1863;p31"/>
              <p:cNvSpPr/>
              <p:nvPr/>
            </p:nvSpPr>
            <p:spPr>
              <a:xfrm>
                <a:off x="6957440" y="4439793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4" name="Google Shape;1864;p31"/>
              <p:cNvSpPr/>
              <p:nvPr/>
            </p:nvSpPr>
            <p:spPr>
              <a:xfrm>
                <a:off x="6897909" y="4499419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5" name="Google Shape;1865;p31"/>
              <p:cNvSpPr/>
              <p:nvPr/>
            </p:nvSpPr>
            <p:spPr>
              <a:xfrm>
                <a:off x="7016971" y="4410075"/>
                <a:ext cx="119062" cy="29718"/>
              </a:xfrm>
              <a:custGeom>
                <a:rect b="b" l="l" r="r" t="t"/>
                <a:pathLst>
                  <a:path extrusionOk="0" h="29718" w="119062">
                    <a:moveTo>
                      <a:pt x="0" y="0"/>
                    </a:moveTo>
                    <a:lnTo>
                      <a:pt x="119063" y="0"/>
                    </a:lnTo>
                    <a:lnTo>
                      <a:pt x="119063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6" name="Google Shape;1866;p31"/>
              <p:cNvSpPr/>
              <p:nvPr/>
            </p:nvSpPr>
            <p:spPr>
              <a:xfrm>
                <a:off x="7284814" y="4618482"/>
                <a:ext cx="29718" cy="119062"/>
              </a:xfrm>
              <a:custGeom>
                <a:rect b="b" l="l" r="r" t="t"/>
                <a:pathLst>
                  <a:path extrusionOk="0" h="119062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119063"/>
                    </a:lnTo>
                    <a:lnTo>
                      <a:pt x="0" y="119063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7" name="Google Shape;1867;p31"/>
              <p:cNvSpPr/>
              <p:nvPr/>
            </p:nvSpPr>
            <p:spPr>
              <a:xfrm>
                <a:off x="6778846" y="5183981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8" name="Google Shape;1868;p31"/>
              <p:cNvSpPr/>
              <p:nvPr/>
            </p:nvSpPr>
            <p:spPr>
              <a:xfrm>
                <a:off x="6719315" y="5154168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9" name="Google Shape;1869;p31"/>
              <p:cNvSpPr/>
              <p:nvPr/>
            </p:nvSpPr>
            <p:spPr>
              <a:xfrm>
                <a:off x="6689502" y="5124450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0" name="Google Shape;1870;p31"/>
              <p:cNvSpPr/>
              <p:nvPr/>
            </p:nvSpPr>
            <p:spPr>
              <a:xfrm>
                <a:off x="6659784" y="5094732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1" name="Google Shape;1871;p31"/>
              <p:cNvSpPr/>
              <p:nvPr/>
            </p:nvSpPr>
            <p:spPr>
              <a:xfrm>
                <a:off x="6629971" y="5064918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2" name="Google Shape;1872;p31"/>
              <p:cNvSpPr/>
              <p:nvPr/>
            </p:nvSpPr>
            <p:spPr>
              <a:xfrm>
                <a:off x="6600253" y="5035105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3" name="Google Shape;1873;p31"/>
              <p:cNvSpPr/>
              <p:nvPr/>
            </p:nvSpPr>
            <p:spPr>
              <a:xfrm>
                <a:off x="6570439" y="5005387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4" name="Google Shape;1874;p31"/>
              <p:cNvSpPr/>
              <p:nvPr/>
            </p:nvSpPr>
            <p:spPr>
              <a:xfrm>
                <a:off x="6540721" y="4945856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5" name="Google Shape;1875;p31"/>
              <p:cNvSpPr/>
              <p:nvPr/>
            </p:nvSpPr>
            <p:spPr>
              <a:xfrm>
                <a:off x="6510908" y="4886325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6" name="Google Shape;1876;p31"/>
              <p:cNvSpPr/>
              <p:nvPr/>
            </p:nvSpPr>
            <p:spPr>
              <a:xfrm>
                <a:off x="6481190" y="4826793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7" name="Google Shape;1877;p31"/>
              <p:cNvSpPr/>
              <p:nvPr/>
            </p:nvSpPr>
            <p:spPr>
              <a:xfrm>
                <a:off x="6451377" y="4737544"/>
                <a:ext cx="29718" cy="89344"/>
              </a:xfrm>
              <a:custGeom>
                <a:rect b="b" l="l" r="r" t="t"/>
                <a:pathLst>
                  <a:path extrusionOk="0" h="89344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89345"/>
                    </a:lnTo>
                    <a:lnTo>
                      <a:pt x="0" y="89345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8" name="Google Shape;1878;p31"/>
              <p:cNvSpPr/>
              <p:nvPr/>
            </p:nvSpPr>
            <p:spPr>
              <a:xfrm>
                <a:off x="6451377" y="4558855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9" name="Google Shape;1879;p31"/>
              <p:cNvSpPr/>
              <p:nvPr/>
            </p:nvSpPr>
            <p:spPr>
              <a:xfrm>
                <a:off x="6481190" y="4499419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0" name="Google Shape;1880;p31"/>
              <p:cNvSpPr/>
              <p:nvPr/>
            </p:nvSpPr>
            <p:spPr>
              <a:xfrm>
                <a:off x="6510908" y="4588668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1" name="Google Shape;1881;p31"/>
              <p:cNvSpPr/>
              <p:nvPr/>
            </p:nvSpPr>
            <p:spPr>
              <a:xfrm>
                <a:off x="6510908" y="4707731"/>
                <a:ext cx="29718" cy="89344"/>
              </a:xfrm>
              <a:custGeom>
                <a:rect b="b" l="l" r="r" t="t"/>
                <a:pathLst>
                  <a:path extrusionOk="0" h="89344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89345"/>
                    </a:lnTo>
                    <a:lnTo>
                      <a:pt x="0" y="89345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2" name="Google Shape;1882;p31"/>
              <p:cNvSpPr/>
              <p:nvPr/>
            </p:nvSpPr>
            <p:spPr>
              <a:xfrm>
                <a:off x="6540721" y="4796980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3" name="Google Shape;1883;p31"/>
              <p:cNvSpPr/>
              <p:nvPr/>
            </p:nvSpPr>
            <p:spPr>
              <a:xfrm>
                <a:off x="6570439" y="4856607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4" name="Google Shape;1884;p31"/>
              <p:cNvSpPr/>
              <p:nvPr/>
            </p:nvSpPr>
            <p:spPr>
              <a:xfrm>
                <a:off x="6600253" y="4916043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5" name="Google Shape;1885;p31"/>
              <p:cNvSpPr/>
              <p:nvPr/>
            </p:nvSpPr>
            <p:spPr>
              <a:xfrm>
                <a:off x="6629971" y="4975669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6" name="Google Shape;1886;p31"/>
              <p:cNvSpPr/>
              <p:nvPr/>
            </p:nvSpPr>
            <p:spPr>
              <a:xfrm>
                <a:off x="6659784" y="5005387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7" name="Google Shape;1887;p31"/>
              <p:cNvSpPr/>
              <p:nvPr/>
            </p:nvSpPr>
            <p:spPr>
              <a:xfrm>
                <a:off x="6689502" y="5035105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8" name="Google Shape;1888;p31"/>
              <p:cNvSpPr/>
              <p:nvPr/>
            </p:nvSpPr>
            <p:spPr>
              <a:xfrm>
                <a:off x="6719315" y="5064918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9" name="Google Shape;1889;p31"/>
              <p:cNvSpPr/>
              <p:nvPr/>
            </p:nvSpPr>
            <p:spPr>
              <a:xfrm>
                <a:off x="6987158" y="5064918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0" name="Google Shape;1890;p31"/>
              <p:cNvSpPr/>
              <p:nvPr/>
            </p:nvSpPr>
            <p:spPr>
              <a:xfrm>
                <a:off x="7016971" y="5035105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1" name="Google Shape;1891;p31"/>
              <p:cNvSpPr/>
              <p:nvPr/>
            </p:nvSpPr>
            <p:spPr>
              <a:xfrm>
                <a:off x="7046689" y="5005387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2" name="Google Shape;1892;p31"/>
              <p:cNvSpPr/>
              <p:nvPr/>
            </p:nvSpPr>
            <p:spPr>
              <a:xfrm>
                <a:off x="7076503" y="4975669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3" name="Google Shape;1893;p31"/>
              <p:cNvSpPr/>
              <p:nvPr/>
            </p:nvSpPr>
            <p:spPr>
              <a:xfrm>
                <a:off x="7106221" y="4916043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4" name="Google Shape;1894;p31"/>
              <p:cNvSpPr/>
              <p:nvPr/>
            </p:nvSpPr>
            <p:spPr>
              <a:xfrm>
                <a:off x="7136034" y="4856607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5" name="Google Shape;1895;p31"/>
              <p:cNvSpPr/>
              <p:nvPr/>
            </p:nvSpPr>
            <p:spPr>
              <a:xfrm>
                <a:off x="7165752" y="4796980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6" name="Google Shape;1896;p31"/>
              <p:cNvSpPr/>
              <p:nvPr/>
            </p:nvSpPr>
            <p:spPr>
              <a:xfrm>
                <a:off x="7225283" y="4648200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7" name="Google Shape;1897;p31"/>
              <p:cNvSpPr/>
              <p:nvPr/>
            </p:nvSpPr>
            <p:spPr>
              <a:xfrm>
                <a:off x="7195565" y="4588668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8" name="Google Shape;1898;p31"/>
              <p:cNvSpPr/>
              <p:nvPr/>
            </p:nvSpPr>
            <p:spPr>
              <a:xfrm>
                <a:off x="7165752" y="4529137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9" name="Google Shape;1899;p31"/>
              <p:cNvSpPr/>
              <p:nvPr/>
            </p:nvSpPr>
            <p:spPr>
              <a:xfrm>
                <a:off x="7106221" y="4499419"/>
                <a:ext cx="59531" cy="30099"/>
              </a:xfrm>
              <a:custGeom>
                <a:rect b="b" l="l" r="r" t="t"/>
                <a:pathLst>
                  <a:path extrusionOk="0" h="30099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30099"/>
                    </a:lnTo>
                    <a:lnTo>
                      <a:pt x="0" y="30099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0" name="Google Shape;1900;p31"/>
              <p:cNvSpPr/>
              <p:nvPr/>
            </p:nvSpPr>
            <p:spPr>
              <a:xfrm>
                <a:off x="7046689" y="4469606"/>
                <a:ext cx="59531" cy="30099"/>
              </a:xfrm>
              <a:custGeom>
                <a:rect b="b" l="l" r="r" t="t"/>
                <a:pathLst>
                  <a:path extrusionOk="0" h="30099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30099"/>
                    </a:lnTo>
                    <a:lnTo>
                      <a:pt x="0" y="30099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1" name="Google Shape;1901;p31"/>
              <p:cNvSpPr/>
              <p:nvPr/>
            </p:nvSpPr>
            <p:spPr>
              <a:xfrm>
                <a:off x="6987158" y="4499419"/>
                <a:ext cx="59531" cy="30099"/>
              </a:xfrm>
              <a:custGeom>
                <a:rect b="b" l="l" r="r" t="t"/>
                <a:pathLst>
                  <a:path extrusionOk="0" h="30099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30099"/>
                    </a:lnTo>
                    <a:lnTo>
                      <a:pt x="0" y="30099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2" name="Google Shape;1902;p31"/>
              <p:cNvSpPr/>
              <p:nvPr/>
            </p:nvSpPr>
            <p:spPr>
              <a:xfrm>
                <a:off x="6957440" y="4529137"/>
                <a:ext cx="29718" cy="30099"/>
              </a:xfrm>
              <a:custGeom>
                <a:rect b="b" l="l" r="r" t="t"/>
                <a:pathLst>
                  <a:path extrusionOk="0" h="30099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30099"/>
                    </a:lnTo>
                    <a:lnTo>
                      <a:pt x="0" y="30099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3" name="Google Shape;1903;p31"/>
              <p:cNvSpPr/>
              <p:nvPr/>
            </p:nvSpPr>
            <p:spPr>
              <a:xfrm>
                <a:off x="7195565" y="4707731"/>
                <a:ext cx="29718" cy="89344"/>
              </a:xfrm>
              <a:custGeom>
                <a:rect b="b" l="l" r="r" t="t"/>
                <a:pathLst>
                  <a:path extrusionOk="0" h="89344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89345"/>
                    </a:lnTo>
                    <a:lnTo>
                      <a:pt x="0" y="89345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4" name="Google Shape;1904;p31"/>
              <p:cNvSpPr/>
              <p:nvPr/>
            </p:nvSpPr>
            <p:spPr>
              <a:xfrm>
                <a:off x="6749033" y="5094732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5" name="Google Shape;1905;p31"/>
              <p:cNvSpPr/>
              <p:nvPr/>
            </p:nvSpPr>
            <p:spPr>
              <a:xfrm>
                <a:off x="6927627" y="5094732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6" name="Google Shape;1906;p31"/>
              <p:cNvSpPr/>
              <p:nvPr/>
            </p:nvSpPr>
            <p:spPr>
              <a:xfrm>
                <a:off x="6808564" y="5124450"/>
                <a:ext cx="119062" cy="29718"/>
              </a:xfrm>
              <a:custGeom>
                <a:rect b="b" l="l" r="r" t="t"/>
                <a:pathLst>
                  <a:path extrusionOk="0" h="29718" w="119062">
                    <a:moveTo>
                      <a:pt x="0" y="0"/>
                    </a:moveTo>
                    <a:lnTo>
                      <a:pt x="119062" y="0"/>
                    </a:lnTo>
                    <a:lnTo>
                      <a:pt x="119062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7" name="Google Shape;1907;p31"/>
              <p:cNvSpPr/>
              <p:nvPr/>
            </p:nvSpPr>
            <p:spPr>
              <a:xfrm>
                <a:off x="6778846" y="4856607"/>
                <a:ext cx="178593" cy="29718"/>
              </a:xfrm>
              <a:custGeom>
                <a:rect b="b" l="l" r="r" t="t"/>
                <a:pathLst>
                  <a:path extrusionOk="0" h="29718" w="178593">
                    <a:moveTo>
                      <a:pt x="0" y="0"/>
                    </a:moveTo>
                    <a:lnTo>
                      <a:pt x="178594" y="0"/>
                    </a:lnTo>
                    <a:lnTo>
                      <a:pt x="178594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8" name="Google Shape;1908;p31"/>
              <p:cNvSpPr/>
              <p:nvPr/>
            </p:nvSpPr>
            <p:spPr>
              <a:xfrm>
                <a:off x="6957440" y="4826793"/>
                <a:ext cx="89344" cy="29718"/>
              </a:xfrm>
              <a:custGeom>
                <a:rect b="b" l="l" r="r" t="t"/>
                <a:pathLst>
                  <a:path extrusionOk="0" h="29718" w="89344">
                    <a:moveTo>
                      <a:pt x="0" y="0"/>
                    </a:moveTo>
                    <a:lnTo>
                      <a:pt x="89345" y="0"/>
                    </a:lnTo>
                    <a:lnTo>
                      <a:pt x="89345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9" name="Google Shape;1909;p31"/>
              <p:cNvSpPr/>
              <p:nvPr/>
            </p:nvSpPr>
            <p:spPr>
              <a:xfrm>
                <a:off x="6689502" y="4826793"/>
                <a:ext cx="89344" cy="29718"/>
              </a:xfrm>
              <a:custGeom>
                <a:rect b="b" l="l" r="r" t="t"/>
                <a:pathLst>
                  <a:path extrusionOk="0" h="29718" w="89344">
                    <a:moveTo>
                      <a:pt x="0" y="0"/>
                    </a:moveTo>
                    <a:lnTo>
                      <a:pt x="89345" y="0"/>
                    </a:lnTo>
                    <a:lnTo>
                      <a:pt x="89345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0" name="Google Shape;1910;p31"/>
              <p:cNvSpPr/>
              <p:nvPr/>
            </p:nvSpPr>
            <p:spPr>
              <a:xfrm>
                <a:off x="7046689" y="4796980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1" name="Google Shape;1911;p31"/>
              <p:cNvSpPr/>
              <p:nvPr/>
            </p:nvSpPr>
            <p:spPr>
              <a:xfrm>
                <a:off x="6629971" y="4796980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2" name="Google Shape;1912;p31"/>
              <p:cNvSpPr/>
              <p:nvPr/>
            </p:nvSpPr>
            <p:spPr>
              <a:xfrm>
                <a:off x="6629971" y="4737544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3" name="Google Shape;1913;p31"/>
              <p:cNvSpPr/>
              <p:nvPr/>
            </p:nvSpPr>
            <p:spPr>
              <a:xfrm>
                <a:off x="6689502" y="4707731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4" name="Google Shape;1914;p31"/>
              <p:cNvSpPr/>
              <p:nvPr/>
            </p:nvSpPr>
            <p:spPr>
              <a:xfrm>
                <a:off x="7046689" y="4737544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5" name="Google Shape;1915;p31"/>
              <p:cNvSpPr/>
              <p:nvPr/>
            </p:nvSpPr>
            <p:spPr>
              <a:xfrm>
                <a:off x="6987158" y="4707731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6" name="Google Shape;1916;p31"/>
              <p:cNvSpPr/>
              <p:nvPr/>
            </p:nvSpPr>
            <p:spPr>
              <a:xfrm>
                <a:off x="6749033" y="4677918"/>
                <a:ext cx="238125" cy="29718"/>
              </a:xfrm>
              <a:custGeom>
                <a:rect b="b" l="l" r="r" t="t"/>
                <a:pathLst>
                  <a:path extrusionOk="0" h="29718" w="238125">
                    <a:moveTo>
                      <a:pt x="0" y="0"/>
                    </a:moveTo>
                    <a:lnTo>
                      <a:pt x="238125" y="0"/>
                    </a:lnTo>
                    <a:lnTo>
                      <a:pt x="238125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7" name="Google Shape;1917;p31"/>
              <p:cNvSpPr/>
              <p:nvPr/>
            </p:nvSpPr>
            <p:spPr>
              <a:xfrm>
                <a:off x="7106221" y="4767262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8" name="Google Shape;1918;p31"/>
              <p:cNvSpPr/>
              <p:nvPr/>
            </p:nvSpPr>
            <p:spPr>
              <a:xfrm>
                <a:off x="6600253" y="4767262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9" name="Google Shape;1919;p31"/>
              <p:cNvSpPr/>
              <p:nvPr/>
            </p:nvSpPr>
            <p:spPr>
              <a:xfrm>
                <a:off x="6838378" y="5183981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0" name="Google Shape;1920;p31"/>
              <p:cNvSpPr/>
              <p:nvPr/>
            </p:nvSpPr>
            <p:spPr>
              <a:xfrm>
                <a:off x="6838378" y="5154168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1" name="Google Shape;1921;p31"/>
              <p:cNvSpPr/>
              <p:nvPr/>
            </p:nvSpPr>
            <p:spPr>
              <a:xfrm>
                <a:off x="6868096" y="4410075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2" name="Google Shape;1922;p31"/>
              <p:cNvSpPr/>
              <p:nvPr/>
            </p:nvSpPr>
            <p:spPr>
              <a:xfrm>
                <a:off x="7136034" y="4916043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3" name="Google Shape;1923;p31"/>
              <p:cNvSpPr/>
              <p:nvPr/>
            </p:nvSpPr>
            <p:spPr>
              <a:xfrm>
                <a:off x="7106220" y="4945856"/>
                <a:ext cx="59531" cy="89249"/>
              </a:xfrm>
              <a:custGeom>
                <a:rect b="b" l="l" r="r" t="t"/>
                <a:pathLst>
                  <a:path extrusionOk="0" h="89249" w="59531">
                    <a:moveTo>
                      <a:pt x="59531" y="0"/>
                    </a:moveTo>
                    <a:lnTo>
                      <a:pt x="59531" y="59531"/>
                    </a:lnTo>
                    <a:lnTo>
                      <a:pt x="29813" y="59531"/>
                    </a:lnTo>
                    <a:lnTo>
                      <a:pt x="29813" y="89249"/>
                    </a:lnTo>
                    <a:lnTo>
                      <a:pt x="0" y="89249"/>
                    </a:lnTo>
                    <a:lnTo>
                      <a:pt x="0" y="29813"/>
                    </a:lnTo>
                    <a:lnTo>
                      <a:pt x="29813" y="29813"/>
                    </a:lnTo>
                    <a:lnTo>
                      <a:pt x="29813" y="0"/>
                    </a:lnTo>
                    <a:lnTo>
                      <a:pt x="59531" y="0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4" name="Google Shape;1924;p31"/>
              <p:cNvSpPr/>
              <p:nvPr/>
            </p:nvSpPr>
            <p:spPr>
              <a:xfrm>
                <a:off x="7076503" y="5005387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5" name="Google Shape;1925;p31"/>
              <p:cNvSpPr/>
              <p:nvPr/>
            </p:nvSpPr>
            <p:spPr>
              <a:xfrm>
                <a:off x="7046689" y="5035105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6" name="Google Shape;1926;p31"/>
              <p:cNvSpPr/>
              <p:nvPr/>
            </p:nvSpPr>
            <p:spPr>
              <a:xfrm>
                <a:off x="7046689" y="5064918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7" name="Google Shape;1927;p31"/>
              <p:cNvSpPr/>
              <p:nvPr/>
            </p:nvSpPr>
            <p:spPr>
              <a:xfrm>
                <a:off x="6897909" y="5124450"/>
                <a:ext cx="119062" cy="59531"/>
              </a:xfrm>
              <a:custGeom>
                <a:rect b="b" l="l" r="r" t="t"/>
                <a:pathLst>
                  <a:path extrusionOk="0" h="59531" w="119062">
                    <a:moveTo>
                      <a:pt x="119063" y="0"/>
                    </a:moveTo>
                    <a:lnTo>
                      <a:pt x="119063" y="29718"/>
                    </a:lnTo>
                    <a:lnTo>
                      <a:pt x="59531" y="29718"/>
                    </a:lnTo>
                    <a:lnTo>
                      <a:pt x="59531" y="59531"/>
                    </a:lnTo>
                    <a:lnTo>
                      <a:pt x="0" y="59531"/>
                    </a:lnTo>
                    <a:lnTo>
                      <a:pt x="0" y="29718"/>
                    </a:lnTo>
                    <a:lnTo>
                      <a:pt x="29718" y="29718"/>
                    </a:lnTo>
                    <a:lnTo>
                      <a:pt x="29718" y="0"/>
                    </a:lnTo>
                    <a:lnTo>
                      <a:pt x="119063" y="0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8" name="Google Shape;1928;p31"/>
              <p:cNvSpPr/>
              <p:nvPr/>
            </p:nvSpPr>
            <p:spPr>
              <a:xfrm>
                <a:off x="7016971" y="5064918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9" name="Google Shape;1929;p31"/>
              <p:cNvSpPr/>
              <p:nvPr/>
            </p:nvSpPr>
            <p:spPr>
              <a:xfrm>
                <a:off x="6987158" y="5094732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0" name="Google Shape;1930;p31"/>
              <p:cNvSpPr/>
              <p:nvPr/>
            </p:nvSpPr>
            <p:spPr>
              <a:xfrm>
                <a:off x="6481190" y="4648200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1" name="Google Shape;1931;p31"/>
              <p:cNvSpPr/>
              <p:nvPr/>
            </p:nvSpPr>
            <p:spPr>
              <a:xfrm>
                <a:off x="6510908" y="4469606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2" name="Google Shape;1932;p31"/>
              <p:cNvSpPr/>
              <p:nvPr/>
            </p:nvSpPr>
            <p:spPr>
              <a:xfrm>
                <a:off x="6540721" y="4529137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3" name="Google Shape;1933;p31"/>
              <p:cNvSpPr/>
              <p:nvPr/>
            </p:nvSpPr>
            <p:spPr>
              <a:xfrm>
                <a:off x="6778846" y="4469606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4" name="Google Shape;1934;p31"/>
              <p:cNvSpPr/>
              <p:nvPr/>
            </p:nvSpPr>
            <p:spPr>
              <a:xfrm>
                <a:off x="6778846" y="4380357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5" name="Google Shape;1935;p31"/>
              <p:cNvSpPr/>
              <p:nvPr/>
            </p:nvSpPr>
            <p:spPr>
              <a:xfrm>
                <a:off x="6927627" y="4380357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6" name="Google Shape;1936;p31"/>
              <p:cNvSpPr/>
              <p:nvPr/>
            </p:nvSpPr>
            <p:spPr>
              <a:xfrm>
                <a:off x="6749033" y="4320730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7" name="Google Shape;1937;p31"/>
              <p:cNvSpPr/>
              <p:nvPr/>
            </p:nvSpPr>
            <p:spPr>
              <a:xfrm>
                <a:off x="6778846" y="4320730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8" name="Google Shape;1938;p31"/>
              <p:cNvSpPr/>
              <p:nvPr/>
            </p:nvSpPr>
            <p:spPr>
              <a:xfrm>
                <a:off x="6778846" y="4231481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9" name="Google Shape;1939;p31"/>
              <p:cNvSpPr/>
              <p:nvPr/>
            </p:nvSpPr>
            <p:spPr>
              <a:xfrm>
                <a:off x="6778846" y="3963543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0" name="Google Shape;1940;p31"/>
              <p:cNvSpPr/>
              <p:nvPr/>
            </p:nvSpPr>
            <p:spPr>
              <a:xfrm>
                <a:off x="6927627" y="3963543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1" name="Google Shape;1941;p31"/>
              <p:cNvSpPr/>
              <p:nvPr/>
            </p:nvSpPr>
            <p:spPr>
              <a:xfrm>
                <a:off x="6749033" y="4261294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2" name="Google Shape;1942;p31"/>
              <p:cNvSpPr/>
              <p:nvPr/>
            </p:nvSpPr>
            <p:spPr>
              <a:xfrm>
                <a:off x="6957440" y="4261294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3" name="Google Shape;1943;p31"/>
              <p:cNvSpPr/>
              <p:nvPr/>
            </p:nvSpPr>
            <p:spPr>
              <a:xfrm>
                <a:off x="6897909" y="4320730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4" name="Google Shape;1944;p31"/>
              <p:cNvSpPr/>
              <p:nvPr/>
            </p:nvSpPr>
            <p:spPr>
              <a:xfrm>
                <a:off x="6897909" y="4231481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5" name="Google Shape;1945;p31"/>
              <p:cNvSpPr/>
              <p:nvPr/>
            </p:nvSpPr>
            <p:spPr>
              <a:xfrm>
                <a:off x="6838378" y="4350543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6" name="Google Shape;1946;p31"/>
              <p:cNvSpPr/>
              <p:nvPr/>
            </p:nvSpPr>
            <p:spPr>
              <a:xfrm>
                <a:off x="6778846" y="4261294"/>
                <a:ext cx="178593" cy="89249"/>
              </a:xfrm>
              <a:custGeom>
                <a:rect b="b" l="l" r="r" t="t"/>
                <a:pathLst>
                  <a:path extrusionOk="0" h="89249" w="178593">
                    <a:moveTo>
                      <a:pt x="178594" y="0"/>
                    </a:moveTo>
                    <a:lnTo>
                      <a:pt x="178594" y="59436"/>
                    </a:lnTo>
                    <a:lnTo>
                      <a:pt x="119063" y="59436"/>
                    </a:lnTo>
                    <a:lnTo>
                      <a:pt x="119063" y="89249"/>
                    </a:lnTo>
                    <a:lnTo>
                      <a:pt x="59531" y="89249"/>
                    </a:lnTo>
                    <a:lnTo>
                      <a:pt x="59531" y="59436"/>
                    </a:lnTo>
                    <a:lnTo>
                      <a:pt x="0" y="59436"/>
                    </a:lnTo>
                    <a:lnTo>
                      <a:pt x="0" y="0"/>
                    </a:lnTo>
                    <a:lnTo>
                      <a:pt x="59531" y="0"/>
                    </a:lnTo>
                    <a:lnTo>
                      <a:pt x="59531" y="29718"/>
                    </a:lnTo>
                    <a:lnTo>
                      <a:pt x="119063" y="29718"/>
                    </a:lnTo>
                    <a:lnTo>
                      <a:pt x="119063" y="0"/>
                    </a:lnTo>
                    <a:lnTo>
                      <a:pt x="178594" y="0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7" name="Google Shape;1947;p31"/>
              <p:cNvSpPr/>
              <p:nvPr/>
            </p:nvSpPr>
            <p:spPr>
              <a:xfrm>
                <a:off x="6838378" y="4261294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8" name="Google Shape;1948;p31"/>
              <p:cNvSpPr/>
              <p:nvPr/>
            </p:nvSpPr>
            <p:spPr>
              <a:xfrm>
                <a:off x="6808564" y="3993356"/>
                <a:ext cx="119062" cy="29718"/>
              </a:xfrm>
              <a:custGeom>
                <a:rect b="b" l="l" r="r" t="t"/>
                <a:pathLst>
                  <a:path extrusionOk="0" h="29718" w="119062">
                    <a:moveTo>
                      <a:pt x="0" y="0"/>
                    </a:moveTo>
                    <a:lnTo>
                      <a:pt x="119062" y="0"/>
                    </a:lnTo>
                    <a:lnTo>
                      <a:pt x="119062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9" name="Google Shape;1949;p31"/>
              <p:cNvSpPr/>
              <p:nvPr/>
            </p:nvSpPr>
            <p:spPr>
              <a:xfrm>
                <a:off x="6778846" y="3904107"/>
                <a:ext cx="178593" cy="29718"/>
              </a:xfrm>
              <a:custGeom>
                <a:rect b="b" l="l" r="r" t="t"/>
                <a:pathLst>
                  <a:path extrusionOk="0" h="29718" w="178593">
                    <a:moveTo>
                      <a:pt x="0" y="0"/>
                    </a:moveTo>
                    <a:lnTo>
                      <a:pt x="178594" y="0"/>
                    </a:lnTo>
                    <a:lnTo>
                      <a:pt x="178594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0" name="Google Shape;1950;p31"/>
              <p:cNvSpPr/>
              <p:nvPr/>
            </p:nvSpPr>
            <p:spPr>
              <a:xfrm>
                <a:off x="6957440" y="4320730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1" name="Google Shape;1951;p31"/>
              <p:cNvSpPr/>
              <p:nvPr/>
            </p:nvSpPr>
            <p:spPr>
              <a:xfrm>
                <a:off x="6540721" y="4439793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2" name="Google Shape;1952;p31"/>
              <p:cNvSpPr/>
              <p:nvPr/>
            </p:nvSpPr>
            <p:spPr>
              <a:xfrm>
                <a:off x="6570439" y="4499419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3" name="Google Shape;1953;p31"/>
              <p:cNvSpPr/>
              <p:nvPr/>
            </p:nvSpPr>
            <p:spPr>
              <a:xfrm>
                <a:off x="6719315" y="4439793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4" name="Google Shape;1954;p31"/>
              <p:cNvSpPr/>
              <p:nvPr/>
            </p:nvSpPr>
            <p:spPr>
              <a:xfrm>
                <a:off x="6808564" y="4499419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5" name="Google Shape;1955;p31"/>
              <p:cNvSpPr/>
              <p:nvPr/>
            </p:nvSpPr>
            <p:spPr>
              <a:xfrm>
                <a:off x="6600253" y="4410075"/>
                <a:ext cx="119062" cy="29718"/>
              </a:xfrm>
              <a:custGeom>
                <a:rect b="b" l="l" r="r" t="t"/>
                <a:pathLst>
                  <a:path extrusionOk="0" h="29718" w="119062">
                    <a:moveTo>
                      <a:pt x="0" y="0"/>
                    </a:moveTo>
                    <a:lnTo>
                      <a:pt x="119063" y="0"/>
                    </a:lnTo>
                    <a:lnTo>
                      <a:pt x="119063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6" name="Google Shape;1956;p31"/>
              <p:cNvSpPr/>
              <p:nvPr/>
            </p:nvSpPr>
            <p:spPr>
              <a:xfrm>
                <a:off x="6629971" y="4469606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7" name="Google Shape;1957;p31"/>
              <p:cNvSpPr/>
              <p:nvPr/>
            </p:nvSpPr>
            <p:spPr>
              <a:xfrm>
                <a:off x="6689502" y="4499419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8" name="Google Shape;1958;p31"/>
              <p:cNvSpPr/>
              <p:nvPr/>
            </p:nvSpPr>
            <p:spPr>
              <a:xfrm>
                <a:off x="6749033" y="4529137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9" name="Google Shape;1959;p31"/>
              <p:cNvSpPr/>
              <p:nvPr/>
            </p:nvSpPr>
            <p:spPr>
              <a:xfrm>
                <a:off x="6421659" y="4618482"/>
                <a:ext cx="29718" cy="119062"/>
              </a:xfrm>
              <a:custGeom>
                <a:rect b="b" l="l" r="r" t="t"/>
                <a:pathLst>
                  <a:path extrusionOk="0" h="119062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119063"/>
                    </a:lnTo>
                    <a:lnTo>
                      <a:pt x="0" y="119063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0" name="Google Shape;1960;p31"/>
              <p:cNvSpPr/>
              <p:nvPr/>
            </p:nvSpPr>
            <p:spPr>
              <a:xfrm>
                <a:off x="6778846" y="4171950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1" name="Google Shape;1961;p31"/>
              <p:cNvSpPr/>
              <p:nvPr/>
            </p:nvSpPr>
            <p:spPr>
              <a:xfrm>
                <a:off x="6808564" y="4112418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2" name="Google Shape;1962;p31"/>
              <p:cNvSpPr/>
              <p:nvPr/>
            </p:nvSpPr>
            <p:spPr>
              <a:xfrm>
                <a:off x="6927627" y="4171950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3" name="Google Shape;1963;p31"/>
              <p:cNvSpPr/>
              <p:nvPr/>
            </p:nvSpPr>
            <p:spPr>
              <a:xfrm>
                <a:off x="6927627" y="4082605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4" name="Google Shape;1964;p31"/>
              <p:cNvSpPr/>
              <p:nvPr/>
            </p:nvSpPr>
            <p:spPr>
              <a:xfrm>
                <a:off x="6778846" y="4082605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5" name="Google Shape;1965;p31"/>
              <p:cNvSpPr/>
              <p:nvPr/>
            </p:nvSpPr>
            <p:spPr>
              <a:xfrm>
                <a:off x="6719315" y="3993356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6" name="Google Shape;1966;p31"/>
              <p:cNvSpPr/>
              <p:nvPr/>
            </p:nvSpPr>
            <p:spPr>
              <a:xfrm>
                <a:off x="6987158" y="3993356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7" name="Google Shape;1967;p31"/>
              <p:cNvSpPr/>
              <p:nvPr/>
            </p:nvSpPr>
            <p:spPr>
              <a:xfrm>
                <a:off x="6957440" y="3933825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8" name="Google Shape;1968;p31"/>
              <p:cNvSpPr/>
              <p:nvPr/>
            </p:nvSpPr>
            <p:spPr>
              <a:xfrm>
                <a:off x="6778846" y="3933825"/>
                <a:ext cx="178593" cy="59531"/>
              </a:xfrm>
              <a:custGeom>
                <a:rect b="b" l="l" r="r" t="t"/>
                <a:pathLst>
                  <a:path extrusionOk="0" h="59531" w="178593">
                    <a:moveTo>
                      <a:pt x="178594" y="0"/>
                    </a:moveTo>
                    <a:lnTo>
                      <a:pt x="178594" y="29718"/>
                    </a:lnTo>
                    <a:lnTo>
                      <a:pt x="148780" y="29718"/>
                    </a:lnTo>
                    <a:lnTo>
                      <a:pt x="148780" y="59531"/>
                    </a:lnTo>
                    <a:lnTo>
                      <a:pt x="29718" y="59531"/>
                    </a:lnTo>
                    <a:lnTo>
                      <a:pt x="29718" y="29718"/>
                    </a:lnTo>
                    <a:lnTo>
                      <a:pt x="0" y="29718"/>
                    </a:lnTo>
                    <a:lnTo>
                      <a:pt x="0" y="0"/>
                    </a:lnTo>
                    <a:lnTo>
                      <a:pt x="178594" y="0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9" name="Google Shape;1969;p31"/>
              <p:cNvSpPr/>
              <p:nvPr/>
            </p:nvSpPr>
            <p:spPr>
              <a:xfrm>
                <a:off x="6749033" y="3933825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0" name="Google Shape;1970;p31"/>
              <p:cNvSpPr/>
              <p:nvPr/>
            </p:nvSpPr>
            <p:spPr>
              <a:xfrm>
                <a:off x="6957440" y="4023169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1" name="Google Shape;1971;p31"/>
              <p:cNvSpPr/>
              <p:nvPr/>
            </p:nvSpPr>
            <p:spPr>
              <a:xfrm>
                <a:off x="6749033" y="4023169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2" name="Google Shape;1972;p31"/>
              <p:cNvSpPr/>
              <p:nvPr/>
            </p:nvSpPr>
            <p:spPr>
              <a:xfrm>
                <a:off x="6897909" y="4112418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3" name="Google Shape;1973;p31"/>
              <p:cNvSpPr/>
              <p:nvPr/>
            </p:nvSpPr>
            <p:spPr>
              <a:xfrm>
                <a:off x="6749033" y="4201668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4" name="Google Shape;1974;p31"/>
              <p:cNvSpPr/>
              <p:nvPr/>
            </p:nvSpPr>
            <p:spPr>
              <a:xfrm>
                <a:off x="6957440" y="4201668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5" name="Google Shape;1975;p31"/>
              <p:cNvSpPr/>
              <p:nvPr/>
            </p:nvSpPr>
            <p:spPr>
              <a:xfrm>
                <a:off x="6540721" y="4648200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6" name="Google Shape;1976;p31"/>
              <p:cNvSpPr/>
              <p:nvPr/>
            </p:nvSpPr>
            <p:spPr>
              <a:xfrm>
                <a:off x="6570439" y="4618482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7" name="Google Shape;1977;p31"/>
              <p:cNvSpPr/>
              <p:nvPr/>
            </p:nvSpPr>
            <p:spPr>
              <a:xfrm>
                <a:off x="6629971" y="4588668"/>
                <a:ext cx="89344" cy="29718"/>
              </a:xfrm>
              <a:custGeom>
                <a:rect b="b" l="l" r="r" t="t"/>
                <a:pathLst>
                  <a:path extrusionOk="0" h="29718" w="89344">
                    <a:moveTo>
                      <a:pt x="0" y="0"/>
                    </a:moveTo>
                    <a:lnTo>
                      <a:pt x="89345" y="0"/>
                    </a:lnTo>
                    <a:lnTo>
                      <a:pt x="89345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8" name="Google Shape;1978;p31"/>
              <p:cNvSpPr/>
              <p:nvPr/>
            </p:nvSpPr>
            <p:spPr>
              <a:xfrm>
                <a:off x="6719315" y="4618482"/>
                <a:ext cx="119062" cy="29718"/>
              </a:xfrm>
              <a:custGeom>
                <a:rect b="b" l="l" r="r" t="t"/>
                <a:pathLst>
                  <a:path extrusionOk="0" h="29718" w="119062">
                    <a:moveTo>
                      <a:pt x="0" y="0"/>
                    </a:moveTo>
                    <a:lnTo>
                      <a:pt x="119063" y="0"/>
                    </a:lnTo>
                    <a:lnTo>
                      <a:pt x="119063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9" name="Google Shape;1979;p31"/>
              <p:cNvSpPr/>
              <p:nvPr/>
            </p:nvSpPr>
            <p:spPr>
              <a:xfrm>
                <a:off x="6838378" y="4648200"/>
                <a:ext cx="89344" cy="29718"/>
              </a:xfrm>
              <a:custGeom>
                <a:rect b="b" l="l" r="r" t="t"/>
                <a:pathLst>
                  <a:path extrusionOk="0" h="29718" w="89344">
                    <a:moveTo>
                      <a:pt x="0" y="0"/>
                    </a:moveTo>
                    <a:lnTo>
                      <a:pt x="89345" y="0"/>
                    </a:lnTo>
                    <a:lnTo>
                      <a:pt x="89345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0" name="Google Shape;1980;p31"/>
              <p:cNvSpPr/>
              <p:nvPr/>
            </p:nvSpPr>
            <p:spPr>
              <a:xfrm>
                <a:off x="7016971" y="4677918"/>
                <a:ext cx="89344" cy="29718"/>
              </a:xfrm>
              <a:custGeom>
                <a:rect b="b" l="l" r="r" t="t"/>
                <a:pathLst>
                  <a:path extrusionOk="0" h="29718" w="89344">
                    <a:moveTo>
                      <a:pt x="0" y="0"/>
                    </a:moveTo>
                    <a:lnTo>
                      <a:pt x="89345" y="0"/>
                    </a:lnTo>
                    <a:lnTo>
                      <a:pt x="89345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1" name="Google Shape;1981;p31"/>
              <p:cNvSpPr/>
              <p:nvPr/>
            </p:nvSpPr>
            <p:spPr>
              <a:xfrm>
                <a:off x="7106221" y="4648200"/>
                <a:ext cx="89344" cy="29718"/>
              </a:xfrm>
              <a:custGeom>
                <a:rect b="b" l="l" r="r" t="t"/>
                <a:pathLst>
                  <a:path extrusionOk="0" h="29718" w="89344">
                    <a:moveTo>
                      <a:pt x="0" y="0"/>
                    </a:moveTo>
                    <a:lnTo>
                      <a:pt x="89345" y="0"/>
                    </a:lnTo>
                    <a:lnTo>
                      <a:pt x="89345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2" name="Google Shape;1982;p31"/>
              <p:cNvSpPr/>
              <p:nvPr/>
            </p:nvSpPr>
            <p:spPr>
              <a:xfrm>
                <a:off x="7076503" y="4588668"/>
                <a:ext cx="119062" cy="29718"/>
              </a:xfrm>
              <a:custGeom>
                <a:rect b="b" l="l" r="r" t="t"/>
                <a:pathLst>
                  <a:path extrusionOk="0" h="29718" w="119062">
                    <a:moveTo>
                      <a:pt x="0" y="0"/>
                    </a:moveTo>
                    <a:lnTo>
                      <a:pt x="119063" y="0"/>
                    </a:lnTo>
                    <a:lnTo>
                      <a:pt x="119063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3" name="Google Shape;1983;p31"/>
              <p:cNvSpPr/>
              <p:nvPr/>
            </p:nvSpPr>
            <p:spPr>
              <a:xfrm>
                <a:off x="6987158" y="4618482"/>
                <a:ext cx="89344" cy="29718"/>
              </a:xfrm>
              <a:custGeom>
                <a:rect b="b" l="l" r="r" t="t"/>
                <a:pathLst>
                  <a:path extrusionOk="0" h="29718" w="89344">
                    <a:moveTo>
                      <a:pt x="0" y="0"/>
                    </a:moveTo>
                    <a:lnTo>
                      <a:pt x="89345" y="0"/>
                    </a:lnTo>
                    <a:lnTo>
                      <a:pt x="89345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4" name="Google Shape;1984;p31"/>
              <p:cNvSpPr/>
              <p:nvPr/>
            </p:nvSpPr>
            <p:spPr>
              <a:xfrm>
                <a:off x="6927627" y="4648200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85" name="Google Shape;1985;p31"/>
              <p:cNvGrpSpPr/>
              <p:nvPr/>
            </p:nvGrpSpPr>
            <p:grpSpPr>
              <a:xfrm>
                <a:off x="6927627" y="4945856"/>
                <a:ext cx="89249" cy="89249"/>
                <a:chOff x="6927627" y="4945856"/>
                <a:chExt cx="89249" cy="89249"/>
              </a:xfrm>
            </p:grpSpPr>
            <p:sp>
              <p:nvSpPr>
                <p:cNvPr id="1986" name="Google Shape;1986;p31"/>
                <p:cNvSpPr/>
                <p:nvPr/>
              </p:nvSpPr>
              <p:spPr>
                <a:xfrm>
                  <a:off x="6957440" y="49458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7" name="Google Shape;1987;p31"/>
                <p:cNvSpPr/>
                <p:nvPr/>
              </p:nvSpPr>
              <p:spPr>
                <a:xfrm>
                  <a:off x="6987158" y="49756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8" name="Google Shape;1988;p31"/>
                <p:cNvSpPr/>
                <p:nvPr/>
              </p:nvSpPr>
              <p:spPr>
                <a:xfrm>
                  <a:off x="6957440" y="50053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9" name="Google Shape;1989;p31"/>
                <p:cNvSpPr/>
                <p:nvPr/>
              </p:nvSpPr>
              <p:spPr>
                <a:xfrm>
                  <a:off x="6927627" y="49756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90" name="Google Shape;1990;p31"/>
              <p:cNvGrpSpPr/>
              <p:nvPr/>
            </p:nvGrpSpPr>
            <p:grpSpPr>
              <a:xfrm>
                <a:off x="6659784" y="4886325"/>
                <a:ext cx="89249" cy="89249"/>
                <a:chOff x="6659784" y="4886325"/>
                <a:chExt cx="89249" cy="89249"/>
              </a:xfrm>
            </p:grpSpPr>
            <p:sp>
              <p:nvSpPr>
                <p:cNvPr id="1991" name="Google Shape;1991;p31"/>
                <p:cNvSpPr/>
                <p:nvPr/>
              </p:nvSpPr>
              <p:spPr>
                <a:xfrm>
                  <a:off x="6689502" y="488632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2" name="Google Shape;1992;p31"/>
                <p:cNvSpPr/>
                <p:nvPr/>
              </p:nvSpPr>
              <p:spPr>
                <a:xfrm>
                  <a:off x="6719315" y="49160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3" name="Google Shape;1993;p31"/>
                <p:cNvSpPr/>
                <p:nvPr/>
              </p:nvSpPr>
              <p:spPr>
                <a:xfrm>
                  <a:off x="6689502" y="49458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4" name="Google Shape;1994;p31"/>
                <p:cNvSpPr/>
                <p:nvPr/>
              </p:nvSpPr>
              <p:spPr>
                <a:xfrm>
                  <a:off x="6659784" y="49160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995" name="Google Shape;1995;p31"/>
              <p:cNvSpPr/>
              <p:nvPr/>
            </p:nvSpPr>
            <p:spPr>
              <a:xfrm>
                <a:off x="6838378" y="5005387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6" name="Google Shape;1996;p31"/>
              <p:cNvSpPr/>
              <p:nvPr/>
            </p:nvSpPr>
            <p:spPr>
              <a:xfrm>
                <a:off x="7136034" y="4707731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7" name="Google Shape;1997;p31"/>
              <p:cNvSpPr/>
              <p:nvPr/>
            </p:nvSpPr>
            <p:spPr>
              <a:xfrm>
                <a:off x="6600253" y="4677918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8" name="Google Shape;1998;p31"/>
              <p:cNvSpPr/>
              <p:nvPr/>
            </p:nvSpPr>
            <p:spPr>
              <a:xfrm>
                <a:off x="6510908" y="4618482"/>
                <a:ext cx="713613" cy="505777"/>
              </a:xfrm>
              <a:custGeom>
                <a:rect b="b" l="l" r="r" t="t"/>
                <a:pathLst>
                  <a:path extrusionOk="0" h="505777" w="713613">
                    <a:moveTo>
                      <a:pt x="684657" y="29718"/>
                    </a:moveTo>
                    <a:lnTo>
                      <a:pt x="684657" y="59436"/>
                    </a:lnTo>
                    <a:lnTo>
                      <a:pt x="595313" y="59436"/>
                    </a:lnTo>
                    <a:lnTo>
                      <a:pt x="595313" y="89154"/>
                    </a:lnTo>
                    <a:lnTo>
                      <a:pt x="535781" y="89154"/>
                    </a:lnTo>
                    <a:lnTo>
                      <a:pt x="535781" y="118872"/>
                    </a:lnTo>
                    <a:lnTo>
                      <a:pt x="595313" y="118872"/>
                    </a:lnTo>
                    <a:lnTo>
                      <a:pt x="595313" y="148590"/>
                    </a:lnTo>
                    <a:lnTo>
                      <a:pt x="625030" y="148590"/>
                    </a:lnTo>
                    <a:lnTo>
                      <a:pt x="625030" y="178308"/>
                    </a:lnTo>
                    <a:lnTo>
                      <a:pt x="595313" y="178308"/>
                    </a:lnTo>
                    <a:lnTo>
                      <a:pt x="595313" y="208026"/>
                    </a:lnTo>
                    <a:lnTo>
                      <a:pt x="535781" y="208026"/>
                    </a:lnTo>
                    <a:lnTo>
                      <a:pt x="535781" y="237744"/>
                    </a:lnTo>
                    <a:lnTo>
                      <a:pt x="446437" y="237744"/>
                    </a:lnTo>
                    <a:lnTo>
                      <a:pt x="446437" y="267462"/>
                    </a:lnTo>
                    <a:lnTo>
                      <a:pt x="267843" y="267462"/>
                    </a:lnTo>
                    <a:lnTo>
                      <a:pt x="267843" y="237744"/>
                    </a:lnTo>
                    <a:lnTo>
                      <a:pt x="178499" y="237744"/>
                    </a:lnTo>
                    <a:lnTo>
                      <a:pt x="178499" y="208026"/>
                    </a:lnTo>
                    <a:lnTo>
                      <a:pt x="118967" y="208026"/>
                    </a:lnTo>
                    <a:lnTo>
                      <a:pt x="118967" y="178308"/>
                    </a:lnTo>
                    <a:lnTo>
                      <a:pt x="89249" y="178308"/>
                    </a:lnTo>
                    <a:lnTo>
                      <a:pt x="89249" y="148590"/>
                    </a:lnTo>
                    <a:lnTo>
                      <a:pt x="118967" y="148590"/>
                    </a:lnTo>
                    <a:lnTo>
                      <a:pt x="118967" y="118872"/>
                    </a:lnTo>
                    <a:lnTo>
                      <a:pt x="178499" y="118872"/>
                    </a:lnTo>
                    <a:lnTo>
                      <a:pt x="178499" y="89154"/>
                    </a:lnTo>
                    <a:lnTo>
                      <a:pt x="238030" y="89154"/>
                    </a:lnTo>
                    <a:lnTo>
                      <a:pt x="238030" y="59436"/>
                    </a:lnTo>
                    <a:lnTo>
                      <a:pt x="327374" y="59436"/>
                    </a:lnTo>
                    <a:lnTo>
                      <a:pt x="327374" y="29718"/>
                    </a:lnTo>
                    <a:lnTo>
                      <a:pt x="208312" y="29718"/>
                    </a:lnTo>
                    <a:lnTo>
                      <a:pt x="208312" y="0"/>
                    </a:lnTo>
                    <a:lnTo>
                      <a:pt x="118967" y="0"/>
                    </a:lnTo>
                    <a:lnTo>
                      <a:pt x="118967" y="29718"/>
                    </a:lnTo>
                    <a:lnTo>
                      <a:pt x="59436" y="29718"/>
                    </a:lnTo>
                    <a:lnTo>
                      <a:pt x="59436" y="59436"/>
                    </a:lnTo>
                    <a:lnTo>
                      <a:pt x="29718" y="59436"/>
                    </a:lnTo>
                    <a:lnTo>
                      <a:pt x="29718" y="29718"/>
                    </a:lnTo>
                    <a:lnTo>
                      <a:pt x="0" y="29718"/>
                    </a:lnTo>
                    <a:lnTo>
                      <a:pt x="0" y="89249"/>
                    </a:lnTo>
                    <a:lnTo>
                      <a:pt x="29718" y="89249"/>
                    </a:lnTo>
                    <a:lnTo>
                      <a:pt x="29718" y="178594"/>
                    </a:lnTo>
                    <a:lnTo>
                      <a:pt x="59436" y="178594"/>
                    </a:lnTo>
                    <a:lnTo>
                      <a:pt x="59436" y="238125"/>
                    </a:lnTo>
                    <a:lnTo>
                      <a:pt x="89154" y="238125"/>
                    </a:lnTo>
                    <a:lnTo>
                      <a:pt x="89154" y="297656"/>
                    </a:lnTo>
                    <a:lnTo>
                      <a:pt x="118872" y="297656"/>
                    </a:lnTo>
                    <a:lnTo>
                      <a:pt x="118872" y="357188"/>
                    </a:lnTo>
                    <a:lnTo>
                      <a:pt x="148590" y="357188"/>
                    </a:lnTo>
                    <a:lnTo>
                      <a:pt x="148590" y="386905"/>
                    </a:lnTo>
                    <a:lnTo>
                      <a:pt x="178308" y="386905"/>
                    </a:lnTo>
                    <a:lnTo>
                      <a:pt x="178308" y="416623"/>
                    </a:lnTo>
                    <a:lnTo>
                      <a:pt x="208026" y="416623"/>
                    </a:lnTo>
                    <a:lnTo>
                      <a:pt x="208026" y="446341"/>
                    </a:lnTo>
                    <a:lnTo>
                      <a:pt x="237744" y="446341"/>
                    </a:lnTo>
                    <a:lnTo>
                      <a:pt x="237744" y="476059"/>
                    </a:lnTo>
                    <a:lnTo>
                      <a:pt x="297275" y="476059"/>
                    </a:lnTo>
                    <a:lnTo>
                      <a:pt x="297275" y="505778"/>
                    </a:lnTo>
                    <a:lnTo>
                      <a:pt x="416338" y="505778"/>
                    </a:lnTo>
                    <a:lnTo>
                      <a:pt x="416338" y="476059"/>
                    </a:lnTo>
                    <a:lnTo>
                      <a:pt x="475869" y="476059"/>
                    </a:lnTo>
                    <a:lnTo>
                      <a:pt x="475869" y="446341"/>
                    </a:lnTo>
                    <a:lnTo>
                      <a:pt x="505587" y="446341"/>
                    </a:lnTo>
                    <a:lnTo>
                      <a:pt x="505587" y="416623"/>
                    </a:lnTo>
                    <a:lnTo>
                      <a:pt x="535305" y="416623"/>
                    </a:lnTo>
                    <a:lnTo>
                      <a:pt x="535305" y="386905"/>
                    </a:lnTo>
                    <a:lnTo>
                      <a:pt x="565023" y="386905"/>
                    </a:lnTo>
                    <a:lnTo>
                      <a:pt x="565023" y="357188"/>
                    </a:lnTo>
                    <a:lnTo>
                      <a:pt x="594741" y="357188"/>
                    </a:lnTo>
                    <a:lnTo>
                      <a:pt x="594741" y="297656"/>
                    </a:lnTo>
                    <a:lnTo>
                      <a:pt x="624459" y="297656"/>
                    </a:lnTo>
                    <a:lnTo>
                      <a:pt x="624459" y="238125"/>
                    </a:lnTo>
                    <a:lnTo>
                      <a:pt x="654177" y="238125"/>
                    </a:lnTo>
                    <a:lnTo>
                      <a:pt x="654177" y="178594"/>
                    </a:lnTo>
                    <a:lnTo>
                      <a:pt x="683895" y="178594"/>
                    </a:lnTo>
                    <a:lnTo>
                      <a:pt x="683895" y="89249"/>
                    </a:lnTo>
                    <a:lnTo>
                      <a:pt x="713613" y="89249"/>
                    </a:lnTo>
                    <a:lnTo>
                      <a:pt x="713613" y="29718"/>
                    </a:lnTo>
                    <a:lnTo>
                      <a:pt x="683895" y="29718"/>
                    </a:lnTo>
                    <a:close/>
                    <a:moveTo>
                      <a:pt x="89345" y="59436"/>
                    </a:moveTo>
                    <a:lnTo>
                      <a:pt x="119063" y="59436"/>
                    </a:lnTo>
                    <a:lnTo>
                      <a:pt x="119063" y="89154"/>
                    </a:lnTo>
                    <a:lnTo>
                      <a:pt x="89345" y="89154"/>
                    </a:lnTo>
                    <a:lnTo>
                      <a:pt x="89345" y="59436"/>
                    </a:lnTo>
                    <a:close/>
                    <a:moveTo>
                      <a:pt x="238125" y="327279"/>
                    </a:moveTo>
                    <a:lnTo>
                      <a:pt x="208407" y="327279"/>
                    </a:lnTo>
                    <a:lnTo>
                      <a:pt x="208407" y="356997"/>
                    </a:lnTo>
                    <a:lnTo>
                      <a:pt x="178689" y="356997"/>
                    </a:lnTo>
                    <a:lnTo>
                      <a:pt x="178689" y="327279"/>
                    </a:lnTo>
                    <a:lnTo>
                      <a:pt x="148971" y="327279"/>
                    </a:lnTo>
                    <a:lnTo>
                      <a:pt x="148971" y="297561"/>
                    </a:lnTo>
                    <a:lnTo>
                      <a:pt x="178689" y="297561"/>
                    </a:lnTo>
                    <a:lnTo>
                      <a:pt x="178689" y="267843"/>
                    </a:lnTo>
                    <a:lnTo>
                      <a:pt x="208407" y="267843"/>
                    </a:lnTo>
                    <a:lnTo>
                      <a:pt x="208407" y="297561"/>
                    </a:lnTo>
                    <a:lnTo>
                      <a:pt x="238125" y="297561"/>
                    </a:lnTo>
                    <a:lnTo>
                      <a:pt x="238125" y="327279"/>
                    </a:lnTo>
                    <a:close/>
                    <a:moveTo>
                      <a:pt x="357188" y="416623"/>
                    </a:moveTo>
                    <a:lnTo>
                      <a:pt x="327470" y="416623"/>
                    </a:lnTo>
                    <a:lnTo>
                      <a:pt x="327470" y="386905"/>
                    </a:lnTo>
                    <a:lnTo>
                      <a:pt x="357188" y="386905"/>
                    </a:lnTo>
                    <a:lnTo>
                      <a:pt x="357188" y="416623"/>
                    </a:lnTo>
                    <a:close/>
                    <a:moveTo>
                      <a:pt x="505968" y="386905"/>
                    </a:moveTo>
                    <a:lnTo>
                      <a:pt x="476250" y="386905"/>
                    </a:lnTo>
                    <a:lnTo>
                      <a:pt x="476250" y="416623"/>
                    </a:lnTo>
                    <a:lnTo>
                      <a:pt x="446532" y="416623"/>
                    </a:lnTo>
                    <a:lnTo>
                      <a:pt x="446532" y="386905"/>
                    </a:lnTo>
                    <a:lnTo>
                      <a:pt x="416814" y="386905"/>
                    </a:lnTo>
                    <a:lnTo>
                      <a:pt x="416814" y="357188"/>
                    </a:lnTo>
                    <a:lnTo>
                      <a:pt x="446532" y="357188"/>
                    </a:lnTo>
                    <a:lnTo>
                      <a:pt x="446532" y="327470"/>
                    </a:lnTo>
                    <a:lnTo>
                      <a:pt x="476250" y="327470"/>
                    </a:lnTo>
                    <a:lnTo>
                      <a:pt x="476250" y="357188"/>
                    </a:lnTo>
                    <a:lnTo>
                      <a:pt x="505968" y="357188"/>
                    </a:lnTo>
                    <a:lnTo>
                      <a:pt x="505968" y="386905"/>
                    </a:lnTo>
                    <a:close/>
                    <a:moveTo>
                      <a:pt x="565499" y="297561"/>
                    </a:moveTo>
                    <a:lnTo>
                      <a:pt x="535781" y="297561"/>
                    </a:lnTo>
                    <a:lnTo>
                      <a:pt x="535781" y="267843"/>
                    </a:lnTo>
                    <a:lnTo>
                      <a:pt x="565499" y="267843"/>
                    </a:lnTo>
                    <a:lnTo>
                      <a:pt x="565499" y="297561"/>
                    </a:lnTo>
                    <a:close/>
                    <a:moveTo>
                      <a:pt x="654844" y="118967"/>
                    </a:moveTo>
                    <a:lnTo>
                      <a:pt x="625126" y="118967"/>
                    </a:lnTo>
                    <a:lnTo>
                      <a:pt x="625126" y="89249"/>
                    </a:lnTo>
                    <a:lnTo>
                      <a:pt x="654844" y="89249"/>
                    </a:lnTo>
                    <a:lnTo>
                      <a:pt x="654844" y="118967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9" name="Google Shape;1999;p31"/>
              <p:cNvSpPr/>
              <p:nvPr/>
            </p:nvSpPr>
            <p:spPr>
              <a:xfrm>
                <a:off x="6689502" y="4916043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0" name="Google Shape;2000;p31"/>
              <p:cNvSpPr/>
              <p:nvPr/>
            </p:nvSpPr>
            <p:spPr>
              <a:xfrm>
                <a:off x="6957440" y="4975669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1" name="Google Shape;2001;p31"/>
              <p:cNvSpPr/>
              <p:nvPr/>
            </p:nvSpPr>
            <p:spPr>
              <a:xfrm>
                <a:off x="7046689" y="4886325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1B1B1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2" name="Google Shape;2002;p31"/>
              <p:cNvSpPr/>
              <p:nvPr/>
            </p:nvSpPr>
            <p:spPr>
              <a:xfrm>
                <a:off x="6749033" y="3993356"/>
                <a:ext cx="238125" cy="267938"/>
              </a:xfrm>
              <a:custGeom>
                <a:rect b="b" l="l" r="r" t="t"/>
                <a:pathLst>
                  <a:path extrusionOk="0" h="267938" w="238125">
                    <a:moveTo>
                      <a:pt x="238125" y="0"/>
                    </a:moveTo>
                    <a:lnTo>
                      <a:pt x="238125" y="29813"/>
                    </a:lnTo>
                    <a:lnTo>
                      <a:pt x="208407" y="29813"/>
                    </a:lnTo>
                    <a:lnTo>
                      <a:pt x="208407" y="89249"/>
                    </a:lnTo>
                    <a:lnTo>
                      <a:pt x="178594" y="89249"/>
                    </a:lnTo>
                    <a:lnTo>
                      <a:pt x="178594" y="119063"/>
                    </a:lnTo>
                    <a:lnTo>
                      <a:pt x="148876" y="119063"/>
                    </a:lnTo>
                    <a:lnTo>
                      <a:pt x="148876" y="178594"/>
                    </a:lnTo>
                    <a:lnTo>
                      <a:pt x="178594" y="178594"/>
                    </a:lnTo>
                    <a:lnTo>
                      <a:pt x="178594" y="208312"/>
                    </a:lnTo>
                    <a:lnTo>
                      <a:pt x="208407" y="208312"/>
                    </a:lnTo>
                    <a:lnTo>
                      <a:pt x="208407" y="238125"/>
                    </a:lnTo>
                    <a:lnTo>
                      <a:pt x="148876" y="238125"/>
                    </a:lnTo>
                    <a:lnTo>
                      <a:pt x="148876" y="267938"/>
                    </a:lnTo>
                    <a:lnTo>
                      <a:pt x="89345" y="267938"/>
                    </a:lnTo>
                    <a:lnTo>
                      <a:pt x="89345" y="238125"/>
                    </a:lnTo>
                    <a:lnTo>
                      <a:pt x="29813" y="238125"/>
                    </a:lnTo>
                    <a:lnTo>
                      <a:pt x="29813" y="208312"/>
                    </a:lnTo>
                    <a:lnTo>
                      <a:pt x="59531" y="208312"/>
                    </a:lnTo>
                    <a:lnTo>
                      <a:pt x="59531" y="178594"/>
                    </a:lnTo>
                    <a:lnTo>
                      <a:pt x="89345" y="178594"/>
                    </a:lnTo>
                    <a:lnTo>
                      <a:pt x="89345" y="119063"/>
                    </a:lnTo>
                    <a:lnTo>
                      <a:pt x="59531" y="119063"/>
                    </a:lnTo>
                    <a:lnTo>
                      <a:pt x="59531" y="89249"/>
                    </a:lnTo>
                    <a:lnTo>
                      <a:pt x="148876" y="89249"/>
                    </a:lnTo>
                    <a:lnTo>
                      <a:pt x="148876" y="59531"/>
                    </a:lnTo>
                    <a:lnTo>
                      <a:pt x="59531" y="59531"/>
                    </a:lnTo>
                    <a:lnTo>
                      <a:pt x="59531" y="89249"/>
                    </a:lnTo>
                    <a:lnTo>
                      <a:pt x="29813" y="89249"/>
                    </a:lnTo>
                    <a:lnTo>
                      <a:pt x="29813" y="29813"/>
                    </a:lnTo>
                    <a:lnTo>
                      <a:pt x="0" y="29813"/>
                    </a:lnTo>
                    <a:lnTo>
                      <a:pt x="0" y="0"/>
                    </a:lnTo>
                    <a:lnTo>
                      <a:pt x="59531" y="0"/>
                    </a:lnTo>
                    <a:lnTo>
                      <a:pt x="59531" y="29813"/>
                    </a:lnTo>
                    <a:lnTo>
                      <a:pt x="178594" y="29813"/>
                    </a:lnTo>
                    <a:lnTo>
                      <a:pt x="178594" y="0"/>
                    </a:lnTo>
                    <a:lnTo>
                      <a:pt x="238125" y="0"/>
                    </a:lnTo>
                    <a:close/>
                  </a:path>
                </a:pathLst>
              </a:custGeom>
              <a:solidFill>
                <a:srgbClr val="B1A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3" name="Google Shape;2003;p31"/>
              <p:cNvSpPr/>
              <p:nvPr/>
            </p:nvSpPr>
            <p:spPr>
              <a:xfrm>
                <a:off x="6778846" y="4052887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4" name="Google Shape;2004;p31"/>
              <p:cNvSpPr/>
              <p:nvPr/>
            </p:nvSpPr>
            <p:spPr>
              <a:xfrm>
                <a:off x="6808564" y="4082605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5" name="Google Shape;2005;p31"/>
              <p:cNvSpPr/>
              <p:nvPr/>
            </p:nvSpPr>
            <p:spPr>
              <a:xfrm>
                <a:off x="6927627" y="4052887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6" name="Google Shape;2006;p31"/>
              <p:cNvSpPr/>
              <p:nvPr/>
            </p:nvSpPr>
            <p:spPr>
              <a:xfrm>
                <a:off x="6897909" y="4082605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7" name="Google Shape;2007;p31"/>
              <p:cNvSpPr/>
              <p:nvPr/>
            </p:nvSpPr>
            <p:spPr>
              <a:xfrm>
                <a:off x="6808564" y="4052887"/>
                <a:ext cx="119062" cy="29718"/>
              </a:xfrm>
              <a:custGeom>
                <a:rect b="b" l="l" r="r" t="t"/>
                <a:pathLst>
                  <a:path extrusionOk="0" h="29718" w="119062">
                    <a:moveTo>
                      <a:pt x="0" y="0"/>
                    </a:moveTo>
                    <a:lnTo>
                      <a:pt x="119062" y="0"/>
                    </a:lnTo>
                    <a:lnTo>
                      <a:pt x="119062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8" name="Google Shape;2008;p31"/>
              <p:cNvSpPr/>
              <p:nvPr/>
            </p:nvSpPr>
            <p:spPr>
              <a:xfrm>
                <a:off x="6838378" y="4112418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9" name="Google Shape;2009;p31"/>
              <p:cNvSpPr/>
              <p:nvPr/>
            </p:nvSpPr>
            <p:spPr>
              <a:xfrm>
                <a:off x="6808564" y="4171950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0" name="Google Shape;2010;p31"/>
              <p:cNvSpPr/>
              <p:nvPr/>
            </p:nvSpPr>
            <p:spPr>
              <a:xfrm>
                <a:off x="6897909" y="4171950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1" name="Google Shape;2011;p31"/>
              <p:cNvSpPr/>
              <p:nvPr/>
            </p:nvSpPr>
            <p:spPr>
              <a:xfrm>
                <a:off x="6927627" y="4201668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2" name="Google Shape;2012;p31"/>
              <p:cNvSpPr/>
              <p:nvPr/>
            </p:nvSpPr>
            <p:spPr>
              <a:xfrm>
                <a:off x="6778846" y="4201668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05349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3" name="Google Shape;2013;p31"/>
              <p:cNvSpPr/>
              <p:nvPr/>
            </p:nvSpPr>
            <p:spPr>
              <a:xfrm>
                <a:off x="6749033" y="3993356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B1A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4" name="Google Shape;2014;p31"/>
              <p:cNvSpPr/>
              <p:nvPr/>
            </p:nvSpPr>
            <p:spPr>
              <a:xfrm>
                <a:off x="6927627" y="3993356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B1A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5" name="Google Shape;2015;p31"/>
              <p:cNvSpPr/>
              <p:nvPr/>
            </p:nvSpPr>
            <p:spPr>
              <a:xfrm>
                <a:off x="6808564" y="4023169"/>
                <a:ext cx="119062" cy="29718"/>
              </a:xfrm>
              <a:custGeom>
                <a:rect b="b" l="l" r="r" t="t"/>
                <a:pathLst>
                  <a:path extrusionOk="0" h="29718" w="119062">
                    <a:moveTo>
                      <a:pt x="0" y="0"/>
                    </a:moveTo>
                    <a:lnTo>
                      <a:pt x="119062" y="0"/>
                    </a:lnTo>
                    <a:lnTo>
                      <a:pt x="119062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B1A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6" name="Google Shape;2016;p31"/>
              <p:cNvSpPr/>
              <p:nvPr/>
            </p:nvSpPr>
            <p:spPr>
              <a:xfrm>
                <a:off x="6481190" y="4767262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7" name="Google Shape;2017;p31"/>
              <p:cNvSpPr/>
              <p:nvPr/>
            </p:nvSpPr>
            <p:spPr>
              <a:xfrm>
                <a:off x="6510908" y="4796980"/>
                <a:ext cx="89344" cy="208407"/>
              </a:xfrm>
              <a:custGeom>
                <a:rect b="b" l="l" r="r" t="t"/>
                <a:pathLst>
                  <a:path extrusionOk="0" h="208407" w="89344">
                    <a:moveTo>
                      <a:pt x="89345" y="119063"/>
                    </a:moveTo>
                    <a:lnTo>
                      <a:pt x="89345" y="208407"/>
                    </a:lnTo>
                    <a:lnTo>
                      <a:pt x="59531" y="208407"/>
                    </a:lnTo>
                    <a:lnTo>
                      <a:pt x="59531" y="148876"/>
                    </a:lnTo>
                    <a:lnTo>
                      <a:pt x="29813" y="148876"/>
                    </a:lnTo>
                    <a:lnTo>
                      <a:pt x="29813" y="89345"/>
                    </a:lnTo>
                    <a:lnTo>
                      <a:pt x="0" y="89345"/>
                    </a:lnTo>
                    <a:lnTo>
                      <a:pt x="0" y="0"/>
                    </a:lnTo>
                    <a:lnTo>
                      <a:pt x="29813" y="0"/>
                    </a:lnTo>
                    <a:lnTo>
                      <a:pt x="29813" y="59627"/>
                    </a:lnTo>
                    <a:lnTo>
                      <a:pt x="59531" y="59627"/>
                    </a:lnTo>
                    <a:lnTo>
                      <a:pt x="59531" y="119063"/>
                    </a:lnTo>
                    <a:lnTo>
                      <a:pt x="89345" y="119063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8" name="Google Shape;2018;p31"/>
              <p:cNvSpPr/>
              <p:nvPr/>
            </p:nvSpPr>
            <p:spPr>
              <a:xfrm>
                <a:off x="6600253" y="4975669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9" name="Google Shape;2019;p31"/>
              <p:cNvSpPr/>
              <p:nvPr/>
            </p:nvSpPr>
            <p:spPr>
              <a:xfrm>
                <a:off x="6689502" y="5064918"/>
                <a:ext cx="148875" cy="119062"/>
              </a:xfrm>
              <a:custGeom>
                <a:rect b="b" l="l" r="r" t="t"/>
                <a:pathLst>
                  <a:path extrusionOk="0" h="119062" w="148875">
                    <a:moveTo>
                      <a:pt x="148876" y="89249"/>
                    </a:moveTo>
                    <a:lnTo>
                      <a:pt x="148876" y="119063"/>
                    </a:lnTo>
                    <a:lnTo>
                      <a:pt x="89345" y="119063"/>
                    </a:lnTo>
                    <a:lnTo>
                      <a:pt x="89345" y="89249"/>
                    </a:lnTo>
                    <a:lnTo>
                      <a:pt x="29813" y="89249"/>
                    </a:lnTo>
                    <a:lnTo>
                      <a:pt x="29813" y="59531"/>
                    </a:lnTo>
                    <a:lnTo>
                      <a:pt x="0" y="59531"/>
                    </a:lnTo>
                    <a:lnTo>
                      <a:pt x="0" y="0"/>
                    </a:lnTo>
                    <a:lnTo>
                      <a:pt x="29813" y="0"/>
                    </a:lnTo>
                    <a:lnTo>
                      <a:pt x="29813" y="29813"/>
                    </a:lnTo>
                    <a:lnTo>
                      <a:pt x="59531" y="29813"/>
                    </a:lnTo>
                    <a:lnTo>
                      <a:pt x="59531" y="59531"/>
                    </a:lnTo>
                    <a:lnTo>
                      <a:pt x="119063" y="59531"/>
                    </a:lnTo>
                    <a:lnTo>
                      <a:pt x="119063" y="89249"/>
                    </a:lnTo>
                    <a:lnTo>
                      <a:pt x="148876" y="89249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0" name="Google Shape;2020;p31"/>
              <p:cNvSpPr/>
              <p:nvPr/>
            </p:nvSpPr>
            <p:spPr>
              <a:xfrm>
                <a:off x="6629970" y="5005387"/>
                <a:ext cx="59531" cy="59531"/>
              </a:xfrm>
              <a:custGeom>
                <a:rect b="b" l="l" r="r" t="t"/>
                <a:pathLst>
                  <a:path extrusionOk="0" h="59531" w="59531">
                    <a:moveTo>
                      <a:pt x="59531" y="29718"/>
                    </a:moveTo>
                    <a:lnTo>
                      <a:pt x="59531" y="59531"/>
                    </a:lnTo>
                    <a:lnTo>
                      <a:pt x="0" y="59531"/>
                    </a:lnTo>
                    <a:lnTo>
                      <a:pt x="0" y="0"/>
                    </a:lnTo>
                    <a:lnTo>
                      <a:pt x="29813" y="0"/>
                    </a:lnTo>
                    <a:lnTo>
                      <a:pt x="29813" y="29718"/>
                    </a:lnTo>
                    <a:lnTo>
                      <a:pt x="59531" y="29718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1" name="Google Shape;2021;p31"/>
              <p:cNvSpPr/>
              <p:nvPr/>
            </p:nvSpPr>
            <p:spPr>
              <a:xfrm>
                <a:off x="6659784" y="5064918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22" name="Google Shape;2022;p31"/>
              <p:cNvGrpSpPr/>
              <p:nvPr/>
            </p:nvGrpSpPr>
            <p:grpSpPr>
              <a:xfrm>
                <a:off x="6451662" y="4350734"/>
                <a:ext cx="833056" cy="595122"/>
                <a:chOff x="6451662" y="4350734"/>
                <a:chExt cx="833056" cy="595122"/>
              </a:xfrm>
            </p:grpSpPr>
            <p:sp>
              <p:nvSpPr>
                <p:cNvPr id="2023" name="Google Shape;2023;p31"/>
                <p:cNvSpPr/>
                <p:nvPr/>
              </p:nvSpPr>
              <p:spPr>
                <a:xfrm>
                  <a:off x="7106221" y="4618482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4" name="Google Shape;2024;p31"/>
                <p:cNvSpPr/>
                <p:nvPr/>
              </p:nvSpPr>
              <p:spPr>
                <a:xfrm>
                  <a:off x="7046689" y="4588668"/>
                  <a:ext cx="59531" cy="59531"/>
                </a:xfrm>
                <a:custGeom>
                  <a:rect b="b" l="l" r="r" t="t"/>
                  <a:pathLst>
                    <a:path extrusionOk="0" h="59531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5" name="Google Shape;2025;p31"/>
                <p:cNvSpPr/>
                <p:nvPr/>
              </p:nvSpPr>
              <p:spPr>
                <a:xfrm>
                  <a:off x="6987158" y="4648200"/>
                  <a:ext cx="59531" cy="59531"/>
                </a:xfrm>
                <a:custGeom>
                  <a:rect b="b" l="l" r="r" t="t"/>
                  <a:pathLst>
                    <a:path extrusionOk="0" h="59531" w="59531">
                      <a:moveTo>
                        <a:pt x="59531" y="0"/>
                      </a:moveTo>
                      <a:lnTo>
                        <a:pt x="59531" y="29718"/>
                      </a:lnTo>
                      <a:lnTo>
                        <a:pt x="29813" y="29718"/>
                      </a:lnTo>
                      <a:lnTo>
                        <a:pt x="29813" y="59531"/>
                      </a:lnTo>
                      <a:lnTo>
                        <a:pt x="0" y="59531"/>
                      </a:lnTo>
                      <a:lnTo>
                        <a:pt x="0" y="0"/>
                      </a:lnTo>
                      <a:lnTo>
                        <a:pt x="59531" y="0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6" name="Google Shape;2026;p31"/>
                <p:cNvSpPr/>
                <p:nvPr/>
              </p:nvSpPr>
              <p:spPr>
                <a:xfrm>
                  <a:off x="7046689" y="464820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7" name="Google Shape;2027;p31"/>
                <p:cNvSpPr/>
                <p:nvPr/>
              </p:nvSpPr>
              <p:spPr>
                <a:xfrm>
                  <a:off x="6451662" y="4350734"/>
                  <a:ext cx="833056" cy="595122"/>
                </a:xfrm>
                <a:custGeom>
                  <a:rect b="b" l="l" r="r" t="t"/>
                  <a:pathLst>
                    <a:path extrusionOk="0" h="595122" w="833056">
                      <a:moveTo>
                        <a:pt x="803434" y="267748"/>
                      </a:moveTo>
                      <a:lnTo>
                        <a:pt x="803434" y="208217"/>
                      </a:lnTo>
                      <a:lnTo>
                        <a:pt x="773716" y="208217"/>
                      </a:lnTo>
                      <a:lnTo>
                        <a:pt x="773716" y="148685"/>
                      </a:lnTo>
                      <a:lnTo>
                        <a:pt x="743998" y="148685"/>
                      </a:lnTo>
                      <a:lnTo>
                        <a:pt x="743998" y="118967"/>
                      </a:lnTo>
                      <a:lnTo>
                        <a:pt x="684467" y="118967"/>
                      </a:lnTo>
                      <a:lnTo>
                        <a:pt x="684467" y="89249"/>
                      </a:lnTo>
                      <a:lnTo>
                        <a:pt x="565404" y="89249"/>
                      </a:lnTo>
                      <a:lnTo>
                        <a:pt x="565404" y="118967"/>
                      </a:lnTo>
                      <a:lnTo>
                        <a:pt x="505873" y="118967"/>
                      </a:lnTo>
                      <a:lnTo>
                        <a:pt x="505873" y="148685"/>
                      </a:lnTo>
                      <a:lnTo>
                        <a:pt x="476155" y="148685"/>
                      </a:lnTo>
                      <a:lnTo>
                        <a:pt x="476155" y="178403"/>
                      </a:lnTo>
                      <a:lnTo>
                        <a:pt x="446437" y="178403"/>
                      </a:lnTo>
                      <a:lnTo>
                        <a:pt x="446437" y="148685"/>
                      </a:lnTo>
                      <a:lnTo>
                        <a:pt x="476155" y="148685"/>
                      </a:lnTo>
                      <a:lnTo>
                        <a:pt x="476155" y="118967"/>
                      </a:lnTo>
                      <a:lnTo>
                        <a:pt x="505873" y="118967"/>
                      </a:lnTo>
                      <a:lnTo>
                        <a:pt x="505873" y="89249"/>
                      </a:lnTo>
                      <a:lnTo>
                        <a:pt x="476155" y="89249"/>
                      </a:lnTo>
                      <a:lnTo>
                        <a:pt x="476155" y="29718"/>
                      </a:lnTo>
                      <a:lnTo>
                        <a:pt x="505873" y="29718"/>
                      </a:lnTo>
                      <a:lnTo>
                        <a:pt x="505873" y="0"/>
                      </a:lnTo>
                      <a:lnTo>
                        <a:pt x="446342" y="0"/>
                      </a:lnTo>
                      <a:lnTo>
                        <a:pt x="446342" y="29718"/>
                      </a:lnTo>
                      <a:lnTo>
                        <a:pt x="386810" y="29718"/>
                      </a:lnTo>
                      <a:lnTo>
                        <a:pt x="386810" y="0"/>
                      </a:lnTo>
                      <a:lnTo>
                        <a:pt x="327279" y="0"/>
                      </a:lnTo>
                      <a:lnTo>
                        <a:pt x="327279" y="29718"/>
                      </a:lnTo>
                      <a:lnTo>
                        <a:pt x="356997" y="29718"/>
                      </a:lnTo>
                      <a:lnTo>
                        <a:pt x="356997" y="89249"/>
                      </a:lnTo>
                      <a:lnTo>
                        <a:pt x="327279" y="89249"/>
                      </a:lnTo>
                      <a:lnTo>
                        <a:pt x="327279" y="118967"/>
                      </a:lnTo>
                      <a:lnTo>
                        <a:pt x="356997" y="118967"/>
                      </a:lnTo>
                      <a:lnTo>
                        <a:pt x="356997" y="148685"/>
                      </a:lnTo>
                      <a:lnTo>
                        <a:pt x="386715" y="148685"/>
                      </a:lnTo>
                      <a:lnTo>
                        <a:pt x="386715" y="178403"/>
                      </a:lnTo>
                      <a:lnTo>
                        <a:pt x="356997" y="178403"/>
                      </a:lnTo>
                      <a:lnTo>
                        <a:pt x="356997" y="148685"/>
                      </a:lnTo>
                      <a:lnTo>
                        <a:pt x="327279" y="148685"/>
                      </a:lnTo>
                      <a:lnTo>
                        <a:pt x="327279" y="118967"/>
                      </a:lnTo>
                      <a:lnTo>
                        <a:pt x="267748" y="118967"/>
                      </a:lnTo>
                      <a:lnTo>
                        <a:pt x="267748" y="89249"/>
                      </a:lnTo>
                      <a:lnTo>
                        <a:pt x="148685" y="89249"/>
                      </a:lnTo>
                      <a:lnTo>
                        <a:pt x="148685" y="118967"/>
                      </a:lnTo>
                      <a:lnTo>
                        <a:pt x="89154" y="118967"/>
                      </a:lnTo>
                      <a:lnTo>
                        <a:pt x="89154" y="148685"/>
                      </a:lnTo>
                      <a:lnTo>
                        <a:pt x="59436" y="148685"/>
                      </a:lnTo>
                      <a:lnTo>
                        <a:pt x="59436" y="208217"/>
                      </a:lnTo>
                      <a:lnTo>
                        <a:pt x="29718" y="208217"/>
                      </a:lnTo>
                      <a:lnTo>
                        <a:pt x="29718" y="267748"/>
                      </a:lnTo>
                      <a:lnTo>
                        <a:pt x="0" y="267748"/>
                      </a:lnTo>
                      <a:lnTo>
                        <a:pt x="0" y="386810"/>
                      </a:lnTo>
                      <a:lnTo>
                        <a:pt x="29718" y="386810"/>
                      </a:lnTo>
                      <a:lnTo>
                        <a:pt x="29718" y="416528"/>
                      </a:lnTo>
                      <a:lnTo>
                        <a:pt x="59436" y="416528"/>
                      </a:lnTo>
                      <a:lnTo>
                        <a:pt x="59436" y="356997"/>
                      </a:lnTo>
                      <a:lnTo>
                        <a:pt x="29718" y="356997"/>
                      </a:lnTo>
                      <a:lnTo>
                        <a:pt x="29718" y="297466"/>
                      </a:lnTo>
                      <a:lnTo>
                        <a:pt x="59436" y="297466"/>
                      </a:lnTo>
                      <a:lnTo>
                        <a:pt x="59436" y="237935"/>
                      </a:lnTo>
                      <a:lnTo>
                        <a:pt x="89154" y="237935"/>
                      </a:lnTo>
                      <a:lnTo>
                        <a:pt x="89154" y="178403"/>
                      </a:lnTo>
                      <a:lnTo>
                        <a:pt x="118872" y="178403"/>
                      </a:lnTo>
                      <a:lnTo>
                        <a:pt x="118872" y="148685"/>
                      </a:lnTo>
                      <a:lnTo>
                        <a:pt x="178403" y="148685"/>
                      </a:lnTo>
                      <a:lnTo>
                        <a:pt x="178403" y="118967"/>
                      </a:lnTo>
                      <a:lnTo>
                        <a:pt x="237935" y="118967"/>
                      </a:lnTo>
                      <a:lnTo>
                        <a:pt x="237935" y="148685"/>
                      </a:lnTo>
                      <a:lnTo>
                        <a:pt x="297466" y="148685"/>
                      </a:lnTo>
                      <a:lnTo>
                        <a:pt x="297466" y="178403"/>
                      </a:lnTo>
                      <a:lnTo>
                        <a:pt x="327184" y="178403"/>
                      </a:lnTo>
                      <a:lnTo>
                        <a:pt x="327184" y="208121"/>
                      </a:lnTo>
                      <a:lnTo>
                        <a:pt x="297466" y="208121"/>
                      </a:lnTo>
                      <a:lnTo>
                        <a:pt x="297466" y="178403"/>
                      </a:lnTo>
                      <a:lnTo>
                        <a:pt x="237935" y="178403"/>
                      </a:lnTo>
                      <a:lnTo>
                        <a:pt x="237935" y="148685"/>
                      </a:lnTo>
                      <a:lnTo>
                        <a:pt x="178403" y="148685"/>
                      </a:lnTo>
                      <a:lnTo>
                        <a:pt x="178403" y="178403"/>
                      </a:lnTo>
                      <a:lnTo>
                        <a:pt x="118872" y="178403"/>
                      </a:lnTo>
                      <a:lnTo>
                        <a:pt x="118872" y="237935"/>
                      </a:lnTo>
                      <a:lnTo>
                        <a:pt x="89154" y="237935"/>
                      </a:lnTo>
                      <a:lnTo>
                        <a:pt x="89154" y="297466"/>
                      </a:lnTo>
                      <a:lnTo>
                        <a:pt x="118872" y="297466"/>
                      </a:lnTo>
                      <a:lnTo>
                        <a:pt x="118872" y="267748"/>
                      </a:lnTo>
                      <a:lnTo>
                        <a:pt x="178403" y="267748"/>
                      </a:lnTo>
                      <a:lnTo>
                        <a:pt x="178403" y="238030"/>
                      </a:lnTo>
                      <a:lnTo>
                        <a:pt x="267748" y="238030"/>
                      </a:lnTo>
                      <a:lnTo>
                        <a:pt x="267748" y="267748"/>
                      </a:lnTo>
                      <a:lnTo>
                        <a:pt x="386810" y="267748"/>
                      </a:lnTo>
                      <a:lnTo>
                        <a:pt x="386810" y="297466"/>
                      </a:lnTo>
                      <a:lnTo>
                        <a:pt x="535591" y="297466"/>
                      </a:lnTo>
                      <a:lnTo>
                        <a:pt x="535591" y="267748"/>
                      </a:lnTo>
                      <a:lnTo>
                        <a:pt x="595122" y="267748"/>
                      </a:lnTo>
                      <a:lnTo>
                        <a:pt x="595122" y="208217"/>
                      </a:lnTo>
                      <a:lnTo>
                        <a:pt x="654653" y="208217"/>
                      </a:lnTo>
                      <a:lnTo>
                        <a:pt x="654653" y="237935"/>
                      </a:lnTo>
                      <a:lnTo>
                        <a:pt x="714185" y="237935"/>
                      </a:lnTo>
                      <a:lnTo>
                        <a:pt x="714185" y="178689"/>
                      </a:lnTo>
                      <a:lnTo>
                        <a:pt x="654653" y="178689"/>
                      </a:lnTo>
                      <a:lnTo>
                        <a:pt x="654653" y="148971"/>
                      </a:lnTo>
                      <a:lnTo>
                        <a:pt x="595122" y="148971"/>
                      </a:lnTo>
                      <a:lnTo>
                        <a:pt x="595122" y="178689"/>
                      </a:lnTo>
                      <a:lnTo>
                        <a:pt x="535591" y="178689"/>
                      </a:lnTo>
                      <a:lnTo>
                        <a:pt x="535591" y="208407"/>
                      </a:lnTo>
                      <a:lnTo>
                        <a:pt x="505873" y="208407"/>
                      </a:lnTo>
                      <a:lnTo>
                        <a:pt x="505873" y="178308"/>
                      </a:lnTo>
                      <a:lnTo>
                        <a:pt x="535591" y="178308"/>
                      </a:lnTo>
                      <a:lnTo>
                        <a:pt x="535591" y="148590"/>
                      </a:lnTo>
                      <a:lnTo>
                        <a:pt x="595122" y="148590"/>
                      </a:lnTo>
                      <a:lnTo>
                        <a:pt x="595122" y="118872"/>
                      </a:lnTo>
                      <a:lnTo>
                        <a:pt x="654653" y="118872"/>
                      </a:lnTo>
                      <a:lnTo>
                        <a:pt x="654653" y="148590"/>
                      </a:lnTo>
                      <a:lnTo>
                        <a:pt x="714185" y="148590"/>
                      </a:lnTo>
                      <a:lnTo>
                        <a:pt x="714185" y="178308"/>
                      </a:lnTo>
                      <a:lnTo>
                        <a:pt x="743903" y="178308"/>
                      </a:lnTo>
                      <a:lnTo>
                        <a:pt x="743903" y="237839"/>
                      </a:lnTo>
                      <a:lnTo>
                        <a:pt x="773621" y="237839"/>
                      </a:lnTo>
                      <a:lnTo>
                        <a:pt x="773621" y="297371"/>
                      </a:lnTo>
                      <a:lnTo>
                        <a:pt x="803338" y="297371"/>
                      </a:lnTo>
                      <a:lnTo>
                        <a:pt x="803338" y="356902"/>
                      </a:lnTo>
                      <a:lnTo>
                        <a:pt x="773621" y="356902"/>
                      </a:lnTo>
                      <a:lnTo>
                        <a:pt x="773621" y="446246"/>
                      </a:lnTo>
                      <a:lnTo>
                        <a:pt x="743903" y="446246"/>
                      </a:lnTo>
                      <a:lnTo>
                        <a:pt x="743903" y="505778"/>
                      </a:lnTo>
                      <a:lnTo>
                        <a:pt x="714185" y="505778"/>
                      </a:lnTo>
                      <a:lnTo>
                        <a:pt x="714185" y="595122"/>
                      </a:lnTo>
                      <a:lnTo>
                        <a:pt x="743903" y="595122"/>
                      </a:lnTo>
                      <a:lnTo>
                        <a:pt x="743903" y="535591"/>
                      </a:lnTo>
                      <a:lnTo>
                        <a:pt x="773621" y="535591"/>
                      </a:lnTo>
                      <a:lnTo>
                        <a:pt x="773621" y="476060"/>
                      </a:lnTo>
                      <a:lnTo>
                        <a:pt x="803338" y="476060"/>
                      </a:lnTo>
                      <a:lnTo>
                        <a:pt x="803338" y="386715"/>
                      </a:lnTo>
                      <a:lnTo>
                        <a:pt x="833056" y="386715"/>
                      </a:lnTo>
                      <a:lnTo>
                        <a:pt x="833056" y="267653"/>
                      </a:lnTo>
                      <a:lnTo>
                        <a:pt x="803338" y="267653"/>
                      </a:lnTo>
                      <a:close/>
                      <a:moveTo>
                        <a:pt x="416528" y="59341"/>
                      </a:moveTo>
                      <a:lnTo>
                        <a:pt x="446246" y="59341"/>
                      </a:lnTo>
                      <a:lnTo>
                        <a:pt x="446246" y="118872"/>
                      </a:lnTo>
                      <a:lnTo>
                        <a:pt x="416528" y="118872"/>
                      </a:lnTo>
                      <a:lnTo>
                        <a:pt x="416528" y="59341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8" name="Google Shape;2028;p31"/>
                <p:cNvSpPr/>
                <p:nvPr/>
              </p:nvSpPr>
              <p:spPr>
                <a:xfrm>
                  <a:off x="7046689" y="455885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029" name="Google Shape;2029;p31"/>
              <p:cNvSpPr/>
              <p:nvPr/>
            </p:nvSpPr>
            <p:spPr>
              <a:xfrm>
                <a:off x="6719315" y="4767262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0" name="Google Shape;2030;p31"/>
              <p:cNvSpPr/>
              <p:nvPr/>
            </p:nvSpPr>
            <p:spPr>
              <a:xfrm>
                <a:off x="6838378" y="4767262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1" name="Google Shape;2031;p31"/>
              <p:cNvSpPr/>
              <p:nvPr/>
            </p:nvSpPr>
            <p:spPr>
              <a:xfrm>
                <a:off x="6629970" y="4707826"/>
                <a:ext cx="476345" cy="148589"/>
              </a:xfrm>
              <a:custGeom>
                <a:rect b="b" l="l" r="r" t="t"/>
                <a:pathLst>
                  <a:path extrusionOk="0" h="148589" w="476345">
                    <a:moveTo>
                      <a:pt x="416719" y="59436"/>
                    </a:moveTo>
                    <a:lnTo>
                      <a:pt x="416719" y="29718"/>
                    </a:lnTo>
                    <a:lnTo>
                      <a:pt x="357188" y="29718"/>
                    </a:lnTo>
                    <a:lnTo>
                      <a:pt x="357188" y="0"/>
                    </a:lnTo>
                    <a:lnTo>
                      <a:pt x="119063" y="0"/>
                    </a:lnTo>
                    <a:lnTo>
                      <a:pt x="119063" y="29718"/>
                    </a:lnTo>
                    <a:lnTo>
                      <a:pt x="59531" y="29718"/>
                    </a:lnTo>
                    <a:lnTo>
                      <a:pt x="59531" y="59436"/>
                    </a:lnTo>
                    <a:lnTo>
                      <a:pt x="0" y="59436"/>
                    </a:lnTo>
                    <a:lnTo>
                      <a:pt x="0" y="89154"/>
                    </a:lnTo>
                    <a:lnTo>
                      <a:pt x="59531" y="89154"/>
                    </a:lnTo>
                    <a:lnTo>
                      <a:pt x="59531" y="118872"/>
                    </a:lnTo>
                    <a:lnTo>
                      <a:pt x="148876" y="118872"/>
                    </a:lnTo>
                    <a:lnTo>
                      <a:pt x="148876" y="148590"/>
                    </a:lnTo>
                    <a:lnTo>
                      <a:pt x="327470" y="148590"/>
                    </a:lnTo>
                    <a:lnTo>
                      <a:pt x="327470" y="118872"/>
                    </a:lnTo>
                    <a:lnTo>
                      <a:pt x="416814" y="118872"/>
                    </a:lnTo>
                    <a:lnTo>
                      <a:pt x="416814" y="89154"/>
                    </a:lnTo>
                    <a:lnTo>
                      <a:pt x="476345" y="89154"/>
                    </a:lnTo>
                    <a:lnTo>
                      <a:pt x="476345" y="59436"/>
                    </a:lnTo>
                    <a:lnTo>
                      <a:pt x="416814" y="59436"/>
                    </a:lnTo>
                    <a:close/>
                    <a:moveTo>
                      <a:pt x="148876" y="89154"/>
                    </a:moveTo>
                    <a:lnTo>
                      <a:pt x="89345" y="89154"/>
                    </a:lnTo>
                    <a:lnTo>
                      <a:pt x="89345" y="59436"/>
                    </a:lnTo>
                    <a:lnTo>
                      <a:pt x="148876" y="59436"/>
                    </a:lnTo>
                    <a:lnTo>
                      <a:pt x="148876" y="89154"/>
                    </a:lnTo>
                    <a:close/>
                    <a:moveTo>
                      <a:pt x="267938" y="89154"/>
                    </a:moveTo>
                    <a:lnTo>
                      <a:pt x="208407" y="89154"/>
                    </a:lnTo>
                    <a:lnTo>
                      <a:pt x="208407" y="59436"/>
                    </a:lnTo>
                    <a:lnTo>
                      <a:pt x="267938" y="59436"/>
                    </a:lnTo>
                    <a:lnTo>
                      <a:pt x="267938" y="89154"/>
                    </a:lnTo>
                    <a:close/>
                    <a:moveTo>
                      <a:pt x="387001" y="89154"/>
                    </a:moveTo>
                    <a:lnTo>
                      <a:pt x="327470" y="89154"/>
                    </a:lnTo>
                    <a:lnTo>
                      <a:pt x="327470" y="59436"/>
                    </a:lnTo>
                    <a:lnTo>
                      <a:pt x="387001" y="59436"/>
                    </a:lnTo>
                    <a:lnTo>
                      <a:pt x="387001" y="89154"/>
                    </a:lnTo>
                    <a:close/>
                  </a:path>
                </a:pathLst>
              </a:custGeom>
              <a:solidFill>
                <a:srgbClr val="B1A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2" name="Google Shape;2032;p31"/>
              <p:cNvSpPr/>
              <p:nvPr/>
            </p:nvSpPr>
            <p:spPr>
              <a:xfrm>
                <a:off x="6957440" y="4767262"/>
                <a:ext cx="59531" cy="29718"/>
              </a:xfrm>
              <a:custGeom>
                <a:rect b="b" l="l" r="r" t="t"/>
                <a:pathLst>
                  <a:path extrusionOk="0" h="29718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33" name="Google Shape;2033;p31"/>
            <p:cNvSpPr/>
            <p:nvPr/>
          </p:nvSpPr>
          <p:spPr>
            <a:xfrm>
              <a:off x="7076503" y="4588668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4" name="Google Shape;2034;p31"/>
            <p:cNvSpPr/>
            <p:nvPr/>
          </p:nvSpPr>
          <p:spPr>
            <a:xfrm>
              <a:off x="7046689" y="4618482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5" name="Google Shape;2035;p31"/>
            <p:cNvSpPr/>
            <p:nvPr/>
          </p:nvSpPr>
          <p:spPr>
            <a:xfrm>
              <a:off x="6749033" y="4856607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6" name="Google Shape;2036;p31"/>
            <p:cNvSpPr/>
            <p:nvPr/>
          </p:nvSpPr>
          <p:spPr>
            <a:xfrm>
              <a:off x="6659784" y="4826793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7" name="Google Shape;2037;p31"/>
            <p:cNvSpPr/>
            <p:nvPr/>
          </p:nvSpPr>
          <p:spPr>
            <a:xfrm>
              <a:off x="6957440" y="4856607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8" name="Google Shape;2038;p31"/>
            <p:cNvSpPr/>
            <p:nvPr/>
          </p:nvSpPr>
          <p:spPr>
            <a:xfrm>
              <a:off x="7046689" y="4826793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9" name="Google Shape;2039;p31"/>
            <p:cNvSpPr/>
            <p:nvPr/>
          </p:nvSpPr>
          <p:spPr>
            <a:xfrm>
              <a:off x="7106221" y="4737544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0" name="Google Shape;2040;p31"/>
            <p:cNvSpPr/>
            <p:nvPr/>
          </p:nvSpPr>
          <p:spPr>
            <a:xfrm>
              <a:off x="6600253" y="4737544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1" name="Google Shape;2041;p31"/>
            <p:cNvSpPr/>
            <p:nvPr/>
          </p:nvSpPr>
          <p:spPr>
            <a:xfrm>
              <a:off x="6778846" y="4350543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2" name="Google Shape;2042;p31"/>
            <p:cNvSpPr/>
            <p:nvPr/>
          </p:nvSpPr>
          <p:spPr>
            <a:xfrm>
              <a:off x="6838378" y="4380357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3" name="Google Shape;2043;p31"/>
            <p:cNvSpPr/>
            <p:nvPr/>
          </p:nvSpPr>
          <p:spPr>
            <a:xfrm>
              <a:off x="6897909" y="4350543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4" name="Google Shape;2044;p31"/>
            <p:cNvSpPr/>
            <p:nvPr/>
          </p:nvSpPr>
          <p:spPr>
            <a:xfrm>
              <a:off x="6778846" y="4261294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5" name="Google Shape;2045;p31"/>
            <p:cNvSpPr/>
            <p:nvPr/>
          </p:nvSpPr>
          <p:spPr>
            <a:xfrm>
              <a:off x="7225283" y="4707731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6" name="Google Shape;2046;p31"/>
            <p:cNvSpPr/>
            <p:nvPr/>
          </p:nvSpPr>
          <p:spPr>
            <a:xfrm>
              <a:off x="6570439" y="4529137"/>
              <a:ext cx="59531" cy="59531"/>
            </a:xfrm>
            <a:custGeom>
              <a:rect b="b" l="l" r="r" t="t"/>
              <a:pathLst>
                <a:path extrusionOk="0" h="59531" w="59531">
                  <a:moveTo>
                    <a:pt x="0" y="0"/>
                  </a:moveTo>
                  <a:lnTo>
                    <a:pt x="59531" y="0"/>
                  </a:lnTo>
                  <a:lnTo>
                    <a:pt x="59531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7" name="Google Shape;2047;p31"/>
            <p:cNvSpPr/>
            <p:nvPr/>
          </p:nvSpPr>
          <p:spPr>
            <a:xfrm>
              <a:off x="6927627" y="5124450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8" name="Google Shape;2048;p31"/>
            <p:cNvSpPr/>
            <p:nvPr/>
          </p:nvSpPr>
          <p:spPr>
            <a:xfrm>
              <a:off x="7046689" y="5035105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9" name="Google Shape;2049;p31"/>
            <p:cNvSpPr/>
            <p:nvPr/>
          </p:nvSpPr>
          <p:spPr>
            <a:xfrm>
              <a:off x="7106221" y="4975669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0" name="Google Shape;2050;p31"/>
            <p:cNvSpPr/>
            <p:nvPr/>
          </p:nvSpPr>
          <p:spPr>
            <a:xfrm>
              <a:off x="6629971" y="5005387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1" name="Google Shape;2051;p31"/>
            <p:cNvSpPr/>
            <p:nvPr/>
          </p:nvSpPr>
          <p:spPr>
            <a:xfrm>
              <a:off x="6540721" y="4856607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2" name="Google Shape;2052;p31"/>
            <p:cNvSpPr/>
            <p:nvPr/>
          </p:nvSpPr>
          <p:spPr>
            <a:xfrm>
              <a:off x="6778846" y="5124450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3" name="Google Shape;2053;p31"/>
          <p:cNvGrpSpPr/>
          <p:nvPr/>
        </p:nvGrpSpPr>
        <p:grpSpPr>
          <a:xfrm>
            <a:off x="7422504" y="407117"/>
            <a:ext cx="892969" cy="1369314"/>
            <a:chOff x="4739829" y="1582292"/>
            <a:chExt cx="892969" cy="1369314"/>
          </a:xfrm>
        </p:grpSpPr>
        <p:sp>
          <p:nvSpPr>
            <p:cNvPr id="2054" name="Google Shape;2054;p31"/>
            <p:cNvSpPr/>
            <p:nvPr/>
          </p:nvSpPr>
          <p:spPr>
            <a:xfrm>
              <a:off x="4739829" y="1582292"/>
              <a:ext cx="892968" cy="1369314"/>
            </a:xfrm>
            <a:custGeom>
              <a:rect b="b" l="l" r="r" t="t"/>
              <a:pathLst>
                <a:path extrusionOk="0" h="1369314" w="892968">
                  <a:moveTo>
                    <a:pt x="387001" y="1339501"/>
                  </a:moveTo>
                  <a:lnTo>
                    <a:pt x="387001" y="1369314"/>
                  </a:lnTo>
                  <a:lnTo>
                    <a:pt x="684657" y="1369314"/>
                  </a:lnTo>
                  <a:lnTo>
                    <a:pt x="684657" y="1339501"/>
                  </a:lnTo>
                  <a:lnTo>
                    <a:pt x="803720" y="1339501"/>
                  </a:lnTo>
                  <a:lnTo>
                    <a:pt x="803720" y="1309688"/>
                  </a:lnTo>
                  <a:lnTo>
                    <a:pt x="833438" y="1309688"/>
                  </a:lnTo>
                  <a:lnTo>
                    <a:pt x="833438" y="1279970"/>
                  </a:lnTo>
                  <a:lnTo>
                    <a:pt x="863251" y="1279970"/>
                  </a:lnTo>
                  <a:lnTo>
                    <a:pt x="863251" y="1220438"/>
                  </a:lnTo>
                  <a:lnTo>
                    <a:pt x="833438" y="1220438"/>
                  </a:lnTo>
                  <a:lnTo>
                    <a:pt x="833438" y="1190625"/>
                  </a:lnTo>
                  <a:lnTo>
                    <a:pt x="803720" y="1190625"/>
                  </a:lnTo>
                  <a:lnTo>
                    <a:pt x="803720" y="1160907"/>
                  </a:lnTo>
                  <a:lnTo>
                    <a:pt x="773906" y="1160907"/>
                  </a:lnTo>
                  <a:lnTo>
                    <a:pt x="773906" y="1131189"/>
                  </a:lnTo>
                  <a:lnTo>
                    <a:pt x="803720" y="1131189"/>
                  </a:lnTo>
                  <a:lnTo>
                    <a:pt x="803720" y="1101376"/>
                  </a:lnTo>
                  <a:lnTo>
                    <a:pt x="833438" y="1101376"/>
                  </a:lnTo>
                  <a:lnTo>
                    <a:pt x="833438" y="1041845"/>
                  </a:lnTo>
                  <a:lnTo>
                    <a:pt x="863251" y="1041845"/>
                  </a:lnTo>
                  <a:lnTo>
                    <a:pt x="863251" y="952500"/>
                  </a:lnTo>
                  <a:lnTo>
                    <a:pt x="892969" y="952500"/>
                  </a:lnTo>
                  <a:lnTo>
                    <a:pt x="892969" y="774002"/>
                  </a:lnTo>
                  <a:lnTo>
                    <a:pt x="863251" y="774002"/>
                  </a:lnTo>
                  <a:lnTo>
                    <a:pt x="863251" y="684657"/>
                  </a:lnTo>
                  <a:lnTo>
                    <a:pt x="833438" y="684657"/>
                  </a:lnTo>
                  <a:lnTo>
                    <a:pt x="833438" y="625126"/>
                  </a:lnTo>
                  <a:lnTo>
                    <a:pt x="803720" y="625126"/>
                  </a:lnTo>
                  <a:lnTo>
                    <a:pt x="803720" y="595313"/>
                  </a:lnTo>
                  <a:lnTo>
                    <a:pt x="773906" y="595313"/>
                  </a:lnTo>
                  <a:lnTo>
                    <a:pt x="773906" y="565595"/>
                  </a:lnTo>
                  <a:lnTo>
                    <a:pt x="714375" y="565595"/>
                  </a:lnTo>
                  <a:lnTo>
                    <a:pt x="714375" y="535877"/>
                  </a:lnTo>
                  <a:lnTo>
                    <a:pt x="684657" y="535877"/>
                  </a:lnTo>
                  <a:lnTo>
                    <a:pt x="684657" y="506063"/>
                  </a:lnTo>
                  <a:lnTo>
                    <a:pt x="654844" y="506063"/>
                  </a:lnTo>
                  <a:lnTo>
                    <a:pt x="654844" y="476250"/>
                  </a:lnTo>
                  <a:lnTo>
                    <a:pt x="684657" y="476250"/>
                  </a:lnTo>
                  <a:lnTo>
                    <a:pt x="684657" y="446532"/>
                  </a:lnTo>
                  <a:lnTo>
                    <a:pt x="654844" y="446532"/>
                  </a:lnTo>
                  <a:lnTo>
                    <a:pt x="654844" y="416814"/>
                  </a:lnTo>
                  <a:lnTo>
                    <a:pt x="684657" y="416814"/>
                  </a:lnTo>
                  <a:lnTo>
                    <a:pt x="684657" y="357188"/>
                  </a:lnTo>
                  <a:lnTo>
                    <a:pt x="654844" y="357188"/>
                  </a:lnTo>
                  <a:lnTo>
                    <a:pt x="654844" y="327470"/>
                  </a:lnTo>
                  <a:lnTo>
                    <a:pt x="684657" y="327470"/>
                  </a:lnTo>
                  <a:lnTo>
                    <a:pt x="684657" y="267938"/>
                  </a:lnTo>
                  <a:lnTo>
                    <a:pt x="714375" y="267938"/>
                  </a:lnTo>
                  <a:lnTo>
                    <a:pt x="714375" y="178689"/>
                  </a:lnTo>
                  <a:lnTo>
                    <a:pt x="684657" y="178689"/>
                  </a:lnTo>
                  <a:lnTo>
                    <a:pt x="684657" y="59627"/>
                  </a:lnTo>
                  <a:lnTo>
                    <a:pt x="654844" y="59627"/>
                  </a:lnTo>
                  <a:lnTo>
                    <a:pt x="654844" y="29813"/>
                  </a:lnTo>
                  <a:lnTo>
                    <a:pt x="625126" y="29813"/>
                  </a:lnTo>
                  <a:lnTo>
                    <a:pt x="625126" y="0"/>
                  </a:lnTo>
                  <a:lnTo>
                    <a:pt x="535781" y="0"/>
                  </a:lnTo>
                  <a:lnTo>
                    <a:pt x="535781" y="29813"/>
                  </a:lnTo>
                  <a:lnTo>
                    <a:pt x="506063" y="29813"/>
                  </a:lnTo>
                  <a:lnTo>
                    <a:pt x="506063" y="59627"/>
                  </a:lnTo>
                  <a:lnTo>
                    <a:pt x="476250" y="59627"/>
                  </a:lnTo>
                  <a:lnTo>
                    <a:pt x="476250" y="89345"/>
                  </a:lnTo>
                  <a:lnTo>
                    <a:pt x="446532" y="89345"/>
                  </a:lnTo>
                  <a:lnTo>
                    <a:pt x="446532" y="119063"/>
                  </a:lnTo>
                  <a:lnTo>
                    <a:pt x="416719" y="119063"/>
                  </a:lnTo>
                  <a:lnTo>
                    <a:pt x="416719" y="208407"/>
                  </a:lnTo>
                  <a:lnTo>
                    <a:pt x="387001" y="208407"/>
                  </a:lnTo>
                  <a:lnTo>
                    <a:pt x="387001" y="267938"/>
                  </a:lnTo>
                  <a:lnTo>
                    <a:pt x="416719" y="267938"/>
                  </a:lnTo>
                  <a:lnTo>
                    <a:pt x="416719" y="327470"/>
                  </a:lnTo>
                  <a:lnTo>
                    <a:pt x="416719" y="357188"/>
                  </a:lnTo>
                  <a:lnTo>
                    <a:pt x="387001" y="357188"/>
                  </a:lnTo>
                  <a:lnTo>
                    <a:pt x="387001" y="416814"/>
                  </a:lnTo>
                  <a:lnTo>
                    <a:pt x="416719" y="416814"/>
                  </a:lnTo>
                  <a:lnTo>
                    <a:pt x="416719" y="446532"/>
                  </a:lnTo>
                  <a:lnTo>
                    <a:pt x="387001" y="446532"/>
                  </a:lnTo>
                  <a:lnTo>
                    <a:pt x="387001" y="476250"/>
                  </a:lnTo>
                  <a:lnTo>
                    <a:pt x="416719" y="476250"/>
                  </a:lnTo>
                  <a:lnTo>
                    <a:pt x="416719" y="506063"/>
                  </a:lnTo>
                  <a:lnTo>
                    <a:pt x="387001" y="506063"/>
                  </a:lnTo>
                  <a:lnTo>
                    <a:pt x="387001" y="535877"/>
                  </a:lnTo>
                  <a:lnTo>
                    <a:pt x="357188" y="535877"/>
                  </a:lnTo>
                  <a:lnTo>
                    <a:pt x="357188" y="565595"/>
                  </a:lnTo>
                  <a:lnTo>
                    <a:pt x="297656" y="565595"/>
                  </a:lnTo>
                  <a:lnTo>
                    <a:pt x="297656" y="595313"/>
                  </a:lnTo>
                  <a:lnTo>
                    <a:pt x="267938" y="595313"/>
                  </a:lnTo>
                  <a:lnTo>
                    <a:pt x="267938" y="625126"/>
                  </a:lnTo>
                  <a:lnTo>
                    <a:pt x="238125" y="625126"/>
                  </a:lnTo>
                  <a:lnTo>
                    <a:pt x="238125" y="684657"/>
                  </a:lnTo>
                  <a:lnTo>
                    <a:pt x="208407" y="684657"/>
                  </a:lnTo>
                  <a:lnTo>
                    <a:pt x="208407" y="774002"/>
                  </a:lnTo>
                  <a:lnTo>
                    <a:pt x="178594" y="774002"/>
                  </a:lnTo>
                  <a:lnTo>
                    <a:pt x="178594" y="952500"/>
                  </a:lnTo>
                  <a:lnTo>
                    <a:pt x="89345" y="952500"/>
                  </a:lnTo>
                  <a:lnTo>
                    <a:pt x="89345" y="982313"/>
                  </a:lnTo>
                  <a:lnTo>
                    <a:pt x="59531" y="982313"/>
                  </a:lnTo>
                  <a:lnTo>
                    <a:pt x="59531" y="1012127"/>
                  </a:lnTo>
                  <a:lnTo>
                    <a:pt x="29813" y="1012127"/>
                  </a:lnTo>
                  <a:lnTo>
                    <a:pt x="29813" y="1071563"/>
                  </a:lnTo>
                  <a:lnTo>
                    <a:pt x="0" y="1071563"/>
                  </a:lnTo>
                  <a:lnTo>
                    <a:pt x="0" y="1279970"/>
                  </a:lnTo>
                  <a:lnTo>
                    <a:pt x="29813" y="1279970"/>
                  </a:lnTo>
                  <a:lnTo>
                    <a:pt x="29813" y="1309688"/>
                  </a:lnTo>
                  <a:lnTo>
                    <a:pt x="267938" y="1309688"/>
                  </a:lnTo>
                  <a:lnTo>
                    <a:pt x="267938" y="1339501"/>
                  </a:lnTo>
                  <a:lnTo>
                    <a:pt x="387001" y="1339501"/>
                  </a:lnTo>
                  <a:close/>
                </a:path>
              </a:pathLst>
            </a:custGeom>
            <a:noFill/>
            <a:ln cap="flat" cmpd="sng" w="59525">
              <a:solidFill>
                <a:srgbClr val="F1C23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5" name="Google Shape;2055;p31"/>
            <p:cNvSpPr/>
            <p:nvPr/>
          </p:nvSpPr>
          <p:spPr>
            <a:xfrm>
              <a:off x="5097017" y="2743200"/>
              <a:ext cx="89249" cy="29718"/>
            </a:xfrm>
            <a:custGeom>
              <a:rect b="b" l="l" r="r" t="t"/>
              <a:pathLst>
                <a:path extrusionOk="0" h="29718" w="89249">
                  <a:moveTo>
                    <a:pt x="0" y="0"/>
                  </a:moveTo>
                  <a:lnTo>
                    <a:pt x="89249" y="0"/>
                  </a:lnTo>
                  <a:lnTo>
                    <a:pt x="89249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6" name="Google Shape;2056;p31"/>
            <p:cNvSpPr/>
            <p:nvPr/>
          </p:nvSpPr>
          <p:spPr>
            <a:xfrm>
              <a:off x="4948237" y="2534793"/>
              <a:ext cx="29718" cy="89344"/>
            </a:xfrm>
            <a:custGeom>
              <a:rect b="b" l="l" r="r" t="t"/>
              <a:pathLst>
                <a:path extrusionOk="0" h="89344" w="29718">
                  <a:moveTo>
                    <a:pt x="0" y="0"/>
                  </a:moveTo>
                  <a:lnTo>
                    <a:pt x="29718" y="0"/>
                  </a:lnTo>
                  <a:lnTo>
                    <a:pt x="29718" y="89345"/>
                  </a:lnTo>
                  <a:lnTo>
                    <a:pt x="0" y="89345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7" name="Google Shape;2057;p31"/>
            <p:cNvSpPr/>
            <p:nvPr/>
          </p:nvSpPr>
          <p:spPr>
            <a:xfrm>
              <a:off x="5394673" y="2296668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8" name="Google Shape;2058;p31"/>
            <p:cNvSpPr/>
            <p:nvPr/>
          </p:nvSpPr>
          <p:spPr>
            <a:xfrm>
              <a:off x="5394673" y="2326481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9" name="Google Shape;2059;p31"/>
            <p:cNvSpPr/>
            <p:nvPr/>
          </p:nvSpPr>
          <p:spPr>
            <a:xfrm>
              <a:off x="5394673" y="2356294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0" name="Google Shape;2060;p31"/>
            <p:cNvSpPr/>
            <p:nvPr/>
          </p:nvSpPr>
          <p:spPr>
            <a:xfrm>
              <a:off x="5394673" y="2266950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1" name="Google Shape;2061;p31"/>
            <p:cNvSpPr/>
            <p:nvPr/>
          </p:nvSpPr>
          <p:spPr>
            <a:xfrm>
              <a:off x="5037486" y="2713482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2" name="Google Shape;2062;p31"/>
            <p:cNvSpPr/>
            <p:nvPr/>
          </p:nvSpPr>
          <p:spPr>
            <a:xfrm>
              <a:off x="4977955" y="2624137"/>
              <a:ext cx="29718" cy="59531"/>
            </a:xfrm>
            <a:custGeom>
              <a:rect b="b" l="l" r="r" t="t"/>
              <a:pathLst>
                <a:path extrusionOk="0" h="59531" w="29718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3" name="Google Shape;2063;p31"/>
            <p:cNvSpPr/>
            <p:nvPr/>
          </p:nvSpPr>
          <p:spPr>
            <a:xfrm>
              <a:off x="5007768" y="2683668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4" name="Google Shape;2064;p31"/>
            <p:cNvSpPr/>
            <p:nvPr/>
          </p:nvSpPr>
          <p:spPr>
            <a:xfrm>
              <a:off x="4918423" y="2356294"/>
              <a:ext cx="29718" cy="178593"/>
            </a:xfrm>
            <a:custGeom>
              <a:rect b="b" l="l" r="r" t="t"/>
              <a:pathLst>
                <a:path extrusionOk="0" h="178593" w="29718">
                  <a:moveTo>
                    <a:pt x="0" y="0"/>
                  </a:moveTo>
                  <a:lnTo>
                    <a:pt x="29718" y="0"/>
                  </a:lnTo>
                  <a:lnTo>
                    <a:pt x="29718" y="178594"/>
                  </a:lnTo>
                  <a:lnTo>
                    <a:pt x="0" y="178594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5" name="Google Shape;2065;p31"/>
            <p:cNvSpPr/>
            <p:nvPr/>
          </p:nvSpPr>
          <p:spPr>
            <a:xfrm>
              <a:off x="5186362" y="2088356"/>
              <a:ext cx="178593" cy="29717"/>
            </a:xfrm>
            <a:custGeom>
              <a:rect b="b" l="l" r="r" t="t"/>
              <a:pathLst>
                <a:path extrusionOk="0" h="29717" w="178593">
                  <a:moveTo>
                    <a:pt x="0" y="0"/>
                  </a:moveTo>
                  <a:lnTo>
                    <a:pt x="178594" y="0"/>
                  </a:lnTo>
                  <a:lnTo>
                    <a:pt x="178594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6" name="Google Shape;2066;p31"/>
            <p:cNvSpPr/>
            <p:nvPr/>
          </p:nvSpPr>
          <p:spPr>
            <a:xfrm>
              <a:off x="5186362" y="2772918"/>
              <a:ext cx="178593" cy="29718"/>
            </a:xfrm>
            <a:custGeom>
              <a:rect b="b" l="l" r="r" t="t"/>
              <a:pathLst>
                <a:path extrusionOk="0" h="29718" w="178593">
                  <a:moveTo>
                    <a:pt x="0" y="0"/>
                  </a:moveTo>
                  <a:lnTo>
                    <a:pt x="178594" y="0"/>
                  </a:lnTo>
                  <a:lnTo>
                    <a:pt x="178594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7" name="Google Shape;2067;p31"/>
            <p:cNvSpPr/>
            <p:nvPr/>
          </p:nvSpPr>
          <p:spPr>
            <a:xfrm>
              <a:off x="5335142" y="2683668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8" name="Google Shape;2068;p31"/>
            <p:cNvSpPr/>
            <p:nvPr/>
          </p:nvSpPr>
          <p:spPr>
            <a:xfrm>
              <a:off x="5126830" y="2683668"/>
              <a:ext cx="89249" cy="29718"/>
            </a:xfrm>
            <a:custGeom>
              <a:rect b="b" l="l" r="r" t="t"/>
              <a:pathLst>
                <a:path extrusionOk="0" h="29718" w="89249">
                  <a:moveTo>
                    <a:pt x="0" y="0"/>
                  </a:moveTo>
                  <a:lnTo>
                    <a:pt x="89249" y="0"/>
                  </a:lnTo>
                  <a:lnTo>
                    <a:pt x="89249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9" name="Google Shape;2069;p31"/>
            <p:cNvSpPr/>
            <p:nvPr/>
          </p:nvSpPr>
          <p:spPr>
            <a:xfrm>
              <a:off x="5216080" y="2713482"/>
              <a:ext cx="119062" cy="29718"/>
            </a:xfrm>
            <a:custGeom>
              <a:rect b="b" l="l" r="r" t="t"/>
              <a:pathLst>
                <a:path extrusionOk="0" h="29718" w="119062">
                  <a:moveTo>
                    <a:pt x="0" y="0"/>
                  </a:moveTo>
                  <a:lnTo>
                    <a:pt x="119062" y="0"/>
                  </a:lnTo>
                  <a:lnTo>
                    <a:pt x="119062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0" name="Google Shape;2070;p31"/>
            <p:cNvSpPr/>
            <p:nvPr/>
          </p:nvSpPr>
          <p:spPr>
            <a:xfrm>
              <a:off x="5216080" y="2147887"/>
              <a:ext cx="119062" cy="29718"/>
            </a:xfrm>
            <a:custGeom>
              <a:rect b="b" l="l" r="r" t="t"/>
              <a:pathLst>
                <a:path extrusionOk="0" h="29718" w="119062">
                  <a:moveTo>
                    <a:pt x="0" y="0"/>
                  </a:moveTo>
                  <a:lnTo>
                    <a:pt x="119062" y="0"/>
                  </a:lnTo>
                  <a:lnTo>
                    <a:pt x="119062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1" name="Google Shape;2071;p31"/>
            <p:cNvSpPr/>
            <p:nvPr/>
          </p:nvSpPr>
          <p:spPr>
            <a:xfrm>
              <a:off x="5335142" y="2177605"/>
              <a:ext cx="89249" cy="29718"/>
            </a:xfrm>
            <a:custGeom>
              <a:rect b="b" l="l" r="r" t="t"/>
              <a:pathLst>
                <a:path extrusionOk="0" h="29718" w="89249">
                  <a:moveTo>
                    <a:pt x="0" y="0"/>
                  </a:moveTo>
                  <a:lnTo>
                    <a:pt x="89249" y="0"/>
                  </a:lnTo>
                  <a:lnTo>
                    <a:pt x="89249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2" name="Google Shape;2072;p31"/>
            <p:cNvSpPr/>
            <p:nvPr/>
          </p:nvSpPr>
          <p:spPr>
            <a:xfrm>
              <a:off x="5126830" y="2177605"/>
              <a:ext cx="89249" cy="29718"/>
            </a:xfrm>
            <a:custGeom>
              <a:rect b="b" l="l" r="r" t="t"/>
              <a:pathLst>
                <a:path extrusionOk="0" h="29718" w="89249">
                  <a:moveTo>
                    <a:pt x="0" y="0"/>
                  </a:moveTo>
                  <a:lnTo>
                    <a:pt x="89249" y="0"/>
                  </a:lnTo>
                  <a:lnTo>
                    <a:pt x="89249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3" name="Google Shape;2073;p31"/>
            <p:cNvSpPr/>
            <p:nvPr/>
          </p:nvSpPr>
          <p:spPr>
            <a:xfrm>
              <a:off x="5097017" y="2118169"/>
              <a:ext cx="29717" cy="29717"/>
            </a:xfrm>
            <a:custGeom>
              <a:rect b="b" l="l" r="r" t="t"/>
              <a:pathLst>
                <a:path extrusionOk="0" h="29717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4" name="Google Shape;2074;p31"/>
            <p:cNvSpPr/>
            <p:nvPr/>
          </p:nvSpPr>
          <p:spPr>
            <a:xfrm>
              <a:off x="4948237" y="2266950"/>
              <a:ext cx="29718" cy="89344"/>
            </a:xfrm>
            <a:custGeom>
              <a:rect b="b" l="l" r="r" t="t"/>
              <a:pathLst>
                <a:path extrusionOk="0" h="89344" w="29718">
                  <a:moveTo>
                    <a:pt x="0" y="0"/>
                  </a:moveTo>
                  <a:lnTo>
                    <a:pt x="29718" y="0"/>
                  </a:lnTo>
                  <a:lnTo>
                    <a:pt x="29718" y="89344"/>
                  </a:lnTo>
                  <a:lnTo>
                    <a:pt x="0" y="89344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5" name="Google Shape;2075;p31"/>
            <p:cNvSpPr/>
            <p:nvPr/>
          </p:nvSpPr>
          <p:spPr>
            <a:xfrm>
              <a:off x="5037486" y="2147887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6" name="Google Shape;2076;p31"/>
            <p:cNvSpPr/>
            <p:nvPr/>
          </p:nvSpPr>
          <p:spPr>
            <a:xfrm>
              <a:off x="4977955" y="2207418"/>
              <a:ext cx="29718" cy="59531"/>
            </a:xfrm>
            <a:custGeom>
              <a:rect b="b" l="l" r="r" t="t"/>
              <a:pathLst>
                <a:path extrusionOk="0" h="59531" w="29718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7" name="Google Shape;2077;p31"/>
            <p:cNvSpPr/>
            <p:nvPr/>
          </p:nvSpPr>
          <p:spPr>
            <a:xfrm>
              <a:off x="5007768" y="2177605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8" name="Google Shape;2078;p31"/>
            <p:cNvSpPr/>
            <p:nvPr/>
          </p:nvSpPr>
          <p:spPr>
            <a:xfrm>
              <a:off x="5364955" y="2743200"/>
              <a:ext cx="89249" cy="29718"/>
            </a:xfrm>
            <a:custGeom>
              <a:rect b="b" l="l" r="r" t="t"/>
              <a:pathLst>
                <a:path extrusionOk="0" h="29718" w="89249">
                  <a:moveTo>
                    <a:pt x="0" y="0"/>
                  </a:moveTo>
                  <a:lnTo>
                    <a:pt x="89249" y="0"/>
                  </a:lnTo>
                  <a:lnTo>
                    <a:pt x="89249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9" name="Google Shape;2079;p31"/>
            <p:cNvSpPr/>
            <p:nvPr/>
          </p:nvSpPr>
          <p:spPr>
            <a:xfrm>
              <a:off x="5573267" y="2534793"/>
              <a:ext cx="29718" cy="89344"/>
            </a:xfrm>
            <a:custGeom>
              <a:rect b="b" l="l" r="r" t="t"/>
              <a:pathLst>
                <a:path extrusionOk="0" h="89344" w="29718">
                  <a:moveTo>
                    <a:pt x="0" y="0"/>
                  </a:moveTo>
                  <a:lnTo>
                    <a:pt x="29718" y="0"/>
                  </a:lnTo>
                  <a:lnTo>
                    <a:pt x="29718" y="89345"/>
                  </a:lnTo>
                  <a:lnTo>
                    <a:pt x="0" y="89345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0" name="Google Shape;2080;p31"/>
            <p:cNvSpPr/>
            <p:nvPr/>
          </p:nvSpPr>
          <p:spPr>
            <a:xfrm>
              <a:off x="5454205" y="2713482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1" name="Google Shape;2081;p31"/>
            <p:cNvSpPr/>
            <p:nvPr/>
          </p:nvSpPr>
          <p:spPr>
            <a:xfrm>
              <a:off x="5543549" y="2624137"/>
              <a:ext cx="29718" cy="59531"/>
            </a:xfrm>
            <a:custGeom>
              <a:rect b="b" l="l" r="r" t="t"/>
              <a:pathLst>
                <a:path extrusionOk="0" h="59531" w="29718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2" name="Google Shape;2082;p31"/>
            <p:cNvSpPr/>
            <p:nvPr/>
          </p:nvSpPr>
          <p:spPr>
            <a:xfrm>
              <a:off x="5513736" y="2683668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3" name="Google Shape;2083;p31"/>
            <p:cNvSpPr/>
            <p:nvPr/>
          </p:nvSpPr>
          <p:spPr>
            <a:xfrm>
              <a:off x="5603080" y="2356294"/>
              <a:ext cx="29718" cy="178593"/>
            </a:xfrm>
            <a:custGeom>
              <a:rect b="b" l="l" r="r" t="t"/>
              <a:pathLst>
                <a:path extrusionOk="0" h="178593" w="29718">
                  <a:moveTo>
                    <a:pt x="0" y="0"/>
                  </a:moveTo>
                  <a:lnTo>
                    <a:pt x="29718" y="0"/>
                  </a:lnTo>
                  <a:lnTo>
                    <a:pt x="29718" y="178594"/>
                  </a:lnTo>
                  <a:lnTo>
                    <a:pt x="0" y="178594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4" name="Google Shape;2084;p31"/>
            <p:cNvSpPr/>
            <p:nvPr/>
          </p:nvSpPr>
          <p:spPr>
            <a:xfrm>
              <a:off x="5424487" y="2118169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5" name="Google Shape;2085;p31"/>
            <p:cNvSpPr/>
            <p:nvPr/>
          </p:nvSpPr>
          <p:spPr>
            <a:xfrm>
              <a:off x="5573267" y="2266950"/>
              <a:ext cx="29718" cy="89344"/>
            </a:xfrm>
            <a:custGeom>
              <a:rect b="b" l="l" r="r" t="t"/>
              <a:pathLst>
                <a:path extrusionOk="0" h="89344" w="29718">
                  <a:moveTo>
                    <a:pt x="0" y="0"/>
                  </a:moveTo>
                  <a:lnTo>
                    <a:pt x="29718" y="0"/>
                  </a:lnTo>
                  <a:lnTo>
                    <a:pt x="29718" y="89344"/>
                  </a:lnTo>
                  <a:lnTo>
                    <a:pt x="0" y="89344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6" name="Google Shape;2086;p31"/>
            <p:cNvSpPr/>
            <p:nvPr/>
          </p:nvSpPr>
          <p:spPr>
            <a:xfrm>
              <a:off x="5454205" y="2147887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7" name="Google Shape;2087;p31"/>
            <p:cNvSpPr/>
            <p:nvPr/>
          </p:nvSpPr>
          <p:spPr>
            <a:xfrm>
              <a:off x="5543549" y="2207418"/>
              <a:ext cx="29718" cy="59531"/>
            </a:xfrm>
            <a:custGeom>
              <a:rect b="b" l="l" r="r" t="t"/>
              <a:pathLst>
                <a:path extrusionOk="0" h="59531" w="29718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8" name="Google Shape;2088;p31"/>
            <p:cNvSpPr/>
            <p:nvPr/>
          </p:nvSpPr>
          <p:spPr>
            <a:xfrm>
              <a:off x="5513736" y="2177605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9" name="Google Shape;2089;p31"/>
            <p:cNvSpPr/>
            <p:nvPr/>
          </p:nvSpPr>
          <p:spPr>
            <a:xfrm>
              <a:off x="5126830" y="2921793"/>
              <a:ext cx="297656" cy="29718"/>
            </a:xfrm>
            <a:custGeom>
              <a:rect b="b" l="l" r="r" t="t"/>
              <a:pathLst>
                <a:path extrusionOk="0" h="29718" w="297656">
                  <a:moveTo>
                    <a:pt x="0" y="0"/>
                  </a:moveTo>
                  <a:lnTo>
                    <a:pt x="297656" y="0"/>
                  </a:lnTo>
                  <a:lnTo>
                    <a:pt x="297656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0" name="Google Shape;2090;p31"/>
            <p:cNvSpPr/>
            <p:nvPr/>
          </p:nvSpPr>
          <p:spPr>
            <a:xfrm>
              <a:off x="5424487" y="2891980"/>
              <a:ext cx="119062" cy="29718"/>
            </a:xfrm>
            <a:custGeom>
              <a:rect b="b" l="l" r="r" t="t"/>
              <a:pathLst>
                <a:path extrusionOk="0" h="29718" w="119062">
                  <a:moveTo>
                    <a:pt x="0" y="0"/>
                  </a:moveTo>
                  <a:lnTo>
                    <a:pt x="119063" y="0"/>
                  </a:lnTo>
                  <a:lnTo>
                    <a:pt x="119063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1" name="Google Shape;2091;p31"/>
            <p:cNvSpPr/>
            <p:nvPr/>
          </p:nvSpPr>
          <p:spPr>
            <a:xfrm>
              <a:off x="5007768" y="2891980"/>
              <a:ext cx="119062" cy="29718"/>
            </a:xfrm>
            <a:custGeom>
              <a:rect b="b" l="l" r="r" t="t"/>
              <a:pathLst>
                <a:path extrusionOk="0" h="29718" w="119062">
                  <a:moveTo>
                    <a:pt x="0" y="0"/>
                  </a:moveTo>
                  <a:lnTo>
                    <a:pt x="119063" y="0"/>
                  </a:lnTo>
                  <a:lnTo>
                    <a:pt x="119063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2" name="Google Shape;2092;p31"/>
            <p:cNvSpPr/>
            <p:nvPr/>
          </p:nvSpPr>
          <p:spPr>
            <a:xfrm>
              <a:off x="5543549" y="2862262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3" name="Google Shape;2093;p31"/>
            <p:cNvSpPr/>
            <p:nvPr/>
          </p:nvSpPr>
          <p:spPr>
            <a:xfrm>
              <a:off x="4948237" y="2802731"/>
              <a:ext cx="29718" cy="59531"/>
            </a:xfrm>
            <a:custGeom>
              <a:rect b="b" l="l" r="r" t="t"/>
              <a:pathLst>
                <a:path extrusionOk="0" h="59531" w="29718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4" name="Google Shape;2094;p31"/>
            <p:cNvSpPr/>
            <p:nvPr/>
          </p:nvSpPr>
          <p:spPr>
            <a:xfrm>
              <a:off x="5007768" y="2802731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5" name="Google Shape;2095;p31"/>
            <p:cNvSpPr/>
            <p:nvPr/>
          </p:nvSpPr>
          <p:spPr>
            <a:xfrm>
              <a:off x="5513736" y="2802731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6" name="Google Shape;2096;p31"/>
            <p:cNvSpPr/>
            <p:nvPr/>
          </p:nvSpPr>
          <p:spPr>
            <a:xfrm>
              <a:off x="5037486" y="2832544"/>
              <a:ext cx="119062" cy="29718"/>
            </a:xfrm>
            <a:custGeom>
              <a:rect b="b" l="l" r="r" t="t"/>
              <a:pathLst>
                <a:path extrusionOk="0" h="29718" w="119062">
                  <a:moveTo>
                    <a:pt x="0" y="0"/>
                  </a:moveTo>
                  <a:lnTo>
                    <a:pt x="119062" y="0"/>
                  </a:lnTo>
                  <a:lnTo>
                    <a:pt x="119062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7" name="Google Shape;2097;p31"/>
            <p:cNvSpPr/>
            <p:nvPr/>
          </p:nvSpPr>
          <p:spPr>
            <a:xfrm>
              <a:off x="5394673" y="2832544"/>
              <a:ext cx="119062" cy="29718"/>
            </a:xfrm>
            <a:custGeom>
              <a:rect b="b" l="l" r="r" t="t"/>
              <a:pathLst>
                <a:path extrusionOk="0" h="29718" w="119062">
                  <a:moveTo>
                    <a:pt x="0" y="0"/>
                  </a:moveTo>
                  <a:lnTo>
                    <a:pt x="119063" y="0"/>
                  </a:lnTo>
                  <a:lnTo>
                    <a:pt x="119063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8" name="Google Shape;2098;p31"/>
            <p:cNvSpPr/>
            <p:nvPr/>
          </p:nvSpPr>
          <p:spPr>
            <a:xfrm>
              <a:off x="5156548" y="2862262"/>
              <a:ext cx="238125" cy="29718"/>
            </a:xfrm>
            <a:custGeom>
              <a:rect b="b" l="l" r="r" t="t"/>
              <a:pathLst>
                <a:path extrusionOk="0" h="29718" w="238125">
                  <a:moveTo>
                    <a:pt x="0" y="0"/>
                  </a:moveTo>
                  <a:lnTo>
                    <a:pt x="238125" y="0"/>
                  </a:lnTo>
                  <a:lnTo>
                    <a:pt x="238125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9" name="Google Shape;2099;p31"/>
            <p:cNvSpPr/>
            <p:nvPr/>
          </p:nvSpPr>
          <p:spPr>
            <a:xfrm>
              <a:off x="5573267" y="2802731"/>
              <a:ext cx="29718" cy="59531"/>
            </a:xfrm>
            <a:custGeom>
              <a:rect b="b" l="l" r="r" t="t"/>
              <a:pathLst>
                <a:path extrusionOk="0" h="59531" w="29718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0" name="Google Shape;2100;p31"/>
            <p:cNvSpPr/>
            <p:nvPr/>
          </p:nvSpPr>
          <p:spPr>
            <a:xfrm>
              <a:off x="4977955" y="2772918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1" name="Google Shape;2101;p31"/>
            <p:cNvSpPr/>
            <p:nvPr/>
          </p:nvSpPr>
          <p:spPr>
            <a:xfrm>
              <a:off x="5543549" y="2772918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2" name="Google Shape;2102;p31"/>
            <p:cNvSpPr/>
            <p:nvPr/>
          </p:nvSpPr>
          <p:spPr>
            <a:xfrm>
              <a:off x="5007768" y="2743200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3" name="Google Shape;2103;p31"/>
            <p:cNvSpPr/>
            <p:nvPr/>
          </p:nvSpPr>
          <p:spPr>
            <a:xfrm>
              <a:off x="5007768" y="2743200"/>
              <a:ext cx="535781" cy="119062"/>
            </a:xfrm>
            <a:custGeom>
              <a:rect b="b" l="l" r="r" t="t"/>
              <a:pathLst>
                <a:path extrusionOk="0" h="119062" w="535781">
                  <a:moveTo>
                    <a:pt x="535781" y="29718"/>
                  </a:moveTo>
                  <a:lnTo>
                    <a:pt x="535781" y="59531"/>
                  </a:lnTo>
                  <a:lnTo>
                    <a:pt x="505968" y="59531"/>
                  </a:lnTo>
                  <a:lnTo>
                    <a:pt x="505968" y="89345"/>
                  </a:lnTo>
                  <a:lnTo>
                    <a:pt x="386906" y="89345"/>
                  </a:lnTo>
                  <a:lnTo>
                    <a:pt x="386906" y="119063"/>
                  </a:lnTo>
                  <a:lnTo>
                    <a:pt x="148780" y="119063"/>
                  </a:lnTo>
                  <a:lnTo>
                    <a:pt x="148780" y="89345"/>
                  </a:lnTo>
                  <a:lnTo>
                    <a:pt x="29718" y="89345"/>
                  </a:lnTo>
                  <a:lnTo>
                    <a:pt x="29718" y="59531"/>
                  </a:lnTo>
                  <a:lnTo>
                    <a:pt x="0" y="59531"/>
                  </a:lnTo>
                  <a:lnTo>
                    <a:pt x="0" y="29718"/>
                  </a:lnTo>
                  <a:lnTo>
                    <a:pt x="29718" y="29718"/>
                  </a:lnTo>
                  <a:lnTo>
                    <a:pt x="29718" y="0"/>
                  </a:lnTo>
                  <a:lnTo>
                    <a:pt x="89249" y="0"/>
                  </a:lnTo>
                  <a:lnTo>
                    <a:pt x="89249" y="29718"/>
                  </a:lnTo>
                  <a:lnTo>
                    <a:pt x="178594" y="29718"/>
                  </a:lnTo>
                  <a:lnTo>
                    <a:pt x="178594" y="59531"/>
                  </a:lnTo>
                  <a:lnTo>
                    <a:pt x="357188" y="59531"/>
                  </a:lnTo>
                  <a:lnTo>
                    <a:pt x="357188" y="29718"/>
                  </a:lnTo>
                  <a:lnTo>
                    <a:pt x="446437" y="29718"/>
                  </a:lnTo>
                  <a:lnTo>
                    <a:pt x="446437" y="0"/>
                  </a:lnTo>
                  <a:lnTo>
                    <a:pt x="505968" y="0"/>
                  </a:lnTo>
                  <a:lnTo>
                    <a:pt x="505968" y="29718"/>
                  </a:lnTo>
                  <a:lnTo>
                    <a:pt x="535781" y="29718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4" name="Google Shape;2104;p31"/>
            <p:cNvSpPr/>
            <p:nvPr/>
          </p:nvSpPr>
          <p:spPr>
            <a:xfrm>
              <a:off x="5513736" y="2743200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5" name="Google Shape;2105;p31"/>
            <p:cNvSpPr/>
            <p:nvPr/>
          </p:nvSpPr>
          <p:spPr>
            <a:xfrm>
              <a:off x="5394673" y="2653855"/>
              <a:ext cx="89249" cy="29718"/>
            </a:xfrm>
            <a:custGeom>
              <a:rect b="b" l="l" r="r" t="t"/>
              <a:pathLst>
                <a:path extrusionOk="0" h="29718" w="89249">
                  <a:moveTo>
                    <a:pt x="0" y="0"/>
                  </a:moveTo>
                  <a:lnTo>
                    <a:pt x="89249" y="0"/>
                  </a:lnTo>
                  <a:lnTo>
                    <a:pt x="89249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6" name="Google Shape;2106;p31"/>
            <p:cNvSpPr/>
            <p:nvPr/>
          </p:nvSpPr>
          <p:spPr>
            <a:xfrm>
              <a:off x="5424487" y="2207418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7" name="Google Shape;2107;p31"/>
            <p:cNvSpPr/>
            <p:nvPr/>
          </p:nvSpPr>
          <p:spPr>
            <a:xfrm>
              <a:off x="5067299" y="2207418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8" name="Google Shape;2108;p31"/>
            <p:cNvSpPr/>
            <p:nvPr/>
          </p:nvSpPr>
          <p:spPr>
            <a:xfrm>
              <a:off x="5067299" y="2653855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9" name="Google Shape;2109;p31"/>
            <p:cNvSpPr/>
            <p:nvPr/>
          </p:nvSpPr>
          <p:spPr>
            <a:xfrm>
              <a:off x="5484018" y="2594419"/>
              <a:ext cx="29718" cy="59531"/>
            </a:xfrm>
            <a:custGeom>
              <a:rect b="b" l="l" r="r" t="t"/>
              <a:pathLst>
                <a:path extrusionOk="0" h="59531" w="29718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0" name="Google Shape;2110;p31"/>
            <p:cNvSpPr/>
            <p:nvPr/>
          </p:nvSpPr>
          <p:spPr>
            <a:xfrm>
              <a:off x="5484018" y="2237232"/>
              <a:ext cx="29718" cy="59531"/>
            </a:xfrm>
            <a:custGeom>
              <a:rect b="b" l="l" r="r" t="t"/>
              <a:pathLst>
                <a:path extrusionOk="0" h="59531" w="29718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1" name="Google Shape;2111;p31"/>
            <p:cNvSpPr/>
            <p:nvPr/>
          </p:nvSpPr>
          <p:spPr>
            <a:xfrm>
              <a:off x="5037486" y="2237232"/>
              <a:ext cx="29717" cy="59531"/>
            </a:xfrm>
            <a:custGeom>
              <a:rect b="b" l="l" r="r" t="t"/>
              <a:pathLst>
                <a:path extrusionOk="0" h="59531" w="29717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2" name="Google Shape;2112;p31"/>
            <p:cNvSpPr/>
            <p:nvPr/>
          </p:nvSpPr>
          <p:spPr>
            <a:xfrm>
              <a:off x="5037486" y="2594419"/>
              <a:ext cx="29717" cy="59531"/>
            </a:xfrm>
            <a:custGeom>
              <a:rect b="b" l="l" r="r" t="t"/>
              <a:pathLst>
                <a:path extrusionOk="0" h="59531" w="29717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3" name="Google Shape;2113;p31"/>
            <p:cNvSpPr/>
            <p:nvPr/>
          </p:nvSpPr>
          <p:spPr>
            <a:xfrm>
              <a:off x="5007768" y="2445543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4" name="Google Shape;2114;p31"/>
            <p:cNvSpPr/>
            <p:nvPr/>
          </p:nvSpPr>
          <p:spPr>
            <a:xfrm>
              <a:off x="5335142" y="2445543"/>
              <a:ext cx="29718" cy="59531"/>
            </a:xfrm>
            <a:custGeom>
              <a:rect b="b" l="l" r="r" t="t"/>
              <a:pathLst>
                <a:path extrusionOk="0" h="59531" w="29718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5" name="Google Shape;2115;p31"/>
            <p:cNvSpPr/>
            <p:nvPr/>
          </p:nvSpPr>
          <p:spPr>
            <a:xfrm>
              <a:off x="5364955" y="2505075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6" name="Google Shape;2116;p31"/>
            <p:cNvSpPr/>
            <p:nvPr/>
          </p:nvSpPr>
          <p:spPr>
            <a:xfrm>
              <a:off x="5484018" y="2505075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7" name="Google Shape;2117;p31"/>
            <p:cNvSpPr/>
            <p:nvPr/>
          </p:nvSpPr>
          <p:spPr>
            <a:xfrm>
              <a:off x="5335142" y="2415730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8" name="Google Shape;2118;p31"/>
            <p:cNvSpPr/>
            <p:nvPr/>
          </p:nvSpPr>
          <p:spPr>
            <a:xfrm>
              <a:off x="5364955" y="2445543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9" name="Google Shape;2119;p31"/>
            <p:cNvSpPr/>
            <p:nvPr/>
          </p:nvSpPr>
          <p:spPr>
            <a:xfrm>
              <a:off x="5424487" y="2415730"/>
              <a:ext cx="119062" cy="29718"/>
            </a:xfrm>
            <a:custGeom>
              <a:rect b="b" l="l" r="r" t="t"/>
              <a:pathLst>
                <a:path extrusionOk="0" h="29718" w="119062">
                  <a:moveTo>
                    <a:pt x="0" y="0"/>
                  </a:moveTo>
                  <a:lnTo>
                    <a:pt x="119063" y="0"/>
                  </a:lnTo>
                  <a:lnTo>
                    <a:pt x="119063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0" name="Google Shape;2120;p31"/>
            <p:cNvSpPr/>
            <p:nvPr/>
          </p:nvSpPr>
          <p:spPr>
            <a:xfrm>
              <a:off x="5424487" y="2534793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1" name="Google Shape;2121;p31"/>
            <p:cNvSpPr/>
            <p:nvPr/>
          </p:nvSpPr>
          <p:spPr>
            <a:xfrm>
              <a:off x="5067299" y="2415730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2" name="Google Shape;2122;p31"/>
            <p:cNvSpPr/>
            <p:nvPr/>
          </p:nvSpPr>
          <p:spPr>
            <a:xfrm>
              <a:off x="5275611" y="2415730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3" name="Google Shape;2123;p31"/>
            <p:cNvSpPr/>
            <p:nvPr/>
          </p:nvSpPr>
          <p:spPr>
            <a:xfrm>
              <a:off x="5126830" y="2386012"/>
              <a:ext cx="148780" cy="29718"/>
            </a:xfrm>
            <a:custGeom>
              <a:rect b="b" l="l" r="r" t="t"/>
              <a:pathLst>
                <a:path extrusionOk="0" h="29718" w="148780">
                  <a:moveTo>
                    <a:pt x="0" y="0"/>
                  </a:moveTo>
                  <a:lnTo>
                    <a:pt x="148780" y="0"/>
                  </a:lnTo>
                  <a:lnTo>
                    <a:pt x="148780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4" name="Google Shape;2124;p31"/>
            <p:cNvSpPr/>
            <p:nvPr/>
          </p:nvSpPr>
          <p:spPr>
            <a:xfrm>
              <a:off x="5543549" y="2386012"/>
              <a:ext cx="29718" cy="119062"/>
            </a:xfrm>
            <a:custGeom>
              <a:rect b="b" l="l" r="r" t="t"/>
              <a:pathLst>
                <a:path extrusionOk="0" h="119062" w="29718">
                  <a:moveTo>
                    <a:pt x="0" y="0"/>
                  </a:moveTo>
                  <a:lnTo>
                    <a:pt x="29718" y="0"/>
                  </a:lnTo>
                  <a:lnTo>
                    <a:pt x="29718" y="119063"/>
                  </a:lnTo>
                  <a:lnTo>
                    <a:pt x="0" y="119063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5" name="Google Shape;2125;p31"/>
            <p:cNvSpPr/>
            <p:nvPr/>
          </p:nvSpPr>
          <p:spPr>
            <a:xfrm>
              <a:off x="4977955" y="2386012"/>
              <a:ext cx="29718" cy="119062"/>
            </a:xfrm>
            <a:custGeom>
              <a:rect b="b" l="l" r="r" t="t"/>
              <a:pathLst>
                <a:path extrusionOk="0" h="119062" w="29718">
                  <a:moveTo>
                    <a:pt x="0" y="0"/>
                  </a:moveTo>
                  <a:lnTo>
                    <a:pt x="29718" y="0"/>
                  </a:lnTo>
                  <a:lnTo>
                    <a:pt x="29718" y="119063"/>
                  </a:lnTo>
                  <a:lnTo>
                    <a:pt x="0" y="119063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6" name="Google Shape;2126;p31"/>
            <p:cNvSpPr/>
            <p:nvPr/>
          </p:nvSpPr>
          <p:spPr>
            <a:xfrm>
              <a:off x="5364955" y="2445543"/>
              <a:ext cx="178593" cy="89249"/>
            </a:xfrm>
            <a:custGeom>
              <a:rect b="b" l="l" r="r" t="t"/>
              <a:pathLst>
                <a:path extrusionOk="0" h="89249" w="178593">
                  <a:moveTo>
                    <a:pt x="178594" y="0"/>
                  </a:moveTo>
                  <a:lnTo>
                    <a:pt x="178594" y="59531"/>
                  </a:lnTo>
                  <a:lnTo>
                    <a:pt x="119063" y="59531"/>
                  </a:lnTo>
                  <a:lnTo>
                    <a:pt x="119063" y="89249"/>
                  </a:lnTo>
                  <a:lnTo>
                    <a:pt x="59531" y="89249"/>
                  </a:lnTo>
                  <a:lnTo>
                    <a:pt x="59531" y="59531"/>
                  </a:lnTo>
                  <a:lnTo>
                    <a:pt x="0" y="59531"/>
                  </a:lnTo>
                  <a:lnTo>
                    <a:pt x="0" y="29813"/>
                  </a:lnTo>
                  <a:lnTo>
                    <a:pt x="59531" y="29813"/>
                  </a:lnTo>
                  <a:lnTo>
                    <a:pt x="59531" y="0"/>
                  </a:lnTo>
                  <a:lnTo>
                    <a:pt x="178594" y="0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7" name="Google Shape;2127;p31"/>
            <p:cNvSpPr/>
            <p:nvPr/>
          </p:nvSpPr>
          <p:spPr>
            <a:xfrm>
              <a:off x="5513736" y="2505075"/>
              <a:ext cx="29718" cy="89344"/>
            </a:xfrm>
            <a:custGeom>
              <a:rect b="b" l="l" r="r" t="t"/>
              <a:pathLst>
                <a:path extrusionOk="0" h="89344" w="29718">
                  <a:moveTo>
                    <a:pt x="0" y="0"/>
                  </a:moveTo>
                  <a:lnTo>
                    <a:pt x="29718" y="0"/>
                  </a:lnTo>
                  <a:lnTo>
                    <a:pt x="29718" y="89344"/>
                  </a:lnTo>
                  <a:lnTo>
                    <a:pt x="0" y="89344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8" name="Google Shape;2128;p31"/>
            <p:cNvSpPr/>
            <p:nvPr/>
          </p:nvSpPr>
          <p:spPr>
            <a:xfrm>
              <a:off x="5513736" y="2296668"/>
              <a:ext cx="29718" cy="89344"/>
            </a:xfrm>
            <a:custGeom>
              <a:rect b="b" l="l" r="r" t="t"/>
              <a:pathLst>
                <a:path extrusionOk="0" h="89344" w="29718">
                  <a:moveTo>
                    <a:pt x="0" y="0"/>
                  </a:moveTo>
                  <a:lnTo>
                    <a:pt x="29718" y="0"/>
                  </a:lnTo>
                  <a:lnTo>
                    <a:pt x="29718" y="89345"/>
                  </a:lnTo>
                  <a:lnTo>
                    <a:pt x="0" y="8934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9" name="Google Shape;2129;p31"/>
            <p:cNvSpPr/>
            <p:nvPr/>
          </p:nvSpPr>
          <p:spPr>
            <a:xfrm>
              <a:off x="5007958" y="2177700"/>
              <a:ext cx="535686" cy="267843"/>
            </a:xfrm>
            <a:custGeom>
              <a:rect b="b" l="l" r="r" t="t"/>
              <a:pathLst>
                <a:path extrusionOk="0" h="267843" w="535686">
                  <a:moveTo>
                    <a:pt x="505778" y="208312"/>
                  </a:moveTo>
                  <a:lnTo>
                    <a:pt x="505778" y="118967"/>
                  </a:lnTo>
                  <a:lnTo>
                    <a:pt x="476060" y="118967"/>
                  </a:lnTo>
                  <a:lnTo>
                    <a:pt x="476060" y="59436"/>
                  </a:lnTo>
                  <a:lnTo>
                    <a:pt x="416528" y="59436"/>
                  </a:lnTo>
                  <a:lnTo>
                    <a:pt x="416528" y="29718"/>
                  </a:lnTo>
                  <a:lnTo>
                    <a:pt x="327279" y="29718"/>
                  </a:lnTo>
                  <a:lnTo>
                    <a:pt x="327279" y="0"/>
                  </a:lnTo>
                  <a:lnTo>
                    <a:pt x="208217" y="0"/>
                  </a:lnTo>
                  <a:lnTo>
                    <a:pt x="208217" y="29718"/>
                  </a:lnTo>
                  <a:lnTo>
                    <a:pt x="118967" y="29718"/>
                  </a:lnTo>
                  <a:lnTo>
                    <a:pt x="118967" y="59436"/>
                  </a:lnTo>
                  <a:lnTo>
                    <a:pt x="59436" y="59436"/>
                  </a:lnTo>
                  <a:lnTo>
                    <a:pt x="59436" y="118967"/>
                  </a:lnTo>
                  <a:lnTo>
                    <a:pt x="29718" y="118967"/>
                  </a:lnTo>
                  <a:lnTo>
                    <a:pt x="29718" y="208312"/>
                  </a:lnTo>
                  <a:lnTo>
                    <a:pt x="0" y="208312"/>
                  </a:lnTo>
                  <a:lnTo>
                    <a:pt x="0" y="267843"/>
                  </a:lnTo>
                  <a:lnTo>
                    <a:pt x="59531" y="267843"/>
                  </a:lnTo>
                  <a:lnTo>
                    <a:pt x="59531" y="238125"/>
                  </a:lnTo>
                  <a:lnTo>
                    <a:pt x="119063" y="238125"/>
                  </a:lnTo>
                  <a:lnTo>
                    <a:pt x="119063" y="208407"/>
                  </a:lnTo>
                  <a:lnTo>
                    <a:pt x="267843" y="208407"/>
                  </a:lnTo>
                  <a:lnTo>
                    <a:pt x="267843" y="238125"/>
                  </a:lnTo>
                  <a:lnTo>
                    <a:pt x="357092" y="238125"/>
                  </a:lnTo>
                  <a:lnTo>
                    <a:pt x="357092" y="267843"/>
                  </a:lnTo>
                  <a:lnTo>
                    <a:pt x="416624" y="267843"/>
                  </a:lnTo>
                  <a:lnTo>
                    <a:pt x="416624" y="238125"/>
                  </a:lnTo>
                  <a:lnTo>
                    <a:pt x="535686" y="238125"/>
                  </a:lnTo>
                  <a:lnTo>
                    <a:pt x="535686" y="208407"/>
                  </a:lnTo>
                  <a:lnTo>
                    <a:pt x="505968" y="208407"/>
                  </a:lnTo>
                  <a:close/>
                  <a:moveTo>
                    <a:pt x="446246" y="208312"/>
                  </a:moveTo>
                  <a:lnTo>
                    <a:pt x="386715" y="208312"/>
                  </a:lnTo>
                  <a:lnTo>
                    <a:pt x="386715" y="89249"/>
                  </a:lnTo>
                  <a:lnTo>
                    <a:pt x="446246" y="89249"/>
                  </a:lnTo>
                  <a:lnTo>
                    <a:pt x="446246" y="208312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0" name="Google Shape;2130;p31"/>
            <p:cNvSpPr/>
            <p:nvPr/>
          </p:nvSpPr>
          <p:spPr>
            <a:xfrm>
              <a:off x="5007768" y="2296668"/>
              <a:ext cx="29717" cy="89344"/>
            </a:xfrm>
            <a:custGeom>
              <a:rect b="b" l="l" r="r" t="t"/>
              <a:pathLst>
                <a:path extrusionOk="0" h="89344" w="29717">
                  <a:moveTo>
                    <a:pt x="0" y="0"/>
                  </a:moveTo>
                  <a:lnTo>
                    <a:pt x="29718" y="0"/>
                  </a:lnTo>
                  <a:lnTo>
                    <a:pt x="29718" y="89345"/>
                  </a:lnTo>
                  <a:lnTo>
                    <a:pt x="0" y="8934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1" name="Google Shape;2131;p31"/>
            <p:cNvSpPr/>
            <p:nvPr/>
          </p:nvSpPr>
          <p:spPr>
            <a:xfrm>
              <a:off x="5007768" y="2505075"/>
              <a:ext cx="29717" cy="89344"/>
            </a:xfrm>
            <a:custGeom>
              <a:rect b="b" l="l" r="r" t="t"/>
              <a:pathLst>
                <a:path extrusionOk="0" h="89344" w="29717">
                  <a:moveTo>
                    <a:pt x="0" y="0"/>
                  </a:moveTo>
                  <a:lnTo>
                    <a:pt x="29718" y="0"/>
                  </a:lnTo>
                  <a:lnTo>
                    <a:pt x="29718" y="89344"/>
                  </a:lnTo>
                  <a:lnTo>
                    <a:pt x="0" y="89344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2" name="Google Shape;2132;p31"/>
            <p:cNvSpPr/>
            <p:nvPr/>
          </p:nvSpPr>
          <p:spPr>
            <a:xfrm>
              <a:off x="5364955" y="2564606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3" name="Google Shape;2133;p31"/>
            <p:cNvSpPr/>
            <p:nvPr/>
          </p:nvSpPr>
          <p:spPr>
            <a:xfrm>
              <a:off x="5394673" y="2594419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4" name="Google Shape;2134;p31"/>
            <p:cNvSpPr/>
            <p:nvPr/>
          </p:nvSpPr>
          <p:spPr>
            <a:xfrm>
              <a:off x="5335142" y="2594419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5" name="Google Shape;2135;p31"/>
            <p:cNvSpPr/>
            <p:nvPr/>
          </p:nvSpPr>
          <p:spPr>
            <a:xfrm>
              <a:off x="5364955" y="2594419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6" name="Google Shape;2136;p31"/>
            <p:cNvSpPr/>
            <p:nvPr/>
          </p:nvSpPr>
          <p:spPr>
            <a:xfrm>
              <a:off x="5364955" y="2624137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7" name="Google Shape;2137;p31"/>
            <p:cNvSpPr/>
            <p:nvPr/>
          </p:nvSpPr>
          <p:spPr>
            <a:xfrm>
              <a:off x="5275611" y="2564606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8" name="Google Shape;2138;p31"/>
            <p:cNvSpPr/>
            <p:nvPr/>
          </p:nvSpPr>
          <p:spPr>
            <a:xfrm>
              <a:off x="5245893" y="2624137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9" name="Google Shape;2139;p31"/>
            <p:cNvSpPr/>
            <p:nvPr/>
          </p:nvSpPr>
          <p:spPr>
            <a:xfrm>
              <a:off x="5126830" y="2564606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0" name="Google Shape;2140;p31"/>
            <p:cNvSpPr/>
            <p:nvPr/>
          </p:nvSpPr>
          <p:spPr>
            <a:xfrm>
              <a:off x="5156548" y="2594419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1" name="Google Shape;2141;p31"/>
            <p:cNvSpPr/>
            <p:nvPr/>
          </p:nvSpPr>
          <p:spPr>
            <a:xfrm>
              <a:off x="5097017" y="2594419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2" name="Google Shape;2142;p31"/>
            <p:cNvSpPr/>
            <p:nvPr/>
          </p:nvSpPr>
          <p:spPr>
            <a:xfrm>
              <a:off x="5007863" y="2415825"/>
              <a:ext cx="505777" cy="297465"/>
            </a:xfrm>
            <a:custGeom>
              <a:rect b="b" l="l" r="r" t="t"/>
              <a:pathLst>
                <a:path extrusionOk="0" h="297465" w="505777">
                  <a:moveTo>
                    <a:pt x="476155" y="118967"/>
                  </a:moveTo>
                  <a:lnTo>
                    <a:pt x="476155" y="148685"/>
                  </a:lnTo>
                  <a:lnTo>
                    <a:pt x="416624" y="148685"/>
                  </a:lnTo>
                  <a:lnTo>
                    <a:pt x="416624" y="118967"/>
                  </a:lnTo>
                  <a:lnTo>
                    <a:pt x="357092" y="118967"/>
                  </a:lnTo>
                  <a:lnTo>
                    <a:pt x="357092" y="89249"/>
                  </a:lnTo>
                  <a:lnTo>
                    <a:pt x="327374" y="89249"/>
                  </a:lnTo>
                  <a:lnTo>
                    <a:pt x="327374" y="29718"/>
                  </a:lnTo>
                  <a:lnTo>
                    <a:pt x="267843" y="29718"/>
                  </a:lnTo>
                  <a:lnTo>
                    <a:pt x="267843" y="0"/>
                  </a:lnTo>
                  <a:lnTo>
                    <a:pt x="119062" y="0"/>
                  </a:lnTo>
                  <a:lnTo>
                    <a:pt x="119062" y="29718"/>
                  </a:lnTo>
                  <a:lnTo>
                    <a:pt x="59531" y="29718"/>
                  </a:lnTo>
                  <a:lnTo>
                    <a:pt x="59531" y="59436"/>
                  </a:lnTo>
                  <a:lnTo>
                    <a:pt x="0" y="59436"/>
                  </a:lnTo>
                  <a:lnTo>
                    <a:pt x="0" y="89154"/>
                  </a:lnTo>
                  <a:lnTo>
                    <a:pt x="29718" y="89154"/>
                  </a:lnTo>
                  <a:lnTo>
                    <a:pt x="29718" y="178499"/>
                  </a:lnTo>
                  <a:lnTo>
                    <a:pt x="59436" y="178499"/>
                  </a:lnTo>
                  <a:lnTo>
                    <a:pt x="59436" y="238030"/>
                  </a:lnTo>
                  <a:lnTo>
                    <a:pt x="118967" y="238030"/>
                  </a:lnTo>
                  <a:lnTo>
                    <a:pt x="118967" y="208312"/>
                  </a:lnTo>
                  <a:lnTo>
                    <a:pt x="89249" y="208312"/>
                  </a:lnTo>
                  <a:lnTo>
                    <a:pt x="89249" y="178594"/>
                  </a:lnTo>
                  <a:lnTo>
                    <a:pt x="118967" y="178594"/>
                  </a:lnTo>
                  <a:lnTo>
                    <a:pt x="118967" y="148876"/>
                  </a:lnTo>
                  <a:lnTo>
                    <a:pt x="148685" y="148876"/>
                  </a:lnTo>
                  <a:lnTo>
                    <a:pt x="148685" y="178594"/>
                  </a:lnTo>
                  <a:lnTo>
                    <a:pt x="178403" y="178594"/>
                  </a:lnTo>
                  <a:lnTo>
                    <a:pt x="178403" y="208312"/>
                  </a:lnTo>
                  <a:lnTo>
                    <a:pt x="148685" y="208312"/>
                  </a:lnTo>
                  <a:lnTo>
                    <a:pt x="148685" y="238030"/>
                  </a:lnTo>
                  <a:lnTo>
                    <a:pt x="118967" y="238030"/>
                  </a:lnTo>
                  <a:lnTo>
                    <a:pt x="118967" y="267748"/>
                  </a:lnTo>
                  <a:lnTo>
                    <a:pt x="208216" y="267748"/>
                  </a:lnTo>
                  <a:lnTo>
                    <a:pt x="208216" y="297466"/>
                  </a:lnTo>
                  <a:lnTo>
                    <a:pt x="327279" y="297466"/>
                  </a:lnTo>
                  <a:lnTo>
                    <a:pt x="327279" y="267748"/>
                  </a:lnTo>
                  <a:lnTo>
                    <a:pt x="386810" y="267748"/>
                  </a:lnTo>
                  <a:lnTo>
                    <a:pt x="386810" y="238030"/>
                  </a:lnTo>
                  <a:lnTo>
                    <a:pt x="357092" y="238030"/>
                  </a:lnTo>
                  <a:lnTo>
                    <a:pt x="357092" y="208312"/>
                  </a:lnTo>
                  <a:lnTo>
                    <a:pt x="327374" y="208312"/>
                  </a:lnTo>
                  <a:lnTo>
                    <a:pt x="327374" y="178594"/>
                  </a:lnTo>
                  <a:lnTo>
                    <a:pt x="357092" y="178594"/>
                  </a:lnTo>
                  <a:lnTo>
                    <a:pt x="357092" y="148876"/>
                  </a:lnTo>
                  <a:lnTo>
                    <a:pt x="386810" y="148876"/>
                  </a:lnTo>
                  <a:lnTo>
                    <a:pt x="386810" y="178594"/>
                  </a:lnTo>
                  <a:lnTo>
                    <a:pt x="416528" y="178594"/>
                  </a:lnTo>
                  <a:lnTo>
                    <a:pt x="416528" y="208312"/>
                  </a:lnTo>
                  <a:lnTo>
                    <a:pt x="386810" y="208312"/>
                  </a:lnTo>
                  <a:lnTo>
                    <a:pt x="386810" y="238030"/>
                  </a:lnTo>
                  <a:lnTo>
                    <a:pt x="476059" y="238030"/>
                  </a:lnTo>
                  <a:lnTo>
                    <a:pt x="476059" y="178499"/>
                  </a:lnTo>
                  <a:lnTo>
                    <a:pt x="505778" y="178499"/>
                  </a:lnTo>
                  <a:lnTo>
                    <a:pt x="505778" y="118967"/>
                  </a:lnTo>
                  <a:lnTo>
                    <a:pt x="476059" y="118967"/>
                  </a:lnTo>
                  <a:close/>
                  <a:moveTo>
                    <a:pt x="267843" y="238030"/>
                  </a:moveTo>
                  <a:lnTo>
                    <a:pt x="238125" y="238030"/>
                  </a:lnTo>
                  <a:lnTo>
                    <a:pt x="238125" y="208312"/>
                  </a:lnTo>
                  <a:lnTo>
                    <a:pt x="267843" y="208312"/>
                  </a:lnTo>
                  <a:lnTo>
                    <a:pt x="267843" y="238030"/>
                  </a:lnTo>
                  <a:close/>
                  <a:moveTo>
                    <a:pt x="297561" y="178499"/>
                  </a:moveTo>
                  <a:lnTo>
                    <a:pt x="267843" y="178499"/>
                  </a:lnTo>
                  <a:lnTo>
                    <a:pt x="267843" y="148781"/>
                  </a:lnTo>
                  <a:lnTo>
                    <a:pt x="297561" y="148781"/>
                  </a:lnTo>
                  <a:lnTo>
                    <a:pt x="297561" y="178499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3" name="Google Shape;2143;p31"/>
            <p:cNvSpPr/>
            <p:nvPr/>
          </p:nvSpPr>
          <p:spPr>
            <a:xfrm>
              <a:off x="5126830" y="2594419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4" name="Google Shape;2144;p31"/>
            <p:cNvSpPr/>
            <p:nvPr/>
          </p:nvSpPr>
          <p:spPr>
            <a:xfrm>
              <a:off x="5126830" y="2624137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5" name="Google Shape;2145;p31"/>
            <p:cNvSpPr/>
            <p:nvPr/>
          </p:nvSpPr>
          <p:spPr>
            <a:xfrm>
              <a:off x="5186362" y="2028825"/>
              <a:ext cx="178593" cy="29717"/>
            </a:xfrm>
            <a:custGeom>
              <a:rect b="b" l="l" r="r" t="t"/>
              <a:pathLst>
                <a:path extrusionOk="0" h="29717" w="178593">
                  <a:moveTo>
                    <a:pt x="0" y="0"/>
                  </a:moveTo>
                  <a:lnTo>
                    <a:pt x="178594" y="0"/>
                  </a:lnTo>
                  <a:lnTo>
                    <a:pt x="178594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6" name="Google Shape;2146;p31"/>
            <p:cNvSpPr/>
            <p:nvPr/>
          </p:nvSpPr>
          <p:spPr>
            <a:xfrm>
              <a:off x="5186362" y="1969293"/>
              <a:ext cx="178593" cy="29717"/>
            </a:xfrm>
            <a:custGeom>
              <a:rect b="b" l="l" r="r" t="t"/>
              <a:pathLst>
                <a:path extrusionOk="0" h="29717" w="178593">
                  <a:moveTo>
                    <a:pt x="0" y="0"/>
                  </a:moveTo>
                  <a:lnTo>
                    <a:pt x="178594" y="0"/>
                  </a:lnTo>
                  <a:lnTo>
                    <a:pt x="178594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7" name="Google Shape;2147;p31"/>
            <p:cNvSpPr/>
            <p:nvPr/>
          </p:nvSpPr>
          <p:spPr>
            <a:xfrm>
              <a:off x="5186362" y="1880044"/>
              <a:ext cx="178593" cy="29717"/>
            </a:xfrm>
            <a:custGeom>
              <a:rect b="b" l="l" r="r" t="t"/>
              <a:pathLst>
                <a:path extrusionOk="0" h="29717" w="178593">
                  <a:moveTo>
                    <a:pt x="0" y="0"/>
                  </a:moveTo>
                  <a:lnTo>
                    <a:pt x="178594" y="0"/>
                  </a:lnTo>
                  <a:lnTo>
                    <a:pt x="178594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8" name="Google Shape;2148;p31"/>
            <p:cNvSpPr/>
            <p:nvPr/>
          </p:nvSpPr>
          <p:spPr>
            <a:xfrm>
              <a:off x="5394673" y="2088356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9" name="Google Shape;2149;p31"/>
            <p:cNvSpPr/>
            <p:nvPr/>
          </p:nvSpPr>
          <p:spPr>
            <a:xfrm>
              <a:off x="5364955" y="2118169"/>
              <a:ext cx="59531" cy="29717"/>
            </a:xfrm>
            <a:custGeom>
              <a:rect b="b" l="l" r="r" t="t"/>
              <a:pathLst>
                <a:path extrusionOk="0" h="29717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0" name="Google Shape;2150;p31"/>
            <p:cNvSpPr/>
            <p:nvPr/>
          </p:nvSpPr>
          <p:spPr>
            <a:xfrm>
              <a:off x="5126830" y="2088356"/>
              <a:ext cx="29717" cy="29717"/>
            </a:xfrm>
            <a:custGeom>
              <a:rect b="b" l="l" r="r" t="t"/>
              <a:pathLst>
                <a:path extrusionOk="0" h="29717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1" name="Google Shape;2151;p31"/>
            <p:cNvSpPr/>
            <p:nvPr/>
          </p:nvSpPr>
          <p:spPr>
            <a:xfrm>
              <a:off x="5364955" y="2088356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2" name="Google Shape;2152;p31"/>
            <p:cNvSpPr/>
            <p:nvPr/>
          </p:nvSpPr>
          <p:spPr>
            <a:xfrm>
              <a:off x="5364955" y="2058543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3" name="Google Shape;2153;p31"/>
            <p:cNvSpPr/>
            <p:nvPr/>
          </p:nvSpPr>
          <p:spPr>
            <a:xfrm>
              <a:off x="5156548" y="2088356"/>
              <a:ext cx="29717" cy="29717"/>
            </a:xfrm>
            <a:custGeom>
              <a:rect b="b" l="l" r="r" t="t"/>
              <a:pathLst>
                <a:path extrusionOk="0" h="29717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4" name="Google Shape;2154;p31"/>
            <p:cNvSpPr/>
            <p:nvPr/>
          </p:nvSpPr>
          <p:spPr>
            <a:xfrm>
              <a:off x="5156548" y="2058543"/>
              <a:ext cx="29717" cy="29717"/>
            </a:xfrm>
            <a:custGeom>
              <a:rect b="b" l="l" r="r" t="t"/>
              <a:pathLst>
                <a:path extrusionOk="0" h="29717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5" name="Google Shape;2155;p31"/>
            <p:cNvSpPr/>
            <p:nvPr/>
          </p:nvSpPr>
          <p:spPr>
            <a:xfrm>
              <a:off x="5156548" y="1999107"/>
              <a:ext cx="29717" cy="29717"/>
            </a:xfrm>
            <a:custGeom>
              <a:rect b="b" l="l" r="r" t="t"/>
              <a:pathLst>
                <a:path extrusionOk="0" h="29717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6" name="Google Shape;2156;p31"/>
            <p:cNvSpPr/>
            <p:nvPr/>
          </p:nvSpPr>
          <p:spPr>
            <a:xfrm>
              <a:off x="5364955" y="1999107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7" name="Google Shape;2157;p31"/>
            <p:cNvSpPr/>
            <p:nvPr/>
          </p:nvSpPr>
          <p:spPr>
            <a:xfrm>
              <a:off x="5364955" y="1909762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8" name="Google Shape;2158;p31"/>
            <p:cNvSpPr/>
            <p:nvPr/>
          </p:nvSpPr>
          <p:spPr>
            <a:xfrm>
              <a:off x="5156548" y="1909762"/>
              <a:ext cx="29717" cy="29717"/>
            </a:xfrm>
            <a:custGeom>
              <a:rect b="b" l="l" r="r" t="t"/>
              <a:pathLst>
                <a:path extrusionOk="0" h="29717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9" name="Google Shape;2159;p31"/>
            <p:cNvSpPr/>
            <p:nvPr/>
          </p:nvSpPr>
          <p:spPr>
            <a:xfrm>
              <a:off x="5394673" y="1939480"/>
              <a:ext cx="29718" cy="59531"/>
            </a:xfrm>
            <a:custGeom>
              <a:rect b="b" l="l" r="r" t="t"/>
              <a:pathLst>
                <a:path extrusionOk="0" h="59531" w="29718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0" name="Google Shape;2160;p31"/>
            <p:cNvSpPr/>
            <p:nvPr/>
          </p:nvSpPr>
          <p:spPr>
            <a:xfrm>
              <a:off x="5156548" y="1909762"/>
              <a:ext cx="238125" cy="89344"/>
            </a:xfrm>
            <a:custGeom>
              <a:rect b="b" l="l" r="r" t="t"/>
              <a:pathLst>
                <a:path extrusionOk="0" h="89344" w="238125">
                  <a:moveTo>
                    <a:pt x="238125" y="29718"/>
                  </a:moveTo>
                  <a:lnTo>
                    <a:pt x="238125" y="89345"/>
                  </a:lnTo>
                  <a:lnTo>
                    <a:pt x="208407" y="89345"/>
                  </a:lnTo>
                  <a:lnTo>
                    <a:pt x="208407" y="59531"/>
                  </a:lnTo>
                  <a:lnTo>
                    <a:pt x="29813" y="59531"/>
                  </a:lnTo>
                  <a:lnTo>
                    <a:pt x="29813" y="89345"/>
                  </a:lnTo>
                  <a:lnTo>
                    <a:pt x="0" y="89345"/>
                  </a:lnTo>
                  <a:lnTo>
                    <a:pt x="0" y="29718"/>
                  </a:lnTo>
                  <a:lnTo>
                    <a:pt x="29813" y="29718"/>
                  </a:lnTo>
                  <a:lnTo>
                    <a:pt x="29813" y="0"/>
                  </a:lnTo>
                  <a:lnTo>
                    <a:pt x="208407" y="0"/>
                  </a:lnTo>
                  <a:lnTo>
                    <a:pt x="208407" y="29718"/>
                  </a:lnTo>
                  <a:lnTo>
                    <a:pt x="238125" y="29718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1" name="Google Shape;2161;p31"/>
            <p:cNvSpPr/>
            <p:nvPr/>
          </p:nvSpPr>
          <p:spPr>
            <a:xfrm>
              <a:off x="5126830" y="1939480"/>
              <a:ext cx="29717" cy="59531"/>
            </a:xfrm>
            <a:custGeom>
              <a:rect b="b" l="l" r="r" t="t"/>
              <a:pathLst>
                <a:path extrusionOk="0" h="59531" w="29717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2" name="Google Shape;2162;p31"/>
            <p:cNvSpPr/>
            <p:nvPr/>
          </p:nvSpPr>
          <p:spPr>
            <a:xfrm>
              <a:off x="5156548" y="2028825"/>
              <a:ext cx="29717" cy="29717"/>
            </a:xfrm>
            <a:custGeom>
              <a:rect b="b" l="l" r="r" t="t"/>
              <a:pathLst>
                <a:path extrusionOk="0" h="29717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3" name="Google Shape;2163;p31"/>
            <p:cNvSpPr/>
            <p:nvPr/>
          </p:nvSpPr>
          <p:spPr>
            <a:xfrm>
              <a:off x="5126830" y="2028825"/>
              <a:ext cx="29717" cy="29717"/>
            </a:xfrm>
            <a:custGeom>
              <a:rect b="b" l="l" r="r" t="t"/>
              <a:pathLst>
                <a:path extrusionOk="0" h="29717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4" name="Google Shape;2164;p31"/>
            <p:cNvSpPr/>
            <p:nvPr/>
          </p:nvSpPr>
          <p:spPr>
            <a:xfrm>
              <a:off x="5364955" y="2028825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5" name="Google Shape;2165;p31"/>
            <p:cNvSpPr/>
            <p:nvPr/>
          </p:nvSpPr>
          <p:spPr>
            <a:xfrm>
              <a:off x="5394673" y="2028825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6" name="Google Shape;2166;p31"/>
            <p:cNvSpPr/>
            <p:nvPr/>
          </p:nvSpPr>
          <p:spPr>
            <a:xfrm>
              <a:off x="5156548" y="1850231"/>
              <a:ext cx="29717" cy="59531"/>
            </a:xfrm>
            <a:custGeom>
              <a:rect b="b" l="l" r="r" t="t"/>
              <a:pathLst>
                <a:path extrusionOk="0" h="59531" w="29717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7" name="Google Shape;2167;p31"/>
            <p:cNvSpPr/>
            <p:nvPr/>
          </p:nvSpPr>
          <p:spPr>
            <a:xfrm>
              <a:off x="5394673" y="1850231"/>
              <a:ext cx="29718" cy="59531"/>
            </a:xfrm>
            <a:custGeom>
              <a:rect b="b" l="l" r="r" t="t"/>
              <a:pathLst>
                <a:path extrusionOk="0" h="59531" w="29718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8" name="Google Shape;2168;p31"/>
            <p:cNvSpPr/>
            <p:nvPr/>
          </p:nvSpPr>
          <p:spPr>
            <a:xfrm>
              <a:off x="5126830" y="1790700"/>
              <a:ext cx="29717" cy="59531"/>
            </a:xfrm>
            <a:custGeom>
              <a:rect b="b" l="l" r="r" t="t"/>
              <a:pathLst>
                <a:path extrusionOk="0" h="59531" w="29717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9" name="Google Shape;2169;p31"/>
            <p:cNvSpPr/>
            <p:nvPr/>
          </p:nvSpPr>
          <p:spPr>
            <a:xfrm>
              <a:off x="5424487" y="1760982"/>
              <a:ext cx="29718" cy="89344"/>
            </a:xfrm>
            <a:custGeom>
              <a:rect b="b" l="l" r="r" t="t"/>
              <a:pathLst>
                <a:path extrusionOk="0" h="89344" w="29718">
                  <a:moveTo>
                    <a:pt x="0" y="0"/>
                  </a:moveTo>
                  <a:lnTo>
                    <a:pt x="29718" y="0"/>
                  </a:lnTo>
                  <a:lnTo>
                    <a:pt x="29718" y="89344"/>
                  </a:lnTo>
                  <a:lnTo>
                    <a:pt x="0" y="89344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0" name="Google Shape;2170;p31"/>
            <p:cNvSpPr/>
            <p:nvPr/>
          </p:nvSpPr>
          <p:spPr>
            <a:xfrm>
              <a:off x="5156548" y="1701355"/>
              <a:ext cx="29717" cy="89344"/>
            </a:xfrm>
            <a:custGeom>
              <a:rect b="b" l="l" r="r" t="t"/>
              <a:pathLst>
                <a:path extrusionOk="0" h="89344" w="29717">
                  <a:moveTo>
                    <a:pt x="0" y="0"/>
                  </a:moveTo>
                  <a:lnTo>
                    <a:pt x="29718" y="0"/>
                  </a:lnTo>
                  <a:lnTo>
                    <a:pt x="29718" y="89345"/>
                  </a:lnTo>
                  <a:lnTo>
                    <a:pt x="0" y="89345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1" name="Google Shape;2171;p31"/>
            <p:cNvSpPr/>
            <p:nvPr/>
          </p:nvSpPr>
          <p:spPr>
            <a:xfrm>
              <a:off x="5394673" y="1641919"/>
              <a:ext cx="29718" cy="119062"/>
            </a:xfrm>
            <a:custGeom>
              <a:rect b="b" l="l" r="r" t="t"/>
              <a:pathLst>
                <a:path extrusionOk="0" h="119062" w="29718">
                  <a:moveTo>
                    <a:pt x="0" y="0"/>
                  </a:moveTo>
                  <a:lnTo>
                    <a:pt x="29718" y="0"/>
                  </a:lnTo>
                  <a:lnTo>
                    <a:pt x="29718" y="119063"/>
                  </a:lnTo>
                  <a:lnTo>
                    <a:pt x="0" y="119063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2" name="Google Shape;2172;p31"/>
            <p:cNvSpPr/>
            <p:nvPr/>
          </p:nvSpPr>
          <p:spPr>
            <a:xfrm>
              <a:off x="5186362" y="1671637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3" name="Google Shape;2173;p31"/>
            <p:cNvSpPr/>
            <p:nvPr/>
          </p:nvSpPr>
          <p:spPr>
            <a:xfrm>
              <a:off x="5216080" y="1641919"/>
              <a:ext cx="29717" cy="29717"/>
            </a:xfrm>
            <a:custGeom>
              <a:rect b="b" l="l" r="r" t="t"/>
              <a:pathLst>
                <a:path extrusionOk="0" h="29717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4" name="Google Shape;2174;p31"/>
            <p:cNvSpPr/>
            <p:nvPr/>
          </p:nvSpPr>
          <p:spPr>
            <a:xfrm>
              <a:off x="5216080" y="1701355"/>
              <a:ext cx="29717" cy="89344"/>
            </a:xfrm>
            <a:custGeom>
              <a:rect b="b" l="l" r="r" t="t"/>
              <a:pathLst>
                <a:path extrusionOk="0" h="89344" w="29717">
                  <a:moveTo>
                    <a:pt x="0" y="0"/>
                  </a:moveTo>
                  <a:lnTo>
                    <a:pt x="29718" y="0"/>
                  </a:lnTo>
                  <a:lnTo>
                    <a:pt x="29718" y="89345"/>
                  </a:lnTo>
                  <a:lnTo>
                    <a:pt x="0" y="89345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5" name="Google Shape;2175;p31"/>
            <p:cNvSpPr/>
            <p:nvPr/>
          </p:nvSpPr>
          <p:spPr>
            <a:xfrm>
              <a:off x="5245893" y="1790700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6" name="Google Shape;2176;p31"/>
            <p:cNvSpPr/>
            <p:nvPr/>
          </p:nvSpPr>
          <p:spPr>
            <a:xfrm>
              <a:off x="5305424" y="1850231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7" name="Google Shape;2177;p31"/>
            <p:cNvSpPr/>
            <p:nvPr/>
          </p:nvSpPr>
          <p:spPr>
            <a:xfrm>
              <a:off x="5156548" y="1701355"/>
              <a:ext cx="148875" cy="178689"/>
            </a:xfrm>
            <a:custGeom>
              <a:rect b="b" l="l" r="r" t="t"/>
              <a:pathLst>
                <a:path extrusionOk="0" h="178689" w="148875">
                  <a:moveTo>
                    <a:pt x="148876" y="148876"/>
                  </a:moveTo>
                  <a:lnTo>
                    <a:pt x="148876" y="178689"/>
                  </a:lnTo>
                  <a:lnTo>
                    <a:pt x="29813" y="178689"/>
                  </a:lnTo>
                  <a:lnTo>
                    <a:pt x="29813" y="148876"/>
                  </a:lnTo>
                  <a:lnTo>
                    <a:pt x="0" y="148876"/>
                  </a:lnTo>
                  <a:lnTo>
                    <a:pt x="0" y="89345"/>
                  </a:lnTo>
                  <a:lnTo>
                    <a:pt x="29813" y="89345"/>
                  </a:lnTo>
                  <a:lnTo>
                    <a:pt x="29813" y="0"/>
                  </a:lnTo>
                  <a:lnTo>
                    <a:pt x="59531" y="0"/>
                  </a:lnTo>
                  <a:lnTo>
                    <a:pt x="59531" y="89345"/>
                  </a:lnTo>
                  <a:lnTo>
                    <a:pt x="89345" y="89345"/>
                  </a:lnTo>
                  <a:lnTo>
                    <a:pt x="89345" y="119063"/>
                  </a:lnTo>
                  <a:lnTo>
                    <a:pt x="119063" y="119063"/>
                  </a:lnTo>
                  <a:lnTo>
                    <a:pt x="119063" y="148876"/>
                  </a:lnTo>
                  <a:lnTo>
                    <a:pt x="148876" y="148876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8" name="Google Shape;2178;p31"/>
            <p:cNvSpPr/>
            <p:nvPr/>
          </p:nvSpPr>
          <p:spPr>
            <a:xfrm>
              <a:off x="5275611" y="1820418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9" name="Google Shape;2179;p31"/>
            <p:cNvSpPr/>
            <p:nvPr/>
          </p:nvSpPr>
          <p:spPr>
            <a:xfrm>
              <a:off x="5364955" y="1612106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0" name="Google Shape;2180;p31"/>
            <p:cNvSpPr/>
            <p:nvPr/>
          </p:nvSpPr>
          <p:spPr>
            <a:xfrm>
              <a:off x="5245893" y="1612106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1" name="Google Shape;2181;p31"/>
            <p:cNvSpPr/>
            <p:nvPr/>
          </p:nvSpPr>
          <p:spPr>
            <a:xfrm>
              <a:off x="5305424" y="1731168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2" name="Google Shape;2182;p31"/>
            <p:cNvSpPr/>
            <p:nvPr/>
          </p:nvSpPr>
          <p:spPr>
            <a:xfrm>
              <a:off x="5275611" y="1760982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3" name="Google Shape;2183;p31"/>
            <p:cNvSpPr/>
            <p:nvPr/>
          </p:nvSpPr>
          <p:spPr>
            <a:xfrm>
              <a:off x="5335142" y="1701355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4" name="Google Shape;2184;p31"/>
            <p:cNvSpPr/>
            <p:nvPr/>
          </p:nvSpPr>
          <p:spPr>
            <a:xfrm>
              <a:off x="5275611" y="1701355"/>
              <a:ext cx="148875" cy="208407"/>
            </a:xfrm>
            <a:custGeom>
              <a:rect b="b" l="l" r="r" t="t"/>
              <a:pathLst>
                <a:path extrusionOk="0" h="208407" w="148875">
                  <a:moveTo>
                    <a:pt x="148876" y="59626"/>
                  </a:moveTo>
                  <a:lnTo>
                    <a:pt x="148876" y="148876"/>
                  </a:lnTo>
                  <a:lnTo>
                    <a:pt x="119063" y="148876"/>
                  </a:lnTo>
                  <a:lnTo>
                    <a:pt x="119063" y="208407"/>
                  </a:lnTo>
                  <a:lnTo>
                    <a:pt x="89345" y="208407"/>
                  </a:lnTo>
                  <a:lnTo>
                    <a:pt x="89345" y="178689"/>
                  </a:lnTo>
                  <a:lnTo>
                    <a:pt x="59531" y="178689"/>
                  </a:lnTo>
                  <a:lnTo>
                    <a:pt x="59531" y="148876"/>
                  </a:lnTo>
                  <a:lnTo>
                    <a:pt x="29813" y="148876"/>
                  </a:lnTo>
                  <a:lnTo>
                    <a:pt x="29813" y="119063"/>
                  </a:lnTo>
                  <a:lnTo>
                    <a:pt x="0" y="119063"/>
                  </a:lnTo>
                  <a:lnTo>
                    <a:pt x="0" y="89345"/>
                  </a:lnTo>
                  <a:lnTo>
                    <a:pt x="29813" y="89345"/>
                  </a:lnTo>
                  <a:lnTo>
                    <a:pt x="29813" y="59626"/>
                  </a:lnTo>
                  <a:lnTo>
                    <a:pt x="59531" y="59626"/>
                  </a:lnTo>
                  <a:lnTo>
                    <a:pt x="59531" y="29813"/>
                  </a:lnTo>
                  <a:lnTo>
                    <a:pt x="89345" y="29813"/>
                  </a:lnTo>
                  <a:lnTo>
                    <a:pt x="89345" y="0"/>
                  </a:lnTo>
                  <a:lnTo>
                    <a:pt x="119063" y="0"/>
                  </a:lnTo>
                  <a:lnTo>
                    <a:pt x="119063" y="59626"/>
                  </a:lnTo>
                  <a:lnTo>
                    <a:pt x="148876" y="59626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5" name="Google Shape;2185;p31"/>
            <p:cNvSpPr/>
            <p:nvPr/>
          </p:nvSpPr>
          <p:spPr>
            <a:xfrm>
              <a:off x="5364955" y="1671637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6" name="Google Shape;2186;p31"/>
            <p:cNvSpPr/>
            <p:nvPr/>
          </p:nvSpPr>
          <p:spPr>
            <a:xfrm>
              <a:off x="5216079" y="1612106"/>
              <a:ext cx="178593" cy="178593"/>
            </a:xfrm>
            <a:custGeom>
              <a:rect b="b" l="l" r="r" t="t"/>
              <a:pathLst>
                <a:path extrusionOk="0" h="178593" w="178593">
                  <a:moveTo>
                    <a:pt x="178594" y="29813"/>
                  </a:moveTo>
                  <a:lnTo>
                    <a:pt x="178594" y="59531"/>
                  </a:lnTo>
                  <a:lnTo>
                    <a:pt x="148876" y="59531"/>
                  </a:lnTo>
                  <a:lnTo>
                    <a:pt x="148876" y="89249"/>
                  </a:lnTo>
                  <a:lnTo>
                    <a:pt x="119063" y="89249"/>
                  </a:lnTo>
                  <a:lnTo>
                    <a:pt x="119063" y="119063"/>
                  </a:lnTo>
                  <a:lnTo>
                    <a:pt x="89345" y="119063"/>
                  </a:lnTo>
                  <a:lnTo>
                    <a:pt x="89345" y="148876"/>
                  </a:lnTo>
                  <a:lnTo>
                    <a:pt x="59531" y="148876"/>
                  </a:lnTo>
                  <a:lnTo>
                    <a:pt x="59531" y="178594"/>
                  </a:lnTo>
                  <a:lnTo>
                    <a:pt x="29813" y="178594"/>
                  </a:lnTo>
                  <a:lnTo>
                    <a:pt x="29813" y="89249"/>
                  </a:lnTo>
                  <a:lnTo>
                    <a:pt x="0" y="89249"/>
                  </a:lnTo>
                  <a:lnTo>
                    <a:pt x="0" y="59531"/>
                  </a:lnTo>
                  <a:lnTo>
                    <a:pt x="29813" y="59531"/>
                  </a:lnTo>
                  <a:lnTo>
                    <a:pt x="29813" y="29813"/>
                  </a:lnTo>
                  <a:lnTo>
                    <a:pt x="59531" y="29813"/>
                  </a:lnTo>
                  <a:lnTo>
                    <a:pt x="59531" y="0"/>
                  </a:lnTo>
                  <a:lnTo>
                    <a:pt x="148876" y="0"/>
                  </a:lnTo>
                  <a:lnTo>
                    <a:pt x="148876" y="29813"/>
                  </a:lnTo>
                  <a:lnTo>
                    <a:pt x="178594" y="29813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7" name="Google Shape;2187;p31"/>
            <p:cNvSpPr/>
            <p:nvPr/>
          </p:nvSpPr>
          <p:spPr>
            <a:xfrm>
              <a:off x="5275611" y="1582293"/>
              <a:ext cx="89249" cy="29718"/>
            </a:xfrm>
            <a:custGeom>
              <a:rect b="b" l="l" r="r" t="t"/>
              <a:pathLst>
                <a:path extrusionOk="0" h="29718" w="89249">
                  <a:moveTo>
                    <a:pt x="0" y="0"/>
                  </a:moveTo>
                  <a:lnTo>
                    <a:pt x="89249" y="0"/>
                  </a:lnTo>
                  <a:lnTo>
                    <a:pt x="89249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8" name="Google Shape;2188;p31"/>
            <p:cNvSpPr/>
            <p:nvPr/>
          </p:nvSpPr>
          <p:spPr>
            <a:xfrm>
              <a:off x="4769643" y="2594419"/>
              <a:ext cx="29718" cy="59531"/>
            </a:xfrm>
            <a:custGeom>
              <a:rect b="b" l="l" r="r" t="t"/>
              <a:pathLst>
                <a:path extrusionOk="0" h="59531" w="29718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9" name="Google Shape;2189;p31"/>
            <p:cNvSpPr/>
            <p:nvPr/>
          </p:nvSpPr>
          <p:spPr>
            <a:xfrm>
              <a:off x="4739830" y="2653855"/>
              <a:ext cx="29718" cy="208406"/>
            </a:xfrm>
            <a:custGeom>
              <a:rect b="b" l="l" r="r" t="t"/>
              <a:pathLst>
                <a:path extrusionOk="0" h="208406" w="29718">
                  <a:moveTo>
                    <a:pt x="0" y="0"/>
                  </a:moveTo>
                  <a:lnTo>
                    <a:pt x="29718" y="0"/>
                  </a:lnTo>
                  <a:lnTo>
                    <a:pt x="29718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0" name="Google Shape;2190;p31"/>
            <p:cNvSpPr/>
            <p:nvPr/>
          </p:nvSpPr>
          <p:spPr>
            <a:xfrm>
              <a:off x="4977955" y="2802731"/>
              <a:ext cx="595312" cy="119062"/>
            </a:xfrm>
            <a:custGeom>
              <a:rect b="b" l="l" r="r" t="t"/>
              <a:pathLst>
                <a:path extrusionOk="0" h="119062" w="595312">
                  <a:moveTo>
                    <a:pt x="595313" y="0"/>
                  </a:moveTo>
                  <a:lnTo>
                    <a:pt x="595313" y="59531"/>
                  </a:lnTo>
                  <a:lnTo>
                    <a:pt x="565595" y="59531"/>
                  </a:lnTo>
                  <a:lnTo>
                    <a:pt x="565595" y="89249"/>
                  </a:lnTo>
                  <a:lnTo>
                    <a:pt x="446532" y="89249"/>
                  </a:lnTo>
                  <a:lnTo>
                    <a:pt x="446532" y="119063"/>
                  </a:lnTo>
                  <a:lnTo>
                    <a:pt x="148876" y="119063"/>
                  </a:lnTo>
                  <a:lnTo>
                    <a:pt x="148876" y="89249"/>
                  </a:lnTo>
                  <a:lnTo>
                    <a:pt x="29813" y="89249"/>
                  </a:lnTo>
                  <a:lnTo>
                    <a:pt x="29813" y="59531"/>
                  </a:lnTo>
                  <a:lnTo>
                    <a:pt x="0" y="59531"/>
                  </a:lnTo>
                  <a:lnTo>
                    <a:pt x="0" y="0"/>
                  </a:lnTo>
                  <a:lnTo>
                    <a:pt x="29813" y="0"/>
                  </a:lnTo>
                  <a:lnTo>
                    <a:pt x="29813" y="29813"/>
                  </a:lnTo>
                  <a:lnTo>
                    <a:pt x="59531" y="29813"/>
                  </a:lnTo>
                  <a:lnTo>
                    <a:pt x="59531" y="59531"/>
                  </a:lnTo>
                  <a:lnTo>
                    <a:pt x="178594" y="59531"/>
                  </a:lnTo>
                  <a:lnTo>
                    <a:pt x="178594" y="89249"/>
                  </a:lnTo>
                  <a:lnTo>
                    <a:pt x="416719" y="89249"/>
                  </a:lnTo>
                  <a:lnTo>
                    <a:pt x="416719" y="59531"/>
                  </a:lnTo>
                  <a:lnTo>
                    <a:pt x="535781" y="59531"/>
                  </a:lnTo>
                  <a:lnTo>
                    <a:pt x="535781" y="29813"/>
                  </a:lnTo>
                  <a:lnTo>
                    <a:pt x="565595" y="29813"/>
                  </a:lnTo>
                  <a:lnTo>
                    <a:pt x="565595" y="0"/>
                  </a:lnTo>
                  <a:lnTo>
                    <a:pt x="595313" y="0"/>
                  </a:lnTo>
                  <a:close/>
                </a:path>
              </a:pathLst>
            </a:custGeom>
            <a:solidFill>
              <a:srgbClr val="FFD7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1" name="Google Shape;2191;p31"/>
            <p:cNvSpPr/>
            <p:nvPr/>
          </p:nvSpPr>
          <p:spPr>
            <a:xfrm>
              <a:off x="4769643" y="2862262"/>
              <a:ext cx="238125" cy="29718"/>
            </a:xfrm>
            <a:custGeom>
              <a:rect b="b" l="l" r="r" t="t"/>
              <a:pathLst>
                <a:path extrusionOk="0" h="29718" w="238125">
                  <a:moveTo>
                    <a:pt x="0" y="0"/>
                  </a:moveTo>
                  <a:lnTo>
                    <a:pt x="238125" y="0"/>
                  </a:lnTo>
                  <a:lnTo>
                    <a:pt x="238125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2" name="Google Shape;2192;p31"/>
            <p:cNvSpPr/>
            <p:nvPr/>
          </p:nvSpPr>
          <p:spPr>
            <a:xfrm>
              <a:off x="4799361" y="2564606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3" name="Google Shape;2193;p31"/>
            <p:cNvSpPr/>
            <p:nvPr/>
          </p:nvSpPr>
          <p:spPr>
            <a:xfrm>
              <a:off x="4829174" y="2534793"/>
              <a:ext cx="89249" cy="29718"/>
            </a:xfrm>
            <a:custGeom>
              <a:rect b="b" l="l" r="r" t="t"/>
              <a:pathLst>
                <a:path extrusionOk="0" h="29718" w="89249">
                  <a:moveTo>
                    <a:pt x="0" y="0"/>
                  </a:moveTo>
                  <a:lnTo>
                    <a:pt x="89249" y="0"/>
                  </a:lnTo>
                  <a:lnTo>
                    <a:pt x="89249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4" name="Google Shape;2194;p31"/>
            <p:cNvSpPr/>
            <p:nvPr/>
          </p:nvSpPr>
          <p:spPr>
            <a:xfrm>
              <a:off x="4858892" y="2594419"/>
              <a:ext cx="89249" cy="29718"/>
            </a:xfrm>
            <a:custGeom>
              <a:rect b="b" l="l" r="r" t="t"/>
              <a:pathLst>
                <a:path extrusionOk="0" h="29718" w="89249">
                  <a:moveTo>
                    <a:pt x="0" y="0"/>
                  </a:moveTo>
                  <a:lnTo>
                    <a:pt x="89249" y="0"/>
                  </a:lnTo>
                  <a:lnTo>
                    <a:pt x="89249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5" name="Google Shape;2195;p31"/>
            <p:cNvSpPr/>
            <p:nvPr/>
          </p:nvSpPr>
          <p:spPr>
            <a:xfrm>
              <a:off x="4799361" y="2802731"/>
              <a:ext cx="148780" cy="29718"/>
            </a:xfrm>
            <a:custGeom>
              <a:rect b="b" l="l" r="r" t="t"/>
              <a:pathLst>
                <a:path extrusionOk="0" h="29718" w="148780">
                  <a:moveTo>
                    <a:pt x="0" y="0"/>
                  </a:moveTo>
                  <a:lnTo>
                    <a:pt x="148781" y="0"/>
                  </a:lnTo>
                  <a:lnTo>
                    <a:pt x="14878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6" name="Google Shape;2196;p31"/>
            <p:cNvSpPr/>
            <p:nvPr/>
          </p:nvSpPr>
          <p:spPr>
            <a:xfrm>
              <a:off x="4829174" y="2624137"/>
              <a:ext cx="29718" cy="59531"/>
            </a:xfrm>
            <a:custGeom>
              <a:rect b="b" l="l" r="r" t="t"/>
              <a:pathLst>
                <a:path extrusionOk="0" h="59531" w="29718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7" name="Google Shape;2197;p31"/>
            <p:cNvSpPr/>
            <p:nvPr/>
          </p:nvSpPr>
          <p:spPr>
            <a:xfrm>
              <a:off x="4769643" y="2534793"/>
              <a:ext cx="178593" cy="327469"/>
            </a:xfrm>
            <a:custGeom>
              <a:rect b="b" l="l" r="r" t="t"/>
              <a:pathLst>
                <a:path extrusionOk="0" h="327469" w="178593">
                  <a:moveTo>
                    <a:pt x="29718" y="297752"/>
                  </a:moveTo>
                  <a:lnTo>
                    <a:pt x="178594" y="297752"/>
                  </a:lnTo>
                  <a:lnTo>
                    <a:pt x="178594" y="327469"/>
                  </a:lnTo>
                  <a:lnTo>
                    <a:pt x="0" y="327469"/>
                  </a:lnTo>
                  <a:lnTo>
                    <a:pt x="0" y="119063"/>
                  </a:lnTo>
                  <a:lnTo>
                    <a:pt x="29718" y="119063"/>
                  </a:lnTo>
                  <a:lnTo>
                    <a:pt x="29718" y="59626"/>
                  </a:lnTo>
                  <a:lnTo>
                    <a:pt x="59531" y="59626"/>
                  </a:lnTo>
                  <a:lnTo>
                    <a:pt x="59531" y="29813"/>
                  </a:lnTo>
                  <a:lnTo>
                    <a:pt x="148781" y="29813"/>
                  </a:lnTo>
                  <a:lnTo>
                    <a:pt x="148781" y="0"/>
                  </a:lnTo>
                  <a:lnTo>
                    <a:pt x="178594" y="0"/>
                  </a:lnTo>
                  <a:lnTo>
                    <a:pt x="178594" y="59626"/>
                  </a:lnTo>
                  <a:lnTo>
                    <a:pt x="89249" y="59626"/>
                  </a:lnTo>
                  <a:lnTo>
                    <a:pt x="89249" y="89344"/>
                  </a:lnTo>
                  <a:lnTo>
                    <a:pt x="59531" y="89344"/>
                  </a:lnTo>
                  <a:lnTo>
                    <a:pt x="59531" y="148876"/>
                  </a:lnTo>
                  <a:lnTo>
                    <a:pt x="29718" y="148876"/>
                  </a:lnTo>
                  <a:lnTo>
                    <a:pt x="29718" y="297752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8" name="Google Shape;2198;p31"/>
            <p:cNvSpPr/>
            <p:nvPr/>
          </p:nvSpPr>
          <p:spPr>
            <a:xfrm>
              <a:off x="4799361" y="2683668"/>
              <a:ext cx="29717" cy="119062"/>
            </a:xfrm>
            <a:custGeom>
              <a:rect b="b" l="l" r="r" t="t"/>
              <a:pathLst>
                <a:path extrusionOk="0" h="119062" w="29717">
                  <a:moveTo>
                    <a:pt x="0" y="0"/>
                  </a:moveTo>
                  <a:lnTo>
                    <a:pt x="29718" y="0"/>
                  </a:lnTo>
                  <a:lnTo>
                    <a:pt x="29718" y="119063"/>
                  </a:lnTo>
                  <a:lnTo>
                    <a:pt x="0" y="119063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9" name="Google Shape;2199;p31"/>
            <p:cNvSpPr/>
            <p:nvPr/>
          </p:nvSpPr>
          <p:spPr>
            <a:xfrm>
              <a:off x="5007768" y="2713482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0" name="Google Shape;2200;p31"/>
            <p:cNvSpPr/>
            <p:nvPr/>
          </p:nvSpPr>
          <p:spPr>
            <a:xfrm>
              <a:off x="4977955" y="2683668"/>
              <a:ext cx="29718" cy="89344"/>
            </a:xfrm>
            <a:custGeom>
              <a:rect b="b" l="l" r="r" t="t"/>
              <a:pathLst>
                <a:path extrusionOk="0" h="89344" w="29718">
                  <a:moveTo>
                    <a:pt x="0" y="0"/>
                  </a:moveTo>
                  <a:lnTo>
                    <a:pt x="29718" y="0"/>
                  </a:lnTo>
                  <a:lnTo>
                    <a:pt x="29718" y="89345"/>
                  </a:lnTo>
                  <a:lnTo>
                    <a:pt x="0" y="8934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1" name="Google Shape;2201;p31"/>
            <p:cNvSpPr/>
            <p:nvPr/>
          </p:nvSpPr>
          <p:spPr>
            <a:xfrm>
              <a:off x="4829174" y="2624137"/>
              <a:ext cx="148780" cy="178593"/>
            </a:xfrm>
            <a:custGeom>
              <a:rect b="b" l="l" r="r" t="t"/>
              <a:pathLst>
                <a:path extrusionOk="0" h="178593" w="148780">
                  <a:moveTo>
                    <a:pt x="148781" y="59531"/>
                  </a:moveTo>
                  <a:lnTo>
                    <a:pt x="148781" y="178594"/>
                  </a:lnTo>
                  <a:lnTo>
                    <a:pt x="0" y="178594"/>
                  </a:lnTo>
                  <a:lnTo>
                    <a:pt x="0" y="59531"/>
                  </a:lnTo>
                  <a:lnTo>
                    <a:pt x="29718" y="59531"/>
                  </a:lnTo>
                  <a:lnTo>
                    <a:pt x="29718" y="0"/>
                  </a:lnTo>
                  <a:lnTo>
                    <a:pt x="119063" y="0"/>
                  </a:lnTo>
                  <a:lnTo>
                    <a:pt x="119063" y="59531"/>
                  </a:lnTo>
                  <a:lnTo>
                    <a:pt x="148781" y="5953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2" name="Google Shape;2202;p31"/>
            <p:cNvSpPr/>
            <p:nvPr/>
          </p:nvSpPr>
          <p:spPr>
            <a:xfrm>
              <a:off x="4948237" y="2624137"/>
              <a:ext cx="29718" cy="59531"/>
            </a:xfrm>
            <a:custGeom>
              <a:rect b="b" l="l" r="r" t="t"/>
              <a:pathLst>
                <a:path extrusionOk="0" h="59531" w="29718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3" name="Google Shape;2203;p31"/>
            <p:cNvSpPr/>
            <p:nvPr/>
          </p:nvSpPr>
          <p:spPr>
            <a:xfrm>
              <a:off x="5037486" y="2683668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4" name="Google Shape;2204;p31"/>
            <p:cNvSpPr/>
            <p:nvPr/>
          </p:nvSpPr>
          <p:spPr>
            <a:xfrm>
              <a:off x="5097017" y="2683668"/>
              <a:ext cx="267938" cy="89249"/>
            </a:xfrm>
            <a:custGeom>
              <a:rect b="b" l="l" r="r" t="t"/>
              <a:pathLst>
                <a:path extrusionOk="0" h="89249" w="267938">
                  <a:moveTo>
                    <a:pt x="267938" y="29813"/>
                  </a:moveTo>
                  <a:lnTo>
                    <a:pt x="267938" y="89249"/>
                  </a:lnTo>
                  <a:lnTo>
                    <a:pt x="89345" y="89249"/>
                  </a:lnTo>
                  <a:lnTo>
                    <a:pt x="89345" y="59531"/>
                  </a:lnTo>
                  <a:lnTo>
                    <a:pt x="0" y="59531"/>
                  </a:lnTo>
                  <a:lnTo>
                    <a:pt x="0" y="0"/>
                  </a:lnTo>
                  <a:lnTo>
                    <a:pt x="29813" y="0"/>
                  </a:lnTo>
                  <a:lnTo>
                    <a:pt x="29813" y="29813"/>
                  </a:lnTo>
                  <a:lnTo>
                    <a:pt x="119063" y="29813"/>
                  </a:lnTo>
                  <a:lnTo>
                    <a:pt x="119063" y="59531"/>
                  </a:lnTo>
                  <a:lnTo>
                    <a:pt x="238125" y="59531"/>
                  </a:lnTo>
                  <a:lnTo>
                    <a:pt x="238125" y="29813"/>
                  </a:lnTo>
                  <a:lnTo>
                    <a:pt x="267938" y="29813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5" name="Google Shape;2205;p31"/>
            <p:cNvSpPr/>
            <p:nvPr/>
          </p:nvSpPr>
          <p:spPr>
            <a:xfrm>
              <a:off x="5364955" y="2713482"/>
              <a:ext cx="89249" cy="29718"/>
            </a:xfrm>
            <a:custGeom>
              <a:rect b="b" l="l" r="r" t="t"/>
              <a:pathLst>
                <a:path extrusionOk="0" h="29718" w="89249">
                  <a:moveTo>
                    <a:pt x="0" y="0"/>
                  </a:moveTo>
                  <a:lnTo>
                    <a:pt x="89249" y="0"/>
                  </a:lnTo>
                  <a:lnTo>
                    <a:pt x="89249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6" name="Google Shape;2206;p31"/>
            <p:cNvSpPr/>
            <p:nvPr/>
          </p:nvSpPr>
          <p:spPr>
            <a:xfrm>
              <a:off x="5007768" y="2624137"/>
              <a:ext cx="59531" cy="59531"/>
            </a:xfrm>
            <a:custGeom>
              <a:rect b="b" l="l" r="r" t="t"/>
              <a:pathLst>
                <a:path extrusionOk="0" h="59531" w="59531">
                  <a:moveTo>
                    <a:pt x="59531" y="29718"/>
                  </a:moveTo>
                  <a:lnTo>
                    <a:pt x="59531" y="59531"/>
                  </a:lnTo>
                  <a:lnTo>
                    <a:pt x="0" y="59531"/>
                  </a:lnTo>
                  <a:lnTo>
                    <a:pt x="0" y="0"/>
                  </a:lnTo>
                  <a:lnTo>
                    <a:pt x="29718" y="0"/>
                  </a:lnTo>
                  <a:lnTo>
                    <a:pt x="29718" y="29718"/>
                  </a:lnTo>
                  <a:lnTo>
                    <a:pt x="59531" y="29718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7" name="Google Shape;2207;p31"/>
            <p:cNvSpPr/>
            <p:nvPr/>
          </p:nvSpPr>
          <p:spPr>
            <a:xfrm>
              <a:off x="4977955" y="2594419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8" name="Google Shape;2208;p31"/>
            <p:cNvSpPr/>
            <p:nvPr/>
          </p:nvSpPr>
          <p:spPr>
            <a:xfrm>
              <a:off x="4977955" y="2534793"/>
              <a:ext cx="29718" cy="59531"/>
            </a:xfrm>
            <a:custGeom>
              <a:rect b="b" l="l" r="r" t="t"/>
              <a:pathLst>
                <a:path extrusionOk="0" h="59531" w="29718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9" name="Google Shape;2209;p31"/>
            <p:cNvSpPr/>
            <p:nvPr/>
          </p:nvSpPr>
          <p:spPr>
            <a:xfrm>
              <a:off x="4977955" y="2505075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0" name="Google Shape;2210;p31"/>
            <p:cNvSpPr/>
            <p:nvPr/>
          </p:nvSpPr>
          <p:spPr>
            <a:xfrm>
              <a:off x="4948237" y="2118169"/>
              <a:ext cx="654843" cy="565499"/>
            </a:xfrm>
            <a:custGeom>
              <a:rect b="b" l="l" r="r" t="t"/>
              <a:pathLst>
                <a:path extrusionOk="0" h="565499" w="654843">
                  <a:moveTo>
                    <a:pt x="654844" y="238125"/>
                  </a:moveTo>
                  <a:lnTo>
                    <a:pt x="654844" y="416624"/>
                  </a:lnTo>
                  <a:lnTo>
                    <a:pt x="625031" y="416624"/>
                  </a:lnTo>
                  <a:lnTo>
                    <a:pt x="625031" y="505968"/>
                  </a:lnTo>
                  <a:lnTo>
                    <a:pt x="595313" y="505968"/>
                  </a:lnTo>
                  <a:lnTo>
                    <a:pt x="595313" y="565499"/>
                  </a:lnTo>
                  <a:lnTo>
                    <a:pt x="565499" y="565499"/>
                  </a:lnTo>
                  <a:lnTo>
                    <a:pt x="565499" y="476250"/>
                  </a:lnTo>
                  <a:lnTo>
                    <a:pt x="595313" y="476250"/>
                  </a:lnTo>
                  <a:lnTo>
                    <a:pt x="595313" y="386906"/>
                  </a:lnTo>
                  <a:lnTo>
                    <a:pt x="625031" y="386906"/>
                  </a:lnTo>
                  <a:lnTo>
                    <a:pt x="625031" y="267843"/>
                  </a:lnTo>
                  <a:lnTo>
                    <a:pt x="595313" y="267843"/>
                  </a:lnTo>
                  <a:lnTo>
                    <a:pt x="595313" y="178499"/>
                  </a:lnTo>
                  <a:lnTo>
                    <a:pt x="565499" y="178499"/>
                  </a:lnTo>
                  <a:lnTo>
                    <a:pt x="565499" y="119062"/>
                  </a:lnTo>
                  <a:lnTo>
                    <a:pt x="535781" y="119062"/>
                  </a:lnTo>
                  <a:lnTo>
                    <a:pt x="535781" y="89249"/>
                  </a:lnTo>
                  <a:lnTo>
                    <a:pt x="476250" y="89249"/>
                  </a:lnTo>
                  <a:lnTo>
                    <a:pt x="476250" y="59436"/>
                  </a:lnTo>
                  <a:lnTo>
                    <a:pt x="386906" y="59436"/>
                  </a:lnTo>
                  <a:lnTo>
                    <a:pt x="386906" y="29718"/>
                  </a:lnTo>
                  <a:lnTo>
                    <a:pt x="267843" y="29718"/>
                  </a:lnTo>
                  <a:lnTo>
                    <a:pt x="267843" y="59436"/>
                  </a:lnTo>
                  <a:lnTo>
                    <a:pt x="178594" y="59436"/>
                  </a:lnTo>
                  <a:lnTo>
                    <a:pt x="178594" y="89249"/>
                  </a:lnTo>
                  <a:lnTo>
                    <a:pt x="119063" y="89249"/>
                  </a:lnTo>
                  <a:lnTo>
                    <a:pt x="119063" y="119062"/>
                  </a:lnTo>
                  <a:lnTo>
                    <a:pt x="89249" y="119062"/>
                  </a:lnTo>
                  <a:lnTo>
                    <a:pt x="89249" y="178499"/>
                  </a:lnTo>
                  <a:lnTo>
                    <a:pt x="59531" y="178499"/>
                  </a:lnTo>
                  <a:lnTo>
                    <a:pt x="59531" y="267843"/>
                  </a:lnTo>
                  <a:lnTo>
                    <a:pt x="29718" y="267843"/>
                  </a:lnTo>
                  <a:lnTo>
                    <a:pt x="29718" y="416624"/>
                  </a:lnTo>
                  <a:lnTo>
                    <a:pt x="0" y="416624"/>
                  </a:lnTo>
                  <a:lnTo>
                    <a:pt x="0" y="238125"/>
                  </a:lnTo>
                  <a:lnTo>
                    <a:pt x="29718" y="238125"/>
                  </a:lnTo>
                  <a:lnTo>
                    <a:pt x="29718" y="148780"/>
                  </a:lnTo>
                  <a:lnTo>
                    <a:pt x="59531" y="148780"/>
                  </a:lnTo>
                  <a:lnTo>
                    <a:pt x="59531" y="89249"/>
                  </a:lnTo>
                  <a:lnTo>
                    <a:pt x="89249" y="89249"/>
                  </a:lnTo>
                  <a:lnTo>
                    <a:pt x="89249" y="59436"/>
                  </a:lnTo>
                  <a:lnTo>
                    <a:pt x="148780" y="59436"/>
                  </a:lnTo>
                  <a:lnTo>
                    <a:pt x="148780" y="29718"/>
                  </a:lnTo>
                  <a:lnTo>
                    <a:pt x="238125" y="29718"/>
                  </a:lnTo>
                  <a:lnTo>
                    <a:pt x="238125" y="0"/>
                  </a:lnTo>
                  <a:lnTo>
                    <a:pt x="416719" y="0"/>
                  </a:lnTo>
                  <a:lnTo>
                    <a:pt x="416719" y="29718"/>
                  </a:lnTo>
                  <a:lnTo>
                    <a:pt x="505968" y="29718"/>
                  </a:lnTo>
                  <a:lnTo>
                    <a:pt x="505968" y="59436"/>
                  </a:lnTo>
                  <a:lnTo>
                    <a:pt x="565499" y="59436"/>
                  </a:lnTo>
                  <a:lnTo>
                    <a:pt x="565499" y="89249"/>
                  </a:lnTo>
                  <a:lnTo>
                    <a:pt x="595313" y="89249"/>
                  </a:lnTo>
                  <a:lnTo>
                    <a:pt x="595313" y="148780"/>
                  </a:lnTo>
                  <a:lnTo>
                    <a:pt x="625031" y="148780"/>
                  </a:lnTo>
                  <a:lnTo>
                    <a:pt x="625031" y="238125"/>
                  </a:lnTo>
                  <a:lnTo>
                    <a:pt x="654844" y="238125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1" name="Google Shape;2211;p31"/>
            <p:cNvSpPr/>
            <p:nvPr/>
          </p:nvSpPr>
          <p:spPr>
            <a:xfrm>
              <a:off x="5394673" y="2683668"/>
              <a:ext cx="119062" cy="29718"/>
            </a:xfrm>
            <a:custGeom>
              <a:rect b="b" l="l" r="r" t="t"/>
              <a:pathLst>
                <a:path extrusionOk="0" h="29718" w="119062">
                  <a:moveTo>
                    <a:pt x="0" y="0"/>
                  </a:moveTo>
                  <a:lnTo>
                    <a:pt x="119063" y="0"/>
                  </a:lnTo>
                  <a:lnTo>
                    <a:pt x="119063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2" name="Google Shape;2212;p31"/>
            <p:cNvSpPr/>
            <p:nvPr/>
          </p:nvSpPr>
          <p:spPr>
            <a:xfrm>
              <a:off x="5484018" y="2653855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3" name="Google Shape;2213;p31"/>
            <p:cNvSpPr/>
            <p:nvPr/>
          </p:nvSpPr>
          <p:spPr>
            <a:xfrm>
              <a:off x="5186362" y="2058543"/>
              <a:ext cx="59531" cy="29717"/>
            </a:xfrm>
            <a:custGeom>
              <a:rect b="b" l="l" r="r" t="t"/>
              <a:pathLst>
                <a:path extrusionOk="0" h="29717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4" name="Google Shape;2214;p31"/>
            <p:cNvSpPr/>
            <p:nvPr/>
          </p:nvSpPr>
          <p:spPr>
            <a:xfrm>
              <a:off x="5335142" y="2058543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5" name="Google Shape;2215;p31"/>
            <p:cNvSpPr/>
            <p:nvPr/>
          </p:nvSpPr>
          <p:spPr>
            <a:xfrm>
              <a:off x="5245893" y="2058543"/>
              <a:ext cx="89249" cy="29717"/>
            </a:xfrm>
            <a:custGeom>
              <a:rect b="b" l="l" r="r" t="t"/>
              <a:pathLst>
                <a:path extrusionOk="0" h="29717" w="89249">
                  <a:moveTo>
                    <a:pt x="0" y="0"/>
                  </a:moveTo>
                  <a:lnTo>
                    <a:pt x="89249" y="0"/>
                  </a:lnTo>
                  <a:lnTo>
                    <a:pt x="89249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6" name="Google Shape;2216;p31"/>
            <p:cNvSpPr/>
            <p:nvPr/>
          </p:nvSpPr>
          <p:spPr>
            <a:xfrm>
              <a:off x="5245893" y="1999107"/>
              <a:ext cx="119062" cy="29717"/>
            </a:xfrm>
            <a:custGeom>
              <a:rect b="b" l="l" r="r" t="t"/>
              <a:pathLst>
                <a:path extrusionOk="0" h="29717" w="119062">
                  <a:moveTo>
                    <a:pt x="0" y="0"/>
                  </a:moveTo>
                  <a:lnTo>
                    <a:pt x="119063" y="0"/>
                  </a:lnTo>
                  <a:lnTo>
                    <a:pt x="119063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7" name="Google Shape;2217;p31"/>
            <p:cNvSpPr/>
            <p:nvPr/>
          </p:nvSpPr>
          <p:spPr>
            <a:xfrm>
              <a:off x="5186362" y="1999107"/>
              <a:ext cx="59531" cy="29717"/>
            </a:xfrm>
            <a:custGeom>
              <a:rect b="b" l="l" r="r" t="t"/>
              <a:pathLst>
                <a:path extrusionOk="0" h="29717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8" name="Google Shape;2218;p31"/>
            <p:cNvSpPr/>
            <p:nvPr/>
          </p:nvSpPr>
          <p:spPr>
            <a:xfrm>
              <a:off x="5126830" y="2118169"/>
              <a:ext cx="59531" cy="29717"/>
            </a:xfrm>
            <a:custGeom>
              <a:rect b="b" l="l" r="r" t="t"/>
              <a:pathLst>
                <a:path extrusionOk="0" h="29717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9" name="Google Shape;2219;p31"/>
            <p:cNvSpPr/>
            <p:nvPr/>
          </p:nvSpPr>
          <p:spPr>
            <a:xfrm>
              <a:off x="5037486" y="2802731"/>
              <a:ext cx="119062" cy="29718"/>
            </a:xfrm>
            <a:custGeom>
              <a:rect b="b" l="l" r="r" t="t"/>
              <a:pathLst>
                <a:path extrusionOk="0" h="29718" w="119062">
                  <a:moveTo>
                    <a:pt x="0" y="0"/>
                  </a:moveTo>
                  <a:lnTo>
                    <a:pt x="119062" y="0"/>
                  </a:lnTo>
                  <a:lnTo>
                    <a:pt x="119062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0" name="Google Shape;2220;p31"/>
            <p:cNvSpPr/>
            <p:nvPr/>
          </p:nvSpPr>
          <p:spPr>
            <a:xfrm>
              <a:off x="5156548" y="2832544"/>
              <a:ext cx="89249" cy="29718"/>
            </a:xfrm>
            <a:custGeom>
              <a:rect b="b" l="l" r="r" t="t"/>
              <a:pathLst>
                <a:path extrusionOk="0" h="29718" w="89249">
                  <a:moveTo>
                    <a:pt x="0" y="0"/>
                  </a:moveTo>
                  <a:lnTo>
                    <a:pt x="89249" y="0"/>
                  </a:lnTo>
                  <a:lnTo>
                    <a:pt x="89249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1" name="Google Shape;2221;p31"/>
            <p:cNvSpPr/>
            <p:nvPr/>
          </p:nvSpPr>
          <p:spPr>
            <a:xfrm>
              <a:off x="5394673" y="2802731"/>
              <a:ext cx="89249" cy="29718"/>
            </a:xfrm>
            <a:custGeom>
              <a:rect b="b" l="l" r="r" t="t"/>
              <a:pathLst>
                <a:path extrusionOk="0" h="29718" w="89249">
                  <a:moveTo>
                    <a:pt x="0" y="0"/>
                  </a:moveTo>
                  <a:lnTo>
                    <a:pt x="89249" y="0"/>
                  </a:lnTo>
                  <a:lnTo>
                    <a:pt x="89249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2" name="Google Shape;2222;p31"/>
            <p:cNvSpPr/>
            <p:nvPr/>
          </p:nvSpPr>
          <p:spPr>
            <a:xfrm>
              <a:off x="5513736" y="2772918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3" name="Google Shape;2223;p31"/>
            <p:cNvSpPr/>
            <p:nvPr/>
          </p:nvSpPr>
          <p:spPr>
            <a:xfrm>
              <a:off x="5126830" y="2891980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4" name="Google Shape;2224;p31"/>
            <p:cNvSpPr/>
            <p:nvPr/>
          </p:nvSpPr>
          <p:spPr>
            <a:xfrm>
              <a:off x="5007768" y="2862262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5" name="Google Shape;2225;p31"/>
            <p:cNvSpPr/>
            <p:nvPr/>
          </p:nvSpPr>
          <p:spPr>
            <a:xfrm>
              <a:off x="4977955" y="2832544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6" name="Google Shape;2226;p31"/>
            <p:cNvSpPr/>
            <p:nvPr/>
          </p:nvSpPr>
          <p:spPr>
            <a:xfrm>
              <a:off x="5364955" y="2891980"/>
              <a:ext cx="59531" cy="29718"/>
            </a:xfrm>
            <a:custGeom>
              <a:rect b="b" l="l" r="r" t="t"/>
              <a:pathLst>
                <a:path extrusionOk="0" h="29718" w="59531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7" name="Google Shape;2227;p31"/>
            <p:cNvSpPr/>
            <p:nvPr/>
          </p:nvSpPr>
          <p:spPr>
            <a:xfrm>
              <a:off x="5543549" y="2832544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8" name="Google Shape;2228;p31"/>
            <p:cNvSpPr/>
            <p:nvPr/>
          </p:nvSpPr>
          <p:spPr>
            <a:xfrm>
              <a:off x="5394673" y="2862262"/>
              <a:ext cx="119062" cy="29718"/>
            </a:xfrm>
            <a:custGeom>
              <a:rect b="b" l="l" r="r" t="t"/>
              <a:pathLst>
                <a:path extrusionOk="0" h="29718" w="119062">
                  <a:moveTo>
                    <a:pt x="0" y="0"/>
                  </a:moveTo>
                  <a:lnTo>
                    <a:pt x="119063" y="0"/>
                  </a:lnTo>
                  <a:lnTo>
                    <a:pt x="119063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9" name="Google Shape;2229;p31"/>
            <p:cNvSpPr/>
            <p:nvPr/>
          </p:nvSpPr>
          <p:spPr>
            <a:xfrm>
              <a:off x="4858892" y="2832544"/>
              <a:ext cx="89249" cy="29718"/>
            </a:xfrm>
            <a:custGeom>
              <a:rect b="b" l="l" r="r" t="t"/>
              <a:pathLst>
                <a:path extrusionOk="0" h="29718" w="89249">
                  <a:moveTo>
                    <a:pt x="0" y="0"/>
                  </a:moveTo>
                  <a:lnTo>
                    <a:pt x="89249" y="0"/>
                  </a:lnTo>
                  <a:lnTo>
                    <a:pt x="89249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0" name="Google Shape;2230;p31"/>
            <p:cNvSpPr/>
            <p:nvPr/>
          </p:nvSpPr>
          <p:spPr>
            <a:xfrm>
              <a:off x="4918423" y="2534793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1" name="Google Shape;2231;p31"/>
            <p:cNvSpPr/>
            <p:nvPr/>
          </p:nvSpPr>
          <p:spPr>
            <a:xfrm>
              <a:off x="4888705" y="2564606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2" name="Google Shape;2232;p31"/>
            <p:cNvSpPr/>
            <p:nvPr/>
          </p:nvSpPr>
          <p:spPr>
            <a:xfrm>
              <a:off x="4977955" y="2713482"/>
              <a:ext cx="29718" cy="59531"/>
            </a:xfrm>
            <a:custGeom>
              <a:rect b="b" l="l" r="r" t="t"/>
              <a:pathLst>
                <a:path extrusionOk="0" h="59531" w="29718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3" name="Google Shape;2233;p31"/>
            <p:cNvSpPr/>
            <p:nvPr/>
          </p:nvSpPr>
          <p:spPr>
            <a:xfrm>
              <a:off x="4948237" y="2743200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4" name="Google Shape;2234;p31"/>
            <p:cNvSpPr/>
            <p:nvPr/>
          </p:nvSpPr>
          <p:spPr>
            <a:xfrm>
              <a:off x="4918423" y="2713482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5" name="Google Shape;2235;p31"/>
            <p:cNvSpPr/>
            <p:nvPr/>
          </p:nvSpPr>
          <p:spPr>
            <a:xfrm>
              <a:off x="4829174" y="2743200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6" name="Google Shape;2236;p31"/>
            <p:cNvSpPr/>
            <p:nvPr/>
          </p:nvSpPr>
          <p:spPr>
            <a:xfrm>
              <a:off x="4888705" y="2772918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7" name="Google Shape;2237;p31"/>
            <p:cNvSpPr/>
            <p:nvPr/>
          </p:nvSpPr>
          <p:spPr>
            <a:xfrm>
              <a:off x="5186362" y="2118169"/>
              <a:ext cx="29717" cy="29717"/>
            </a:xfrm>
            <a:custGeom>
              <a:rect b="b" l="l" r="r" t="t"/>
              <a:pathLst>
                <a:path extrusionOk="0" h="29717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8" name="Google Shape;2238;p31"/>
            <p:cNvSpPr/>
            <p:nvPr/>
          </p:nvSpPr>
          <p:spPr>
            <a:xfrm>
              <a:off x="5186362" y="1939480"/>
              <a:ext cx="29717" cy="29717"/>
            </a:xfrm>
            <a:custGeom>
              <a:rect b="b" l="l" r="r" t="t"/>
              <a:pathLst>
                <a:path extrusionOk="0" h="29717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9" name="Google Shape;2239;p31"/>
            <p:cNvSpPr/>
            <p:nvPr/>
          </p:nvSpPr>
          <p:spPr>
            <a:xfrm>
              <a:off x="5364955" y="1641919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0" name="Google Shape;2240;p31"/>
            <p:cNvSpPr/>
            <p:nvPr/>
          </p:nvSpPr>
          <p:spPr>
            <a:xfrm>
              <a:off x="5335142" y="1641919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1" name="Google Shape;2241;p31"/>
            <p:cNvSpPr/>
            <p:nvPr/>
          </p:nvSpPr>
          <p:spPr>
            <a:xfrm>
              <a:off x="5335142" y="1612106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2" name="Google Shape;2242;p31"/>
            <p:cNvSpPr/>
            <p:nvPr/>
          </p:nvSpPr>
          <p:spPr>
            <a:xfrm>
              <a:off x="5335142" y="1671637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3" name="Google Shape;2243;p31"/>
            <p:cNvSpPr/>
            <p:nvPr/>
          </p:nvSpPr>
          <p:spPr>
            <a:xfrm>
              <a:off x="5245893" y="1760982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4" name="Google Shape;2244;p31"/>
            <p:cNvSpPr/>
            <p:nvPr/>
          </p:nvSpPr>
          <p:spPr>
            <a:xfrm>
              <a:off x="5186362" y="1731168"/>
              <a:ext cx="29717" cy="59531"/>
            </a:xfrm>
            <a:custGeom>
              <a:rect b="b" l="l" r="r" t="t"/>
              <a:pathLst>
                <a:path extrusionOk="0" h="59531" w="29717">
                  <a:moveTo>
                    <a:pt x="0" y="0"/>
                  </a:moveTo>
                  <a:lnTo>
                    <a:pt x="29718" y="0"/>
                  </a:lnTo>
                  <a:lnTo>
                    <a:pt x="29718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5" name="Google Shape;2245;p31"/>
            <p:cNvSpPr/>
            <p:nvPr/>
          </p:nvSpPr>
          <p:spPr>
            <a:xfrm>
              <a:off x="5216080" y="1790700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6" name="Google Shape;2246;p31"/>
            <p:cNvSpPr/>
            <p:nvPr/>
          </p:nvSpPr>
          <p:spPr>
            <a:xfrm>
              <a:off x="5156548" y="1820418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7" name="Google Shape;2247;p31"/>
            <p:cNvSpPr/>
            <p:nvPr/>
          </p:nvSpPr>
          <p:spPr>
            <a:xfrm>
              <a:off x="5245893" y="1820418"/>
              <a:ext cx="29717" cy="29718"/>
            </a:xfrm>
            <a:custGeom>
              <a:rect b="b" l="l" r="r" t="t"/>
              <a:pathLst>
                <a:path extrusionOk="0" h="29718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8" name="Google Shape;2248;p31"/>
            <p:cNvSpPr/>
            <p:nvPr/>
          </p:nvSpPr>
          <p:spPr>
            <a:xfrm>
              <a:off x="5186362" y="1701355"/>
              <a:ext cx="29717" cy="29717"/>
            </a:xfrm>
            <a:custGeom>
              <a:rect b="b" l="l" r="r" t="t"/>
              <a:pathLst>
                <a:path extrusionOk="0" h="29717" w="29717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9" name="Google Shape;2249;p31"/>
            <p:cNvSpPr/>
            <p:nvPr/>
          </p:nvSpPr>
          <p:spPr>
            <a:xfrm>
              <a:off x="5364955" y="1880044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0" name="Google Shape;2250;p31"/>
            <p:cNvSpPr/>
            <p:nvPr/>
          </p:nvSpPr>
          <p:spPr>
            <a:xfrm>
              <a:off x="5335142" y="1850231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1" name="Google Shape;2251;p31"/>
            <p:cNvSpPr/>
            <p:nvPr/>
          </p:nvSpPr>
          <p:spPr>
            <a:xfrm>
              <a:off x="5364955" y="1850231"/>
              <a:ext cx="29718" cy="29717"/>
            </a:xfrm>
            <a:custGeom>
              <a:rect b="b" l="l" r="r" t="t"/>
              <a:pathLst>
                <a:path extrusionOk="0" h="29717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2" name="Google Shape;2252;p31"/>
            <p:cNvSpPr/>
            <p:nvPr/>
          </p:nvSpPr>
          <p:spPr>
            <a:xfrm>
              <a:off x="5394673" y="1760982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3" name="Google Shape;2253;p31"/>
            <p:cNvSpPr/>
            <p:nvPr/>
          </p:nvSpPr>
          <p:spPr>
            <a:xfrm>
              <a:off x="5364955" y="1790700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4" name="Google Shape;2254;p31"/>
            <p:cNvSpPr/>
            <p:nvPr/>
          </p:nvSpPr>
          <p:spPr>
            <a:xfrm>
              <a:off x="5394673" y="1790700"/>
              <a:ext cx="29718" cy="29718"/>
            </a:xfrm>
            <a:custGeom>
              <a:rect b="b" l="l" r="r" t="t"/>
              <a:pathLst>
                <a:path extrusionOk="0" h="29718" w="29718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5" name="Google Shape;2255;p31"/>
          <p:cNvSpPr txBox="1"/>
          <p:nvPr>
            <p:ph type="title"/>
          </p:nvPr>
        </p:nvSpPr>
        <p:spPr>
          <a:xfrm>
            <a:off x="522150" y="4631875"/>
            <a:ext cx="3358800" cy="2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Dev: </a:t>
            </a:r>
            <a:r>
              <a:rPr lang="en" sz="1000">
                <a:solidFill>
                  <a:schemeClr val="lt2"/>
                </a:solidFill>
              </a:rPr>
              <a:t>Emin HadŽiabdiĆ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9" name="Shape 2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" name="Google Shape;2260;p32"/>
          <p:cNvSpPr txBox="1"/>
          <p:nvPr>
            <p:ph type="title"/>
          </p:nvPr>
        </p:nvSpPr>
        <p:spPr>
          <a:xfrm>
            <a:off x="713225" y="177875"/>
            <a:ext cx="81150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Game interface - Board Grid</a:t>
            </a:r>
            <a:endParaRPr sz="2000"/>
          </a:p>
        </p:txBody>
      </p:sp>
      <p:sp>
        <p:nvSpPr>
          <p:cNvPr id="2261" name="Google Shape;2261;p32"/>
          <p:cNvSpPr txBox="1"/>
          <p:nvPr>
            <p:ph idx="1" type="body"/>
          </p:nvPr>
        </p:nvSpPr>
        <p:spPr>
          <a:xfrm>
            <a:off x="203450" y="705200"/>
            <a:ext cx="4673400" cy="224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85A"/>
              </a:buClr>
              <a:buSzPts val="1300"/>
              <a:buFont typeface="Archivo"/>
              <a:buChar char="✓"/>
            </a:pPr>
            <a:r>
              <a:rPr lang="en" sz="1300"/>
              <a:t>Nested loop iterates every board position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785A"/>
              </a:buClr>
              <a:buSzPts val="1300"/>
              <a:buFont typeface="Arial"/>
              <a:buChar char="✓"/>
            </a:pPr>
            <a:r>
              <a:rPr b="1" lang="en" sz="1300">
                <a:solidFill>
                  <a:srgbClr val="00785A"/>
                </a:solidFill>
              </a:rPr>
              <a:t>Checkerboard pattern:</a:t>
            </a:r>
            <a:r>
              <a:rPr lang="en" sz="1300"/>
              <a:t> </a:t>
            </a:r>
            <a:r>
              <a:rPr lang="en" sz="1300">
                <a:solidFill>
                  <a:srgbClr val="D7BA7D"/>
                </a:solidFill>
                <a:highlight>
                  <a:srgbClr val="434343"/>
                </a:highlight>
                <a:latin typeface="Courier New"/>
                <a:ea typeface="Courier New"/>
                <a:cs typeface="Courier New"/>
                <a:sym typeface="Courier New"/>
              </a:rPr>
              <a:t>(row + col) % 2</a:t>
            </a:r>
            <a:endParaRPr sz="1700">
              <a:highlight>
                <a:srgbClr val="434343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785A"/>
              </a:buClr>
              <a:buSzPts val="1300"/>
              <a:buFont typeface="Archivo"/>
              <a:buChar char="✓"/>
            </a:pPr>
            <a:r>
              <a:rPr b="1" lang="en" sz="1300">
                <a:solidFill>
                  <a:srgbClr val="00785A"/>
                </a:solidFill>
              </a:rPr>
              <a:t>Image themes:</a:t>
            </a:r>
            <a:r>
              <a:rPr lang="en" sz="1300"/>
              <a:t> Draw pre-loaded textures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785A"/>
              </a:buClr>
              <a:buSzPts val="1300"/>
              <a:buFont typeface="Archivo"/>
              <a:buChar char="✓"/>
            </a:pPr>
            <a:r>
              <a:rPr b="1" lang="en" sz="1300">
                <a:solidFill>
                  <a:srgbClr val="00785A"/>
                </a:solidFill>
              </a:rPr>
              <a:t>Color themes:</a:t>
            </a:r>
            <a:r>
              <a:rPr lang="en" sz="1300"/>
              <a:t> Use </a:t>
            </a:r>
            <a:r>
              <a:rPr lang="en" sz="1300">
                <a:solidFill>
                  <a:srgbClr val="D7BA7D"/>
                </a:solidFill>
                <a:highlight>
                  <a:srgbClr val="434343"/>
                </a:highlight>
                <a:latin typeface="Courier New"/>
                <a:ea typeface="Courier New"/>
                <a:cs typeface="Courier New"/>
                <a:sym typeface="Courier New"/>
              </a:rPr>
              <a:t>Shape::drawRect()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785A"/>
              </a:buClr>
              <a:buSzPts val="1300"/>
              <a:buFont typeface="Archivo"/>
              <a:buChar char="✓"/>
            </a:pPr>
            <a:r>
              <a:rPr b="1" lang="en" sz="1300">
                <a:solidFill>
                  <a:srgbClr val="00785A"/>
                </a:solidFill>
              </a:rPr>
              <a:t>Efficient:</a:t>
            </a:r>
            <a:r>
              <a:rPr lang="en" sz="1300"/>
              <a:t> Single draw call per tile</a:t>
            </a:r>
            <a:endParaRPr sz="1300"/>
          </a:p>
        </p:txBody>
      </p:sp>
      <p:pic>
        <p:nvPicPr>
          <p:cNvPr id="2262" name="Google Shape;226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6850" y="705200"/>
            <a:ext cx="3835700" cy="3865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3" name="Google Shape;226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5062" y="3007025"/>
            <a:ext cx="1420025" cy="1432825"/>
          </a:xfrm>
          <a:prstGeom prst="rect">
            <a:avLst/>
          </a:prstGeom>
          <a:noFill/>
          <a:ln cap="flat" cmpd="sng" w="19050">
            <a:solidFill>
              <a:srgbClr val="00785A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64" name="Google Shape;2264;p32"/>
          <p:cNvSpPr/>
          <p:nvPr/>
        </p:nvSpPr>
        <p:spPr>
          <a:xfrm>
            <a:off x="5740886" y="2493525"/>
            <a:ext cx="2015100" cy="138000"/>
          </a:xfrm>
          <a:prstGeom prst="rect">
            <a:avLst/>
          </a:prstGeom>
          <a:noFill/>
          <a:ln cap="flat" cmpd="sng" w="19050">
            <a:solidFill>
              <a:srgbClr val="D7BA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7BA7D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265" name="Google Shape;2265;p32"/>
          <p:cNvSpPr/>
          <p:nvPr/>
        </p:nvSpPr>
        <p:spPr>
          <a:xfrm>
            <a:off x="5911759" y="3796075"/>
            <a:ext cx="1678500" cy="138000"/>
          </a:xfrm>
          <a:prstGeom prst="rect">
            <a:avLst/>
          </a:prstGeom>
          <a:noFill/>
          <a:ln cap="flat" cmpd="sng" w="19050">
            <a:solidFill>
              <a:srgbClr val="D7BA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9" name="Shape 2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0" name="Google Shape;2270;p33"/>
          <p:cNvSpPr txBox="1"/>
          <p:nvPr>
            <p:ph type="title"/>
          </p:nvPr>
        </p:nvSpPr>
        <p:spPr>
          <a:xfrm>
            <a:off x="713225" y="177875"/>
            <a:ext cx="81150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Game interface - Board Sizes</a:t>
            </a:r>
            <a:endParaRPr sz="2000"/>
          </a:p>
        </p:txBody>
      </p:sp>
      <p:sp>
        <p:nvSpPr>
          <p:cNvPr id="2271" name="Google Shape;2271;p33"/>
          <p:cNvSpPr txBox="1"/>
          <p:nvPr>
            <p:ph idx="1" type="body"/>
          </p:nvPr>
        </p:nvSpPr>
        <p:spPr>
          <a:xfrm>
            <a:off x="374050" y="785450"/>
            <a:ext cx="8331000" cy="19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We implemented </a:t>
            </a:r>
            <a:r>
              <a:rPr b="1" lang="en" sz="1300"/>
              <a:t>three distinct board sizes</a:t>
            </a:r>
            <a:r>
              <a:rPr lang="en" sz="1300"/>
              <a:t> to cater to different player skill levels and time constraints.</a:t>
            </a:r>
            <a:endParaRPr sz="1300"/>
          </a:p>
          <a:p>
            <a:pPr indent="-31115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➔"/>
            </a:pPr>
            <a:r>
              <a:rPr b="1" lang="en" sz="1300">
                <a:solidFill>
                  <a:schemeClr val="accent2"/>
                </a:solidFill>
              </a:rPr>
              <a:t>6x6 (Small): </a:t>
            </a:r>
            <a:r>
              <a:rPr lang="en" sz="1300"/>
              <a:t>Designed for fast-paced "</a:t>
            </a:r>
            <a:r>
              <a:rPr lang="en" sz="1300">
                <a:solidFill>
                  <a:schemeClr val="accent2"/>
                </a:solidFill>
              </a:rPr>
              <a:t>Blitz</a:t>
            </a:r>
            <a:r>
              <a:rPr lang="en" sz="1300"/>
              <a:t>" games</a:t>
            </a:r>
            <a:endParaRPr sz="1300"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Char char="➔"/>
            </a:pPr>
            <a:r>
              <a:rPr b="1" lang="en" sz="1300">
                <a:solidFill>
                  <a:schemeClr val="lt2"/>
                </a:solidFill>
              </a:rPr>
              <a:t>8x8 (Medium):</a:t>
            </a:r>
            <a:r>
              <a:rPr lang="en" sz="1300"/>
              <a:t> A balanced, </a:t>
            </a:r>
            <a:r>
              <a:rPr lang="en" sz="1300">
                <a:solidFill>
                  <a:schemeClr val="lt2"/>
                </a:solidFill>
              </a:rPr>
              <a:t>standard competitive</a:t>
            </a:r>
            <a:r>
              <a:rPr lang="en" sz="1300"/>
              <a:t> size with moderate complexity.</a:t>
            </a:r>
            <a:endParaRPr sz="1300"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➔"/>
            </a:pPr>
            <a:r>
              <a:rPr b="1" lang="en" sz="1300">
                <a:solidFill>
                  <a:schemeClr val="accent1"/>
                </a:solidFill>
              </a:rPr>
              <a:t>10x10 (Large):</a:t>
            </a:r>
            <a:r>
              <a:rPr lang="en" sz="1300"/>
              <a:t> Designed for "</a:t>
            </a:r>
            <a:r>
              <a:rPr lang="en" sz="1300">
                <a:solidFill>
                  <a:schemeClr val="accent1"/>
                </a:solidFill>
              </a:rPr>
              <a:t>Professional</a:t>
            </a:r>
            <a:r>
              <a:rPr lang="en" sz="1300"/>
              <a:t>" games, offering maximum strategic depth.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300"/>
          </a:p>
        </p:txBody>
      </p:sp>
      <p:grpSp>
        <p:nvGrpSpPr>
          <p:cNvPr id="2272" name="Google Shape;2272;p33"/>
          <p:cNvGrpSpPr/>
          <p:nvPr/>
        </p:nvGrpSpPr>
        <p:grpSpPr>
          <a:xfrm>
            <a:off x="6174825" y="2886100"/>
            <a:ext cx="1562250" cy="1579975"/>
            <a:chOff x="713225" y="2886100"/>
            <a:chExt cx="1562250" cy="1579975"/>
          </a:xfrm>
        </p:grpSpPr>
        <p:pic>
          <p:nvPicPr>
            <p:cNvPr id="2273" name="Google Shape;2273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3225" y="2886100"/>
              <a:ext cx="1562250" cy="1579975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274" name="Google Shape;2274;p33"/>
            <p:cNvSpPr txBox="1"/>
            <p:nvPr/>
          </p:nvSpPr>
          <p:spPr>
            <a:xfrm>
              <a:off x="1193750" y="3515438"/>
              <a:ext cx="601200" cy="3213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10x10</a:t>
              </a:r>
              <a:endParaRPr b="1"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2275" name="Google Shape;2275;p33"/>
          <p:cNvGrpSpPr/>
          <p:nvPr/>
        </p:nvGrpSpPr>
        <p:grpSpPr>
          <a:xfrm>
            <a:off x="3790876" y="2889664"/>
            <a:ext cx="1562249" cy="1572836"/>
            <a:chOff x="3790876" y="2889664"/>
            <a:chExt cx="1562249" cy="1572836"/>
          </a:xfrm>
        </p:grpSpPr>
        <p:pic>
          <p:nvPicPr>
            <p:cNvPr id="2276" name="Google Shape;227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790876" y="2889664"/>
              <a:ext cx="1562249" cy="1572836"/>
            </a:xfrm>
            <a:prstGeom prst="rect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277" name="Google Shape;2277;p33"/>
            <p:cNvSpPr txBox="1"/>
            <p:nvPr/>
          </p:nvSpPr>
          <p:spPr>
            <a:xfrm>
              <a:off x="4271400" y="3515438"/>
              <a:ext cx="601200" cy="3213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8x8</a:t>
              </a:r>
              <a:endParaRPr b="1"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2278" name="Google Shape;2278;p33"/>
          <p:cNvGrpSpPr/>
          <p:nvPr/>
        </p:nvGrpSpPr>
        <p:grpSpPr>
          <a:xfrm>
            <a:off x="1406925" y="2887913"/>
            <a:ext cx="1562250" cy="1576337"/>
            <a:chOff x="6830975" y="2887913"/>
            <a:chExt cx="1562250" cy="1576337"/>
          </a:xfrm>
        </p:grpSpPr>
        <p:pic>
          <p:nvPicPr>
            <p:cNvPr id="2279" name="Google Shape;2279;p3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30975" y="2887913"/>
              <a:ext cx="1562250" cy="1576337"/>
            </a:xfrm>
            <a:prstGeom prst="rect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280" name="Google Shape;2280;p33"/>
            <p:cNvSpPr txBox="1"/>
            <p:nvPr/>
          </p:nvSpPr>
          <p:spPr>
            <a:xfrm>
              <a:off x="7311500" y="3515438"/>
              <a:ext cx="601200" cy="3213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6x6</a:t>
              </a:r>
              <a:endParaRPr b="1"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4" name="Shape 2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Google Shape;2285;p34"/>
          <p:cNvSpPr txBox="1"/>
          <p:nvPr>
            <p:ph type="title"/>
          </p:nvPr>
        </p:nvSpPr>
        <p:spPr>
          <a:xfrm>
            <a:off x="713225" y="177875"/>
            <a:ext cx="81150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Game interface - Board Style</a:t>
            </a:r>
            <a:endParaRPr sz="2000"/>
          </a:p>
        </p:txBody>
      </p:sp>
      <p:sp>
        <p:nvSpPr>
          <p:cNvPr id="2286" name="Google Shape;2286;p34"/>
          <p:cNvSpPr txBox="1"/>
          <p:nvPr>
            <p:ph idx="1" type="body"/>
          </p:nvPr>
        </p:nvSpPr>
        <p:spPr>
          <a:xfrm>
            <a:off x="374075" y="776925"/>
            <a:ext cx="5813700" cy="40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Available Themes:</a:t>
            </a:r>
            <a:endParaRPr b="1" sz="1300"/>
          </a:p>
          <a:p>
            <a:pPr indent="-311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8D643F"/>
              </a:buClr>
              <a:buSzPts val="1300"/>
              <a:buChar char="➔"/>
            </a:pPr>
            <a:r>
              <a:rPr lang="en" sz="1300">
                <a:solidFill>
                  <a:srgbClr val="8D643F"/>
                </a:solidFill>
              </a:rPr>
              <a:t>Wooden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➔"/>
            </a:pPr>
            <a:r>
              <a:rPr lang="en" sz="1300"/>
              <a:t>B&amp;W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674A"/>
              </a:buClr>
              <a:buSzPts val="1300"/>
              <a:buChar char="➔"/>
            </a:pPr>
            <a:r>
              <a:rPr lang="en" sz="1300">
                <a:solidFill>
                  <a:srgbClr val="32674A"/>
                </a:solidFill>
              </a:rPr>
              <a:t>Tournament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699AF"/>
              </a:buClr>
              <a:buSzPts val="1300"/>
              <a:buChar char="➔"/>
            </a:pPr>
            <a:r>
              <a:rPr lang="en" sz="1300">
                <a:solidFill>
                  <a:srgbClr val="7699AF"/>
                </a:solidFill>
              </a:rPr>
              <a:t>Ice</a:t>
            </a:r>
            <a:endParaRPr sz="1300">
              <a:solidFill>
                <a:srgbClr val="7699AF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C6C5"/>
              </a:buClr>
              <a:buSzPts val="1300"/>
              <a:buChar char="➔"/>
            </a:pPr>
            <a:r>
              <a:rPr lang="en" sz="1300">
                <a:solidFill>
                  <a:srgbClr val="C0C6C5"/>
                </a:solidFill>
              </a:rPr>
              <a:t>Diamond</a:t>
            </a:r>
            <a:endParaRPr sz="1300">
              <a:solidFill>
                <a:srgbClr val="C0C6C5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5BEA9"/>
              </a:buClr>
              <a:buSzPts val="1300"/>
              <a:buChar char="➔"/>
            </a:pPr>
            <a:r>
              <a:rPr lang="en" sz="1300">
                <a:solidFill>
                  <a:srgbClr val="C5BEA9"/>
                </a:solidFill>
              </a:rPr>
              <a:t>Stone</a:t>
            </a:r>
            <a:endParaRPr sz="1300">
              <a:solidFill>
                <a:srgbClr val="32674A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B6C1"/>
              </a:buClr>
              <a:buSzPts val="1300"/>
              <a:buChar char="➔"/>
            </a:pPr>
            <a:r>
              <a:rPr lang="en" sz="1300">
                <a:solidFill>
                  <a:srgbClr val="FFB6C1"/>
                </a:solidFill>
              </a:rPr>
              <a:t>Bubblegum</a:t>
            </a:r>
            <a:endParaRPr sz="1300">
              <a:solidFill>
                <a:srgbClr val="FFB6C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Char char="➔"/>
            </a:pPr>
            <a:r>
              <a:rPr lang="en" sz="1300">
                <a:solidFill>
                  <a:srgbClr val="FF0000"/>
                </a:solidFill>
              </a:rPr>
              <a:t>Custom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300"/>
              <a:t>Inspired by </a:t>
            </a:r>
            <a:r>
              <a:rPr lang="en" sz="1300" u="sng">
                <a:solidFill>
                  <a:schemeClr val="hlink"/>
                </a:solidFill>
                <a:hlinkClick r:id="rId3"/>
              </a:rPr>
              <a:t>Chess.com</a:t>
            </a:r>
            <a:endParaRPr sz="1300">
              <a:solidFill>
                <a:srgbClr val="FF0000"/>
              </a:solidFill>
            </a:endParaRPr>
          </a:p>
        </p:txBody>
      </p:sp>
      <p:pic>
        <p:nvPicPr>
          <p:cNvPr id="2287" name="Google Shape;228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0200" y="810650"/>
            <a:ext cx="1119475" cy="1122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8" name="Google Shape;2288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11600" y="810650"/>
            <a:ext cx="1119476" cy="1122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9" name="Google Shape;2289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40200" y="1984862"/>
            <a:ext cx="1119477" cy="1124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0" name="Google Shape;2290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40200" y="3204934"/>
            <a:ext cx="734825" cy="73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1" name="Google Shape;2291;p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11600" y="1992525"/>
            <a:ext cx="1127167" cy="112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2" name="Google Shape;2292;p3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20050" y="3203235"/>
            <a:ext cx="734825" cy="738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3" name="Google Shape;2293;p3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999911" y="3202387"/>
            <a:ext cx="734814" cy="739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4" name="Google Shape;2294;p3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440200" y="4032449"/>
            <a:ext cx="2317600" cy="49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295" name="Google Shape;2295;p34"/>
          <p:cNvSpPr txBox="1"/>
          <p:nvPr/>
        </p:nvSpPr>
        <p:spPr>
          <a:xfrm>
            <a:off x="2144346" y="2056213"/>
            <a:ext cx="418200" cy="98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}</a:t>
            </a:r>
            <a:endParaRPr sz="4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296" name="Google Shape;2296;p34"/>
          <p:cNvSpPr txBox="1"/>
          <p:nvPr/>
        </p:nvSpPr>
        <p:spPr>
          <a:xfrm>
            <a:off x="2134994" y="1161213"/>
            <a:ext cx="418200" cy="98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}</a:t>
            </a:r>
            <a:endParaRPr sz="4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297" name="Google Shape;2297;p34"/>
          <p:cNvSpPr txBox="1"/>
          <p:nvPr>
            <p:ph idx="1" type="body"/>
          </p:nvPr>
        </p:nvSpPr>
        <p:spPr>
          <a:xfrm>
            <a:off x="2571908" y="1333600"/>
            <a:ext cx="3441300" cy="59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/>
              <a:t>Provide </a:t>
            </a:r>
            <a:r>
              <a:rPr b="1" lang="en" sz="1300">
                <a:solidFill>
                  <a:srgbClr val="32674A"/>
                </a:solidFill>
              </a:rPr>
              <a:t>professional </a:t>
            </a:r>
            <a:r>
              <a:rPr lang="en" sz="1300"/>
              <a:t>and </a:t>
            </a:r>
            <a:r>
              <a:rPr b="1" lang="en" sz="1300">
                <a:solidFill>
                  <a:srgbClr val="8D643F"/>
                </a:solidFill>
              </a:rPr>
              <a:t>traditional </a:t>
            </a:r>
            <a:r>
              <a:rPr lang="en" sz="1300"/>
              <a:t>look</a:t>
            </a:r>
            <a:endParaRPr sz="1300"/>
          </a:p>
        </p:txBody>
      </p:sp>
      <p:sp>
        <p:nvSpPr>
          <p:cNvPr id="2298" name="Google Shape;2298;p34"/>
          <p:cNvSpPr txBox="1"/>
          <p:nvPr>
            <p:ph idx="1" type="body"/>
          </p:nvPr>
        </p:nvSpPr>
        <p:spPr>
          <a:xfrm>
            <a:off x="2571908" y="2200850"/>
            <a:ext cx="3441300" cy="59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/>
              <a:t>Provide more </a:t>
            </a:r>
            <a:r>
              <a:rPr b="1" lang="en" sz="1300">
                <a:solidFill>
                  <a:srgbClr val="7699AF"/>
                </a:solidFill>
              </a:rPr>
              <a:t>modern </a:t>
            </a:r>
            <a:r>
              <a:rPr lang="en" sz="1300"/>
              <a:t>feel</a:t>
            </a:r>
            <a:endParaRPr sz="1300"/>
          </a:p>
        </p:txBody>
      </p:sp>
      <p:sp>
        <p:nvSpPr>
          <p:cNvPr id="2299" name="Google Shape;2299;p34"/>
          <p:cNvSpPr txBox="1"/>
          <p:nvPr>
            <p:ph idx="1" type="body"/>
          </p:nvPr>
        </p:nvSpPr>
        <p:spPr>
          <a:xfrm>
            <a:off x="2106949" y="2857675"/>
            <a:ext cx="3675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➔"/>
            </a:pPr>
            <a:r>
              <a:rPr lang="en" sz="1300"/>
              <a:t>Exclusive theme just for </a:t>
            </a:r>
            <a:r>
              <a:rPr b="1" lang="en" sz="1300">
                <a:solidFill>
                  <a:srgbClr val="FFB6C1"/>
                </a:solidFill>
              </a:rPr>
              <a:t>female </a:t>
            </a:r>
            <a:r>
              <a:rPr lang="en" sz="1300"/>
              <a:t>players</a:t>
            </a:r>
            <a:endParaRPr sz="1300"/>
          </a:p>
        </p:txBody>
      </p:sp>
      <p:sp>
        <p:nvSpPr>
          <p:cNvPr id="2300" name="Google Shape;2300;p34"/>
          <p:cNvSpPr txBox="1"/>
          <p:nvPr>
            <p:ph idx="1" type="body"/>
          </p:nvPr>
        </p:nvSpPr>
        <p:spPr>
          <a:xfrm>
            <a:off x="2106953" y="3202375"/>
            <a:ext cx="3675000" cy="65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➔"/>
            </a:pPr>
            <a:r>
              <a:rPr lang="en" sz="1300"/>
              <a:t>“We didn't just give users colors; we gave them a </a:t>
            </a:r>
            <a:r>
              <a:rPr b="1" lang="en" sz="1300">
                <a:solidFill>
                  <a:schemeClr val="accent3"/>
                </a:solidFill>
              </a:rPr>
              <a:t>tool to create their own</a:t>
            </a:r>
            <a:r>
              <a:rPr lang="en" sz="1300"/>
              <a:t>.”</a:t>
            </a:r>
            <a:endParaRPr sz="1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4" name="Shape 2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5" name="Google Shape;2305;p35"/>
          <p:cNvSpPr txBox="1"/>
          <p:nvPr>
            <p:ph type="title"/>
          </p:nvPr>
        </p:nvSpPr>
        <p:spPr>
          <a:xfrm>
            <a:off x="713225" y="177875"/>
            <a:ext cx="81150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Game interface - Game Modes</a:t>
            </a:r>
            <a:endParaRPr sz="2000"/>
          </a:p>
        </p:txBody>
      </p:sp>
      <p:sp>
        <p:nvSpPr>
          <p:cNvPr id="2306" name="Google Shape;2306;p35"/>
          <p:cNvSpPr txBox="1"/>
          <p:nvPr>
            <p:ph idx="1" type="body"/>
          </p:nvPr>
        </p:nvSpPr>
        <p:spPr>
          <a:xfrm>
            <a:off x="713225" y="868938"/>
            <a:ext cx="6366000" cy="29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Matchmaking Modes:</a:t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300"/>
              <a:buChar char="➔"/>
            </a:pPr>
            <a:r>
              <a:rPr lang="en" sz="1300">
                <a:solidFill>
                  <a:schemeClr val="lt2"/>
                </a:solidFill>
              </a:rPr>
              <a:t>Player vs Player</a:t>
            </a:r>
            <a:r>
              <a:rPr lang="en" sz="1300"/>
              <a:t> 	→  Local multiplayer for social play.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➔"/>
            </a:pPr>
            <a:r>
              <a:rPr lang="en" sz="1300">
                <a:solidFill>
                  <a:schemeClr val="accent1"/>
                </a:solidFill>
              </a:rPr>
              <a:t>Player vs AI</a:t>
            </a:r>
            <a:r>
              <a:rPr lang="en" sz="1300"/>
              <a:t> 		→  Test skills against our Minimax engine.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➔"/>
            </a:pPr>
            <a:r>
              <a:rPr lang="en" sz="1300">
                <a:solidFill>
                  <a:schemeClr val="accent3"/>
                </a:solidFill>
              </a:rPr>
              <a:t>AI vs AI</a:t>
            </a:r>
            <a:r>
              <a:rPr lang="en" sz="1300"/>
              <a:t>		→  </a:t>
            </a:r>
            <a:r>
              <a:rPr lang="en" sz="1300"/>
              <a:t>"Spectator Mode" to observe the AI's decision-making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/>
              <a:t>Animation Speed Slider: 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A major UX addition that allows users to adjust the </a:t>
            </a:r>
            <a:r>
              <a:rPr b="1" lang="en" sz="1300">
                <a:solidFill>
                  <a:srgbClr val="3584E4"/>
                </a:solidFill>
              </a:rPr>
              <a:t>pace for AI vs AI</a:t>
            </a:r>
            <a:r>
              <a:rPr lang="en" sz="1300"/>
              <a:t> </a:t>
            </a:r>
            <a:r>
              <a:rPr lang="en" sz="1300"/>
              <a:t>matches</a:t>
            </a:r>
            <a:r>
              <a:rPr lang="en" sz="1300"/>
              <a:t> from </a:t>
            </a:r>
            <a:r>
              <a:rPr lang="en" sz="1300">
                <a:solidFill>
                  <a:schemeClr val="accent2"/>
                </a:solidFill>
              </a:rPr>
              <a:t>slow, cinematic movement</a:t>
            </a:r>
            <a:r>
              <a:rPr lang="en" sz="1300"/>
              <a:t> to </a:t>
            </a:r>
            <a:r>
              <a:rPr lang="en" sz="1300">
                <a:solidFill>
                  <a:srgbClr val="00E6BE"/>
                </a:solidFill>
              </a:rPr>
              <a:t>near-instantaneous play</a:t>
            </a:r>
            <a:r>
              <a:rPr lang="en" sz="1300"/>
              <a:t>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2307" name="Google Shape;230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663" y="3939775"/>
            <a:ext cx="7686675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1" name="Shape 2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Google Shape;2312;p36"/>
          <p:cNvSpPr txBox="1"/>
          <p:nvPr>
            <p:ph type="title"/>
          </p:nvPr>
        </p:nvSpPr>
        <p:spPr>
          <a:xfrm>
            <a:off x="713225" y="177875"/>
            <a:ext cx="81150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Game interface - Game Controls</a:t>
            </a:r>
            <a:endParaRPr sz="2000"/>
          </a:p>
        </p:txBody>
      </p:sp>
      <p:sp>
        <p:nvSpPr>
          <p:cNvPr id="2313" name="Google Shape;2313;p36"/>
          <p:cNvSpPr txBox="1"/>
          <p:nvPr>
            <p:ph idx="1" type="body"/>
          </p:nvPr>
        </p:nvSpPr>
        <p:spPr>
          <a:xfrm>
            <a:off x="208225" y="877501"/>
            <a:ext cx="8376900" cy="35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➔"/>
            </a:pPr>
            <a:r>
              <a:rPr b="1" lang="en" sz="1300">
                <a:solidFill>
                  <a:srgbClr val="3584E4"/>
                </a:solidFill>
              </a:rPr>
              <a:t>Easy:</a:t>
            </a:r>
            <a:r>
              <a:rPr lang="en" sz="1300">
                <a:solidFill>
                  <a:srgbClr val="32674A"/>
                </a:solidFill>
              </a:rPr>
              <a:t> </a:t>
            </a:r>
            <a:r>
              <a:rPr lang="en" sz="1300"/>
              <a:t>The AI configured to be </a:t>
            </a:r>
            <a:r>
              <a:rPr lang="en" sz="1300">
                <a:solidFill>
                  <a:srgbClr val="3584E4"/>
                </a:solidFill>
              </a:rPr>
              <a:t>Easy Beatable</a:t>
            </a:r>
            <a:r>
              <a:rPr lang="en" sz="1300"/>
              <a:t>, </a:t>
            </a:r>
            <a:r>
              <a:rPr lang="en" sz="1300"/>
              <a:t>for beginners.</a:t>
            </a:r>
            <a:endParaRPr sz="1300">
              <a:solidFill>
                <a:srgbClr val="3584E4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➔"/>
            </a:pPr>
            <a:r>
              <a:rPr b="1" lang="en" sz="1300">
                <a:solidFill>
                  <a:schemeClr val="lt2"/>
                </a:solidFill>
              </a:rPr>
              <a:t>Medium:</a:t>
            </a:r>
            <a:r>
              <a:rPr lang="en" sz="1300">
                <a:solidFill>
                  <a:schemeClr val="lt2"/>
                </a:solidFill>
              </a:rPr>
              <a:t> </a:t>
            </a:r>
            <a:r>
              <a:rPr lang="en" sz="1300"/>
              <a:t>The AI configured to be </a:t>
            </a:r>
            <a:r>
              <a:rPr lang="en" sz="1300">
                <a:solidFill>
                  <a:schemeClr val="lt2"/>
                </a:solidFill>
              </a:rPr>
              <a:t>Hardly Beatable</a:t>
            </a:r>
            <a:r>
              <a:rPr lang="en" sz="1300"/>
              <a:t>, </a:t>
            </a:r>
            <a:r>
              <a:rPr lang="en" sz="1300"/>
              <a:t>for intermediate players.</a:t>
            </a:r>
            <a:endParaRPr sz="1300">
              <a:solidFill>
                <a:schemeClr val="lt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➔"/>
            </a:pPr>
            <a:r>
              <a:rPr b="1" lang="en" sz="1300">
                <a:solidFill>
                  <a:schemeClr val="accent3"/>
                </a:solidFill>
              </a:rPr>
              <a:t>Hard:</a:t>
            </a:r>
            <a:r>
              <a:rPr lang="en" sz="1300"/>
              <a:t> </a:t>
            </a:r>
            <a:r>
              <a:rPr lang="en" sz="1300"/>
              <a:t>The AI configured to be </a:t>
            </a:r>
            <a:r>
              <a:rPr lang="en" sz="1300">
                <a:solidFill>
                  <a:schemeClr val="accent3"/>
                </a:solidFill>
              </a:rPr>
              <a:t>Almost Unbeatable</a:t>
            </a:r>
            <a:r>
              <a:rPr lang="en" sz="1300"/>
              <a:t>, for</a:t>
            </a:r>
            <a:r>
              <a:rPr lang="en" sz="1300"/>
              <a:t> an expert-level opponent.</a:t>
            </a:r>
            <a:endParaRPr b="1" sz="15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2314" name="Google Shape;2314;p36"/>
          <p:cNvPicPr preferRelativeResize="0"/>
          <p:nvPr/>
        </p:nvPicPr>
        <p:blipFill rotWithShape="1">
          <a:blip r:embed="rId3">
            <a:alphaModFix/>
          </a:blip>
          <a:srcRect b="0" l="617" r="1469" t="0"/>
          <a:stretch/>
        </p:blipFill>
        <p:spPr>
          <a:xfrm>
            <a:off x="740093" y="2115058"/>
            <a:ext cx="7458076" cy="4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5" name="Google Shape;2315;p36"/>
          <p:cNvSpPr/>
          <p:nvPr/>
        </p:nvSpPr>
        <p:spPr>
          <a:xfrm>
            <a:off x="1196175" y="2141725"/>
            <a:ext cx="244200" cy="381900"/>
          </a:xfrm>
          <a:prstGeom prst="rect">
            <a:avLst/>
          </a:prstGeom>
          <a:noFill/>
          <a:ln cap="flat" cmpd="sng" w="19050">
            <a:solidFill>
              <a:srgbClr val="358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316" name="Google Shape;231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3700" y="2824250"/>
            <a:ext cx="2948475" cy="1636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17" name="Google Shape;2317;p36"/>
          <p:cNvCxnSpPr>
            <a:stCxn id="2318" idx="2"/>
          </p:cNvCxnSpPr>
          <p:nvPr/>
        </p:nvCxnSpPr>
        <p:spPr>
          <a:xfrm flipH="1" rot="-5400000">
            <a:off x="866832" y="2540625"/>
            <a:ext cx="494400" cy="447600"/>
          </a:xfrm>
          <a:prstGeom prst="bentConnector3">
            <a:avLst>
              <a:gd fmla="val 99429" name="adj1"/>
            </a:avLst>
          </a:prstGeom>
          <a:noFill/>
          <a:ln cap="flat" cmpd="sng" w="28575">
            <a:solidFill>
              <a:srgbClr val="00785A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2319" name="Google Shape;2319;p36"/>
          <p:cNvCxnSpPr/>
          <p:nvPr/>
        </p:nvCxnSpPr>
        <p:spPr>
          <a:xfrm flipH="1" rot="10800000">
            <a:off x="4114800" y="2991075"/>
            <a:ext cx="877800" cy="314100"/>
          </a:xfrm>
          <a:prstGeom prst="straightConnector1">
            <a:avLst/>
          </a:prstGeom>
          <a:noFill/>
          <a:ln cap="flat" cmpd="sng" w="28575">
            <a:solidFill>
              <a:srgbClr val="00785A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2320" name="Google Shape;2320;p36"/>
          <p:cNvCxnSpPr/>
          <p:nvPr/>
        </p:nvCxnSpPr>
        <p:spPr>
          <a:xfrm flipH="1" rot="10800000">
            <a:off x="4114800" y="3381600"/>
            <a:ext cx="876600" cy="123600"/>
          </a:xfrm>
          <a:prstGeom prst="straightConnector1">
            <a:avLst/>
          </a:prstGeom>
          <a:noFill/>
          <a:ln cap="flat" cmpd="sng" w="28575">
            <a:solidFill>
              <a:srgbClr val="00785A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2321" name="Google Shape;2321;p36"/>
          <p:cNvCxnSpPr/>
          <p:nvPr/>
        </p:nvCxnSpPr>
        <p:spPr>
          <a:xfrm>
            <a:off x="4114800" y="3695700"/>
            <a:ext cx="885900" cy="76200"/>
          </a:xfrm>
          <a:prstGeom prst="straightConnector1">
            <a:avLst/>
          </a:prstGeom>
          <a:noFill/>
          <a:ln cap="flat" cmpd="sng" w="28575">
            <a:solidFill>
              <a:srgbClr val="00785A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2322" name="Google Shape;2322;p36"/>
          <p:cNvCxnSpPr/>
          <p:nvPr/>
        </p:nvCxnSpPr>
        <p:spPr>
          <a:xfrm>
            <a:off x="4114800" y="3867150"/>
            <a:ext cx="895200" cy="295500"/>
          </a:xfrm>
          <a:prstGeom prst="straightConnector1">
            <a:avLst/>
          </a:prstGeom>
          <a:noFill/>
          <a:ln cap="flat" cmpd="sng" w="28575">
            <a:solidFill>
              <a:srgbClr val="00785A"/>
            </a:solidFill>
            <a:prstDash val="solid"/>
            <a:round/>
            <a:headEnd len="med" w="med" type="oval"/>
            <a:tailEnd len="med" w="med" type="stealth"/>
          </a:ln>
        </p:spPr>
      </p:cxnSp>
      <p:sp>
        <p:nvSpPr>
          <p:cNvPr id="2323" name="Google Shape;2323;p36"/>
          <p:cNvSpPr txBox="1"/>
          <p:nvPr/>
        </p:nvSpPr>
        <p:spPr>
          <a:xfrm>
            <a:off x="5048250" y="2781300"/>
            <a:ext cx="3148500" cy="16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Choose language (6 options)</a:t>
            </a:r>
            <a:endParaRPr sz="1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Choose board size (3 options)</a:t>
            </a:r>
            <a:endParaRPr sz="1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Choose board style (7 options + custom)</a:t>
            </a:r>
            <a:endParaRPr sz="1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Choose difficulty (3 options)</a:t>
            </a:r>
            <a:endParaRPr sz="1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18" name="Google Shape;2318;p36"/>
          <p:cNvSpPr/>
          <p:nvPr/>
        </p:nvSpPr>
        <p:spPr>
          <a:xfrm>
            <a:off x="713232" y="2135325"/>
            <a:ext cx="354000" cy="381900"/>
          </a:xfrm>
          <a:prstGeom prst="rect">
            <a:avLst/>
          </a:prstGeom>
          <a:noFill/>
          <a:ln cap="flat" cmpd="sng" w="28575">
            <a:solidFill>
              <a:srgbClr val="0078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24" name="Google Shape;2324;p36"/>
          <p:cNvSpPr/>
          <p:nvPr/>
        </p:nvSpPr>
        <p:spPr>
          <a:xfrm>
            <a:off x="1458813" y="2141725"/>
            <a:ext cx="348900" cy="3819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25" name="Google Shape;2325;p36"/>
          <p:cNvSpPr/>
          <p:nvPr/>
        </p:nvSpPr>
        <p:spPr>
          <a:xfrm>
            <a:off x="1827050" y="2141725"/>
            <a:ext cx="248700" cy="3819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9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p37"/>
          <p:cNvSpPr txBox="1"/>
          <p:nvPr>
            <p:ph type="title"/>
          </p:nvPr>
        </p:nvSpPr>
        <p:spPr>
          <a:xfrm>
            <a:off x="713225" y="177875"/>
            <a:ext cx="81150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Game interface - Game Controls</a:t>
            </a:r>
            <a:endParaRPr sz="2000"/>
          </a:p>
        </p:txBody>
      </p:sp>
      <p:sp>
        <p:nvSpPr>
          <p:cNvPr id="2331" name="Google Shape;2331;p37"/>
          <p:cNvSpPr txBox="1"/>
          <p:nvPr>
            <p:ph idx="1" type="body"/>
          </p:nvPr>
        </p:nvSpPr>
        <p:spPr>
          <a:xfrm>
            <a:off x="208225" y="877501"/>
            <a:ext cx="8376900" cy="35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Char char="➔"/>
            </a:pPr>
            <a:r>
              <a:rPr b="1" lang="en" sz="1300">
                <a:solidFill>
                  <a:schemeClr val="lt2"/>
                </a:solidFill>
              </a:rPr>
              <a:t>New Game Button:</a:t>
            </a:r>
            <a:r>
              <a:rPr lang="en" sz="1300"/>
              <a:t> Resets the board state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300"/>
              <a:buChar char="➔"/>
            </a:pPr>
            <a:r>
              <a:rPr b="1" lang="en" sz="1300">
                <a:solidFill>
                  <a:schemeClr val="lt2"/>
                </a:solidFill>
              </a:rPr>
              <a:t>Undo Button:</a:t>
            </a:r>
            <a:r>
              <a:rPr lang="en" sz="1300"/>
              <a:t> Allows players to </a:t>
            </a:r>
            <a:r>
              <a:rPr b="1" lang="en" sz="1300">
                <a:solidFill>
                  <a:srgbClr val="00785A"/>
                </a:solidFill>
              </a:rPr>
              <a:t>roll back </a:t>
            </a:r>
            <a:r>
              <a:rPr b="1" lang="en" sz="1300">
                <a:solidFill>
                  <a:srgbClr val="00785A"/>
                </a:solidFill>
              </a:rPr>
              <a:t>queen</a:t>
            </a:r>
            <a:r>
              <a:rPr lang="en" sz="1300"/>
              <a:t> movement if they </a:t>
            </a:r>
            <a:r>
              <a:rPr b="1" lang="en" sz="1300">
                <a:solidFill>
                  <a:schemeClr val="lt2"/>
                </a:solidFill>
              </a:rPr>
              <a:t>don't want to make </a:t>
            </a:r>
            <a:r>
              <a:rPr b="1" lang="en" sz="1300">
                <a:solidFill>
                  <a:schemeClr val="lt2"/>
                </a:solidFill>
              </a:rPr>
              <a:t>arrow placement</a:t>
            </a:r>
            <a:r>
              <a:rPr lang="en" sz="1300"/>
              <a:t>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300"/>
              <a:buChar char="➔"/>
            </a:pPr>
            <a:r>
              <a:rPr b="1" lang="en" sz="1300">
                <a:solidFill>
                  <a:schemeClr val="lt2"/>
                </a:solidFill>
              </a:rPr>
              <a:t>Stop AI Button:</a:t>
            </a:r>
            <a:r>
              <a:rPr lang="en" sz="1300"/>
              <a:t> </a:t>
            </a:r>
            <a:r>
              <a:rPr lang="en" sz="1300"/>
              <a:t>Provides a </a:t>
            </a:r>
            <a:r>
              <a:rPr b="1" lang="en" sz="1300">
                <a:solidFill>
                  <a:srgbClr val="00785A"/>
                </a:solidFill>
              </a:rPr>
              <a:t>"safe exit"</a:t>
            </a:r>
            <a:r>
              <a:rPr lang="en" sz="1300"/>
              <a:t> by interrupting the </a:t>
            </a:r>
            <a:r>
              <a:rPr b="1" lang="en" sz="1300">
                <a:solidFill>
                  <a:schemeClr val="lt2"/>
                </a:solidFill>
              </a:rPr>
              <a:t>Minimax </a:t>
            </a:r>
            <a:r>
              <a:rPr lang="en" sz="1300"/>
              <a:t>search threads.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3584E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3584E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3584E4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584E4"/>
              </a:buClr>
              <a:buSzPts val="1300"/>
              <a:buChar char="➔"/>
            </a:pPr>
            <a:r>
              <a:rPr b="1" lang="en" sz="1300">
                <a:solidFill>
                  <a:srgbClr val="3584E4"/>
                </a:solidFill>
              </a:rPr>
              <a:t>Status bar:</a:t>
            </a:r>
            <a:r>
              <a:rPr lang="en" sz="1300"/>
              <a:t> Acts as a real-time guide for the player</a:t>
            </a:r>
            <a:endParaRPr b="1" sz="13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300"/>
          </a:p>
        </p:txBody>
      </p:sp>
      <p:grpSp>
        <p:nvGrpSpPr>
          <p:cNvPr id="2332" name="Google Shape;2332;p37"/>
          <p:cNvGrpSpPr/>
          <p:nvPr/>
        </p:nvGrpSpPr>
        <p:grpSpPr>
          <a:xfrm>
            <a:off x="713218" y="2120883"/>
            <a:ext cx="7458076" cy="435250"/>
            <a:chOff x="740093" y="2115058"/>
            <a:chExt cx="7458076" cy="435250"/>
          </a:xfrm>
        </p:grpSpPr>
        <p:pic>
          <p:nvPicPr>
            <p:cNvPr id="2333" name="Google Shape;2333;p37"/>
            <p:cNvPicPr preferRelativeResize="0"/>
            <p:nvPr/>
          </p:nvPicPr>
          <p:blipFill rotWithShape="1">
            <a:blip r:embed="rId3">
              <a:alphaModFix/>
            </a:blip>
            <a:srcRect b="0" l="617" r="1469" t="0"/>
            <a:stretch/>
          </p:blipFill>
          <p:spPr>
            <a:xfrm>
              <a:off x="740093" y="2115058"/>
              <a:ext cx="7458076" cy="435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4" name="Google Shape;2334;p37"/>
            <p:cNvSpPr/>
            <p:nvPr/>
          </p:nvSpPr>
          <p:spPr>
            <a:xfrm>
              <a:off x="2196130" y="2135330"/>
              <a:ext cx="1106700" cy="381900"/>
            </a:xfrm>
            <a:prstGeom prst="rect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2335" name="Google Shape;2335;p37"/>
          <p:cNvGrpSpPr/>
          <p:nvPr/>
        </p:nvGrpSpPr>
        <p:grpSpPr>
          <a:xfrm>
            <a:off x="713220" y="3470350"/>
            <a:ext cx="5320928" cy="255900"/>
            <a:chOff x="740095" y="2717875"/>
            <a:chExt cx="5320928" cy="255900"/>
          </a:xfrm>
        </p:grpSpPr>
        <p:pic>
          <p:nvPicPr>
            <p:cNvPr id="2336" name="Google Shape;2336;p37"/>
            <p:cNvPicPr preferRelativeResize="0"/>
            <p:nvPr/>
          </p:nvPicPr>
          <p:blipFill rotWithShape="1">
            <a:blip r:embed="rId4">
              <a:alphaModFix/>
            </a:blip>
            <a:srcRect b="12953" l="941" r="0" t="0"/>
            <a:stretch/>
          </p:blipFill>
          <p:spPr>
            <a:xfrm>
              <a:off x="745027" y="2717883"/>
              <a:ext cx="5315996" cy="2557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7" name="Google Shape;2337;p37"/>
            <p:cNvSpPr/>
            <p:nvPr/>
          </p:nvSpPr>
          <p:spPr>
            <a:xfrm>
              <a:off x="740095" y="2717875"/>
              <a:ext cx="2812800" cy="255900"/>
            </a:xfrm>
            <a:prstGeom prst="rect">
              <a:avLst/>
            </a:prstGeom>
            <a:noFill/>
            <a:ln cap="flat" cmpd="sng" w="28575">
              <a:solidFill>
                <a:srgbClr val="3584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1" name="Shape 2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2" name="Google Shape;2342;p38"/>
          <p:cNvSpPr txBox="1"/>
          <p:nvPr>
            <p:ph type="title"/>
          </p:nvPr>
        </p:nvSpPr>
        <p:spPr>
          <a:xfrm>
            <a:off x="713225" y="177875"/>
            <a:ext cx="81150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Game interface - </a:t>
            </a:r>
            <a:r>
              <a:rPr lang="en" sz="2000"/>
              <a:t>Navigator</a:t>
            </a:r>
            <a:endParaRPr sz="2000"/>
          </a:p>
        </p:txBody>
      </p:sp>
      <p:sp>
        <p:nvSpPr>
          <p:cNvPr id="2343" name="Google Shape;2343;p38"/>
          <p:cNvSpPr txBox="1"/>
          <p:nvPr>
            <p:ph idx="1" type="body"/>
          </p:nvPr>
        </p:nvSpPr>
        <p:spPr>
          <a:xfrm>
            <a:off x="2817675" y="1497040"/>
            <a:ext cx="6010500" cy="30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3"/>
                </a:solidFill>
              </a:rPr>
              <a:t>Game Page</a:t>
            </a:r>
            <a:endParaRPr sz="1300">
              <a:solidFill>
                <a:schemeClr val="accent3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➔"/>
            </a:pPr>
            <a:r>
              <a:rPr lang="en" sz="1300"/>
              <a:t>The primary interactive layer where the board is rendered, animations occur (explosions, slides), and the actual gameplay takes place.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</a:rPr>
              <a:t>Move History Page</a:t>
            </a:r>
            <a:endParaRPr sz="1300">
              <a:solidFill>
                <a:schemeClr val="accent1"/>
              </a:solidFill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Archivo"/>
              <a:buChar char="➔"/>
            </a:pPr>
            <a:r>
              <a:rPr lang="en" sz="1300"/>
              <a:t>A log that records every coordinate-to-coordinate move and arrow shot. This allows players to review their strategy or see exactly where the AI outmaneuvered them.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785A"/>
                </a:solidFill>
              </a:rPr>
              <a:t>Rules &amp; Info Page</a:t>
            </a:r>
            <a:endParaRPr sz="1300">
              <a:solidFill>
                <a:srgbClr val="00785A"/>
              </a:solidFill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Font typeface="Archivo"/>
              <a:buChar char="➔"/>
            </a:pPr>
            <a:r>
              <a:rPr lang="en" sz="1300"/>
              <a:t>An in-game manual that ensures that even players unfamiliar with the Game of the Amazons can start playing immediately without external help.</a:t>
            </a:r>
            <a:endParaRPr sz="1300"/>
          </a:p>
        </p:txBody>
      </p:sp>
      <p:pic>
        <p:nvPicPr>
          <p:cNvPr id="2344" name="Google Shape;234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175" y="1650238"/>
            <a:ext cx="1159500" cy="201138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5" name="Google Shape;2345;p38"/>
          <p:cNvCxnSpPr>
            <a:stCxn id="2346" idx="3"/>
          </p:cNvCxnSpPr>
          <p:nvPr/>
        </p:nvCxnSpPr>
        <p:spPr>
          <a:xfrm flipH="1" rot="10800000">
            <a:off x="1472275" y="2613934"/>
            <a:ext cx="1236000" cy="42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2347" name="Google Shape;2347;p38"/>
          <p:cNvCxnSpPr>
            <a:stCxn id="2348" idx="3"/>
          </p:cNvCxnSpPr>
          <p:nvPr/>
        </p:nvCxnSpPr>
        <p:spPr>
          <a:xfrm>
            <a:off x="1472275" y="3316659"/>
            <a:ext cx="1221000" cy="424200"/>
          </a:xfrm>
          <a:prstGeom prst="straightConnector1">
            <a:avLst/>
          </a:prstGeom>
          <a:noFill/>
          <a:ln cap="flat" cmpd="sng" w="28575">
            <a:solidFill>
              <a:srgbClr val="00785A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2349" name="Google Shape;2349;p38"/>
          <p:cNvCxnSpPr>
            <a:stCxn id="2350" idx="3"/>
          </p:cNvCxnSpPr>
          <p:nvPr/>
        </p:nvCxnSpPr>
        <p:spPr>
          <a:xfrm flipH="1" rot="10800000">
            <a:off x="1472275" y="1711097"/>
            <a:ext cx="1249200" cy="2841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oval"/>
            <a:tailEnd len="med" w="med" type="stealth"/>
          </a:ln>
        </p:spPr>
      </p:cxnSp>
      <p:sp>
        <p:nvSpPr>
          <p:cNvPr id="2351" name="Google Shape;2351;p38"/>
          <p:cNvSpPr txBox="1"/>
          <p:nvPr/>
        </p:nvSpPr>
        <p:spPr>
          <a:xfrm>
            <a:off x="227225" y="760275"/>
            <a:ext cx="8451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We implemented a three-page system to keep the interface clean and organized while providing all necessary information to the player.</a:t>
            </a:r>
            <a:endParaRPr sz="1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50" name="Google Shape;2350;p38"/>
          <p:cNvSpPr/>
          <p:nvPr/>
        </p:nvSpPr>
        <p:spPr>
          <a:xfrm>
            <a:off x="365575" y="1678247"/>
            <a:ext cx="1106700" cy="6339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46" name="Google Shape;2346;p38"/>
          <p:cNvSpPr/>
          <p:nvPr/>
        </p:nvSpPr>
        <p:spPr>
          <a:xfrm>
            <a:off x="365575" y="2338984"/>
            <a:ext cx="1106700" cy="6339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48" name="Google Shape;2348;p38"/>
          <p:cNvSpPr/>
          <p:nvPr/>
        </p:nvSpPr>
        <p:spPr>
          <a:xfrm>
            <a:off x="365575" y="2999709"/>
            <a:ext cx="1106700" cy="633900"/>
          </a:xfrm>
          <a:prstGeom prst="rect">
            <a:avLst/>
          </a:prstGeom>
          <a:noFill/>
          <a:ln cap="flat" cmpd="sng" w="28575">
            <a:solidFill>
              <a:srgbClr val="0078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5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39"/>
          <p:cNvSpPr txBox="1"/>
          <p:nvPr>
            <p:ph type="title"/>
          </p:nvPr>
        </p:nvSpPr>
        <p:spPr>
          <a:xfrm>
            <a:off x="1789800" y="2244875"/>
            <a:ext cx="5564400" cy="115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ENGINE</a:t>
            </a:r>
            <a:endParaRPr/>
          </a:p>
        </p:txBody>
      </p:sp>
      <p:sp>
        <p:nvSpPr>
          <p:cNvPr id="2357" name="Google Shape;2357;p39"/>
          <p:cNvSpPr txBox="1"/>
          <p:nvPr>
            <p:ph idx="2" type="title"/>
          </p:nvPr>
        </p:nvSpPr>
        <p:spPr>
          <a:xfrm>
            <a:off x="3949050" y="1403063"/>
            <a:ext cx="12459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2358" name="Google Shape;2358;p39"/>
          <p:cNvGrpSpPr/>
          <p:nvPr/>
        </p:nvGrpSpPr>
        <p:grpSpPr>
          <a:xfrm>
            <a:off x="805287" y="749897"/>
            <a:ext cx="1031271" cy="1203119"/>
            <a:chOff x="4338637" y="3518344"/>
            <a:chExt cx="1607343" cy="1875186"/>
          </a:xfrm>
        </p:grpSpPr>
        <p:grpSp>
          <p:nvGrpSpPr>
            <p:cNvPr id="2359" name="Google Shape;2359;p39"/>
            <p:cNvGrpSpPr/>
            <p:nvPr/>
          </p:nvGrpSpPr>
          <p:grpSpPr>
            <a:xfrm>
              <a:off x="4338637" y="3518344"/>
              <a:ext cx="1607343" cy="1875186"/>
              <a:chOff x="4338637" y="3518344"/>
              <a:chExt cx="1607343" cy="1875186"/>
            </a:xfrm>
          </p:grpSpPr>
          <p:sp>
            <p:nvSpPr>
              <p:cNvPr id="2360" name="Google Shape;2360;p39"/>
              <p:cNvSpPr/>
              <p:nvPr/>
            </p:nvSpPr>
            <p:spPr>
              <a:xfrm>
                <a:off x="4487417" y="4113656"/>
                <a:ext cx="506063" cy="1279874"/>
              </a:xfrm>
              <a:custGeom>
                <a:rect b="b" l="l" r="r" t="t"/>
                <a:pathLst>
                  <a:path extrusionOk="0" h="1279874" w="506063">
                    <a:moveTo>
                      <a:pt x="446532" y="386905"/>
                    </a:moveTo>
                    <a:lnTo>
                      <a:pt x="476250" y="386905"/>
                    </a:lnTo>
                    <a:lnTo>
                      <a:pt x="476250" y="357188"/>
                    </a:lnTo>
                    <a:lnTo>
                      <a:pt x="506063" y="357188"/>
                    </a:lnTo>
                    <a:lnTo>
                      <a:pt x="506063" y="327374"/>
                    </a:lnTo>
                    <a:lnTo>
                      <a:pt x="476250" y="327374"/>
                    </a:lnTo>
                    <a:lnTo>
                      <a:pt x="476250" y="297561"/>
                    </a:lnTo>
                    <a:lnTo>
                      <a:pt x="416814" y="297561"/>
                    </a:lnTo>
                    <a:lnTo>
                      <a:pt x="416814" y="327374"/>
                    </a:lnTo>
                    <a:lnTo>
                      <a:pt x="387001" y="327374"/>
                    </a:lnTo>
                    <a:lnTo>
                      <a:pt x="387001" y="357188"/>
                    </a:lnTo>
                    <a:lnTo>
                      <a:pt x="327470" y="357188"/>
                    </a:lnTo>
                    <a:lnTo>
                      <a:pt x="327470" y="327374"/>
                    </a:lnTo>
                    <a:lnTo>
                      <a:pt x="357188" y="327374"/>
                    </a:lnTo>
                    <a:lnTo>
                      <a:pt x="357188" y="297561"/>
                    </a:lnTo>
                    <a:lnTo>
                      <a:pt x="387001" y="297561"/>
                    </a:lnTo>
                    <a:lnTo>
                      <a:pt x="387001" y="267843"/>
                    </a:lnTo>
                    <a:lnTo>
                      <a:pt x="416814" y="267843"/>
                    </a:lnTo>
                    <a:lnTo>
                      <a:pt x="416814" y="238125"/>
                    </a:lnTo>
                    <a:lnTo>
                      <a:pt x="446532" y="238125"/>
                    </a:lnTo>
                    <a:lnTo>
                      <a:pt x="446532" y="178498"/>
                    </a:lnTo>
                    <a:lnTo>
                      <a:pt x="416814" y="178498"/>
                    </a:lnTo>
                    <a:lnTo>
                      <a:pt x="416814" y="148780"/>
                    </a:lnTo>
                    <a:lnTo>
                      <a:pt x="387001" y="148780"/>
                    </a:lnTo>
                    <a:lnTo>
                      <a:pt x="387001" y="178498"/>
                    </a:lnTo>
                    <a:lnTo>
                      <a:pt x="357188" y="178498"/>
                    </a:lnTo>
                    <a:lnTo>
                      <a:pt x="357188" y="208312"/>
                    </a:lnTo>
                    <a:lnTo>
                      <a:pt x="327470" y="208312"/>
                    </a:lnTo>
                    <a:lnTo>
                      <a:pt x="327470" y="238125"/>
                    </a:lnTo>
                    <a:lnTo>
                      <a:pt x="297751" y="238125"/>
                    </a:lnTo>
                    <a:lnTo>
                      <a:pt x="297751" y="267843"/>
                    </a:lnTo>
                    <a:lnTo>
                      <a:pt x="267938" y="267843"/>
                    </a:lnTo>
                    <a:lnTo>
                      <a:pt x="267938" y="297561"/>
                    </a:lnTo>
                    <a:lnTo>
                      <a:pt x="238125" y="297561"/>
                    </a:lnTo>
                    <a:lnTo>
                      <a:pt x="238125" y="267843"/>
                    </a:lnTo>
                    <a:lnTo>
                      <a:pt x="267938" y="267843"/>
                    </a:lnTo>
                    <a:lnTo>
                      <a:pt x="267938" y="238125"/>
                    </a:lnTo>
                    <a:lnTo>
                      <a:pt x="297751" y="238125"/>
                    </a:lnTo>
                    <a:lnTo>
                      <a:pt x="297751" y="208312"/>
                    </a:lnTo>
                    <a:lnTo>
                      <a:pt x="327470" y="208312"/>
                    </a:lnTo>
                    <a:lnTo>
                      <a:pt x="327470" y="178498"/>
                    </a:lnTo>
                    <a:lnTo>
                      <a:pt x="357188" y="178498"/>
                    </a:lnTo>
                    <a:lnTo>
                      <a:pt x="357188" y="148780"/>
                    </a:lnTo>
                    <a:lnTo>
                      <a:pt x="387001" y="148780"/>
                    </a:lnTo>
                    <a:lnTo>
                      <a:pt x="387001" y="89249"/>
                    </a:lnTo>
                    <a:lnTo>
                      <a:pt x="357188" y="89249"/>
                    </a:lnTo>
                    <a:lnTo>
                      <a:pt x="357188" y="59436"/>
                    </a:lnTo>
                    <a:lnTo>
                      <a:pt x="327470" y="59436"/>
                    </a:lnTo>
                    <a:lnTo>
                      <a:pt x="327470" y="89249"/>
                    </a:lnTo>
                    <a:lnTo>
                      <a:pt x="297751" y="89249"/>
                    </a:lnTo>
                    <a:lnTo>
                      <a:pt x="297751" y="119063"/>
                    </a:lnTo>
                    <a:lnTo>
                      <a:pt x="267938" y="119063"/>
                    </a:lnTo>
                    <a:lnTo>
                      <a:pt x="267938" y="148780"/>
                    </a:lnTo>
                    <a:lnTo>
                      <a:pt x="238125" y="148780"/>
                    </a:lnTo>
                    <a:lnTo>
                      <a:pt x="238125" y="178498"/>
                    </a:lnTo>
                    <a:lnTo>
                      <a:pt x="208407" y="178498"/>
                    </a:lnTo>
                    <a:lnTo>
                      <a:pt x="208407" y="59436"/>
                    </a:lnTo>
                    <a:lnTo>
                      <a:pt x="178689" y="59436"/>
                    </a:lnTo>
                    <a:lnTo>
                      <a:pt x="178689" y="29718"/>
                    </a:lnTo>
                    <a:lnTo>
                      <a:pt x="148876" y="29718"/>
                    </a:lnTo>
                    <a:lnTo>
                      <a:pt x="148876" y="0"/>
                    </a:lnTo>
                    <a:lnTo>
                      <a:pt x="119063" y="0"/>
                    </a:lnTo>
                    <a:lnTo>
                      <a:pt x="119063" y="29718"/>
                    </a:lnTo>
                    <a:lnTo>
                      <a:pt x="89345" y="29718"/>
                    </a:lnTo>
                    <a:lnTo>
                      <a:pt x="89345" y="119063"/>
                    </a:lnTo>
                    <a:lnTo>
                      <a:pt x="59627" y="119063"/>
                    </a:lnTo>
                    <a:lnTo>
                      <a:pt x="59627" y="148780"/>
                    </a:lnTo>
                    <a:lnTo>
                      <a:pt x="59627" y="267843"/>
                    </a:lnTo>
                    <a:lnTo>
                      <a:pt x="29813" y="267843"/>
                    </a:lnTo>
                    <a:lnTo>
                      <a:pt x="29813" y="476250"/>
                    </a:lnTo>
                    <a:lnTo>
                      <a:pt x="0" y="476250"/>
                    </a:lnTo>
                    <a:lnTo>
                      <a:pt x="0" y="654748"/>
                    </a:lnTo>
                    <a:lnTo>
                      <a:pt x="29813" y="654748"/>
                    </a:lnTo>
                    <a:lnTo>
                      <a:pt x="29813" y="744093"/>
                    </a:lnTo>
                    <a:lnTo>
                      <a:pt x="59627" y="744093"/>
                    </a:lnTo>
                    <a:lnTo>
                      <a:pt x="59627" y="863155"/>
                    </a:lnTo>
                    <a:lnTo>
                      <a:pt x="89345" y="863155"/>
                    </a:lnTo>
                    <a:lnTo>
                      <a:pt x="89345" y="922687"/>
                    </a:lnTo>
                    <a:lnTo>
                      <a:pt x="59627" y="922687"/>
                    </a:lnTo>
                    <a:lnTo>
                      <a:pt x="59627" y="1011936"/>
                    </a:lnTo>
                    <a:lnTo>
                      <a:pt x="29813" y="1011936"/>
                    </a:lnTo>
                    <a:lnTo>
                      <a:pt x="29813" y="1101281"/>
                    </a:lnTo>
                    <a:lnTo>
                      <a:pt x="0" y="1101281"/>
                    </a:lnTo>
                    <a:lnTo>
                      <a:pt x="0" y="1190625"/>
                    </a:lnTo>
                    <a:lnTo>
                      <a:pt x="29813" y="1190625"/>
                    </a:lnTo>
                    <a:lnTo>
                      <a:pt x="29813" y="1220343"/>
                    </a:lnTo>
                    <a:lnTo>
                      <a:pt x="59627" y="1220343"/>
                    </a:lnTo>
                    <a:lnTo>
                      <a:pt x="59627" y="1250061"/>
                    </a:lnTo>
                    <a:lnTo>
                      <a:pt x="119063" y="1250061"/>
                    </a:lnTo>
                    <a:lnTo>
                      <a:pt x="119063" y="1279874"/>
                    </a:lnTo>
                    <a:lnTo>
                      <a:pt x="178689" y="1279874"/>
                    </a:lnTo>
                    <a:lnTo>
                      <a:pt x="178689" y="1250061"/>
                    </a:lnTo>
                    <a:lnTo>
                      <a:pt x="238125" y="1250061"/>
                    </a:lnTo>
                    <a:lnTo>
                      <a:pt x="238125" y="1220343"/>
                    </a:lnTo>
                    <a:lnTo>
                      <a:pt x="267938" y="1220343"/>
                    </a:lnTo>
                    <a:lnTo>
                      <a:pt x="267938" y="1190625"/>
                    </a:lnTo>
                    <a:lnTo>
                      <a:pt x="297751" y="1190625"/>
                    </a:lnTo>
                    <a:lnTo>
                      <a:pt x="297751" y="863155"/>
                    </a:lnTo>
                    <a:lnTo>
                      <a:pt x="327470" y="863155"/>
                    </a:lnTo>
                    <a:lnTo>
                      <a:pt x="327470" y="773811"/>
                    </a:lnTo>
                    <a:lnTo>
                      <a:pt x="357188" y="773811"/>
                    </a:lnTo>
                    <a:lnTo>
                      <a:pt x="357188" y="595313"/>
                    </a:lnTo>
                    <a:lnTo>
                      <a:pt x="327470" y="595313"/>
                    </a:lnTo>
                    <a:lnTo>
                      <a:pt x="327470" y="476250"/>
                    </a:lnTo>
                    <a:lnTo>
                      <a:pt x="357188" y="476250"/>
                    </a:lnTo>
                    <a:lnTo>
                      <a:pt x="357188" y="446437"/>
                    </a:lnTo>
                    <a:lnTo>
                      <a:pt x="416814" y="446437"/>
                    </a:lnTo>
                    <a:lnTo>
                      <a:pt x="416814" y="416623"/>
                    </a:lnTo>
                    <a:lnTo>
                      <a:pt x="446532" y="416623"/>
                    </a:lnTo>
                    <a:lnTo>
                      <a:pt x="446532" y="386905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1" name="Google Shape;2361;p39"/>
              <p:cNvSpPr/>
              <p:nvPr/>
            </p:nvSpPr>
            <p:spPr>
              <a:xfrm>
                <a:off x="4517231" y="4143374"/>
                <a:ext cx="29717" cy="89344"/>
              </a:xfrm>
              <a:custGeom>
                <a:rect b="b" l="l" r="r" t="t"/>
                <a:pathLst>
                  <a:path extrusionOk="0" h="89344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89345"/>
                    </a:lnTo>
                    <a:lnTo>
                      <a:pt x="0" y="89345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2" name="Google Shape;2362;p39"/>
              <p:cNvSpPr/>
              <p:nvPr/>
            </p:nvSpPr>
            <p:spPr>
              <a:xfrm>
                <a:off x="4576762" y="4054030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3" name="Google Shape;2363;p39"/>
              <p:cNvSpPr/>
              <p:nvPr/>
            </p:nvSpPr>
            <p:spPr>
              <a:xfrm>
                <a:off x="4547044" y="4083843"/>
                <a:ext cx="29717" cy="59531"/>
              </a:xfrm>
              <a:custGeom>
                <a:rect b="b" l="l" r="r" t="t"/>
                <a:pathLst>
                  <a:path extrusionOk="0" h="59531" w="29717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4" name="Google Shape;2364;p39"/>
              <p:cNvSpPr/>
              <p:nvPr/>
            </p:nvSpPr>
            <p:spPr>
              <a:xfrm>
                <a:off x="4338637" y="3905249"/>
                <a:ext cx="267843" cy="148780"/>
              </a:xfrm>
              <a:custGeom>
                <a:rect b="b" l="l" r="r" t="t"/>
                <a:pathLst>
                  <a:path extrusionOk="0" h="148780" w="267843">
                    <a:moveTo>
                      <a:pt x="238125" y="59531"/>
                    </a:moveTo>
                    <a:lnTo>
                      <a:pt x="238125" y="29718"/>
                    </a:lnTo>
                    <a:lnTo>
                      <a:pt x="178594" y="29718"/>
                    </a:lnTo>
                    <a:lnTo>
                      <a:pt x="178594" y="0"/>
                    </a:lnTo>
                    <a:lnTo>
                      <a:pt x="89345" y="0"/>
                    </a:lnTo>
                    <a:lnTo>
                      <a:pt x="89345" y="29718"/>
                    </a:lnTo>
                    <a:lnTo>
                      <a:pt x="29718" y="29718"/>
                    </a:lnTo>
                    <a:lnTo>
                      <a:pt x="29718" y="59531"/>
                    </a:lnTo>
                    <a:lnTo>
                      <a:pt x="0" y="59531"/>
                    </a:lnTo>
                    <a:lnTo>
                      <a:pt x="0" y="89345"/>
                    </a:lnTo>
                    <a:lnTo>
                      <a:pt x="29718" y="89345"/>
                    </a:lnTo>
                    <a:lnTo>
                      <a:pt x="29718" y="119063"/>
                    </a:lnTo>
                    <a:lnTo>
                      <a:pt x="89345" y="119063"/>
                    </a:lnTo>
                    <a:lnTo>
                      <a:pt x="89345" y="148780"/>
                    </a:lnTo>
                    <a:lnTo>
                      <a:pt x="178594" y="148780"/>
                    </a:lnTo>
                    <a:lnTo>
                      <a:pt x="178594" y="119063"/>
                    </a:lnTo>
                    <a:lnTo>
                      <a:pt x="238125" y="119063"/>
                    </a:lnTo>
                    <a:lnTo>
                      <a:pt x="238125" y="89345"/>
                    </a:lnTo>
                    <a:lnTo>
                      <a:pt x="267843" y="89345"/>
                    </a:lnTo>
                    <a:lnTo>
                      <a:pt x="267843" y="59531"/>
                    </a:lnTo>
                    <a:lnTo>
                      <a:pt x="238125" y="59531"/>
                    </a:lnTo>
                    <a:close/>
                  </a:path>
                </a:pathLst>
              </a:custGeom>
              <a:solidFill>
                <a:srgbClr val="F1C232"/>
              </a:solidFill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5" name="Google Shape;2365;p39"/>
              <p:cNvSpPr/>
              <p:nvPr/>
            </p:nvSpPr>
            <p:spPr>
              <a:xfrm>
                <a:off x="4666106" y="3934967"/>
                <a:ext cx="267843" cy="148875"/>
              </a:xfrm>
              <a:custGeom>
                <a:rect b="b" l="l" r="r" t="t"/>
                <a:pathLst>
                  <a:path extrusionOk="0" h="148875" w="267843">
                    <a:moveTo>
                      <a:pt x="29718" y="89345"/>
                    </a:moveTo>
                    <a:lnTo>
                      <a:pt x="29718" y="119063"/>
                    </a:lnTo>
                    <a:lnTo>
                      <a:pt x="89249" y="119063"/>
                    </a:lnTo>
                    <a:lnTo>
                      <a:pt x="89249" y="148876"/>
                    </a:lnTo>
                    <a:lnTo>
                      <a:pt x="178499" y="148876"/>
                    </a:lnTo>
                    <a:lnTo>
                      <a:pt x="178499" y="119063"/>
                    </a:lnTo>
                    <a:lnTo>
                      <a:pt x="238125" y="119063"/>
                    </a:lnTo>
                    <a:lnTo>
                      <a:pt x="238125" y="89345"/>
                    </a:lnTo>
                    <a:lnTo>
                      <a:pt x="267843" y="89345"/>
                    </a:lnTo>
                    <a:lnTo>
                      <a:pt x="267843" y="59627"/>
                    </a:lnTo>
                    <a:lnTo>
                      <a:pt x="238125" y="59627"/>
                    </a:lnTo>
                    <a:lnTo>
                      <a:pt x="238125" y="29813"/>
                    </a:lnTo>
                    <a:lnTo>
                      <a:pt x="178499" y="29813"/>
                    </a:lnTo>
                    <a:lnTo>
                      <a:pt x="178499" y="0"/>
                    </a:lnTo>
                    <a:lnTo>
                      <a:pt x="89249" y="0"/>
                    </a:lnTo>
                    <a:lnTo>
                      <a:pt x="89249" y="29813"/>
                    </a:lnTo>
                    <a:lnTo>
                      <a:pt x="29718" y="29813"/>
                    </a:lnTo>
                    <a:lnTo>
                      <a:pt x="29718" y="59627"/>
                    </a:lnTo>
                    <a:lnTo>
                      <a:pt x="0" y="59627"/>
                    </a:lnTo>
                    <a:lnTo>
                      <a:pt x="0" y="89345"/>
                    </a:lnTo>
                    <a:lnTo>
                      <a:pt x="29718" y="89345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6" name="Google Shape;2366;p39"/>
              <p:cNvSpPr/>
              <p:nvPr/>
            </p:nvSpPr>
            <p:spPr>
              <a:xfrm>
                <a:off x="4606480" y="3994594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7" name="Google Shape;2367;p39"/>
              <p:cNvSpPr/>
              <p:nvPr/>
            </p:nvSpPr>
            <p:spPr>
              <a:xfrm>
                <a:off x="4636293" y="3934967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8" name="Google Shape;2368;p39"/>
              <p:cNvSpPr/>
              <p:nvPr/>
            </p:nvSpPr>
            <p:spPr>
              <a:xfrm>
                <a:off x="4457700" y="3696842"/>
                <a:ext cx="386905" cy="238125"/>
              </a:xfrm>
              <a:custGeom>
                <a:rect b="b" l="l" r="r" t="t"/>
                <a:pathLst>
                  <a:path extrusionOk="0" h="238125" w="386905">
                    <a:moveTo>
                      <a:pt x="208407" y="208407"/>
                    </a:moveTo>
                    <a:lnTo>
                      <a:pt x="208407" y="238125"/>
                    </a:lnTo>
                    <a:lnTo>
                      <a:pt x="238125" y="238125"/>
                    </a:lnTo>
                    <a:lnTo>
                      <a:pt x="238125" y="208407"/>
                    </a:lnTo>
                    <a:lnTo>
                      <a:pt x="267843" y="208407"/>
                    </a:lnTo>
                    <a:lnTo>
                      <a:pt x="267843" y="178689"/>
                    </a:lnTo>
                    <a:lnTo>
                      <a:pt x="327469" y="178689"/>
                    </a:lnTo>
                    <a:lnTo>
                      <a:pt x="327469" y="148876"/>
                    </a:lnTo>
                    <a:lnTo>
                      <a:pt x="357188" y="148876"/>
                    </a:lnTo>
                    <a:lnTo>
                      <a:pt x="357188" y="119063"/>
                    </a:lnTo>
                    <a:lnTo>
                      <a:pt x="386906" y="119063"/>
                    </a:lnTo>
                    <a:lnTo>
                      <a:pt x="386906" y="59627"/>
                    </a:lnTo>
                    <a:lnTo>
                      <a:pt x="357188" y="59627"/>
                    </a:lnTo>
                    <a:lnTo>
                      <a:pt x="357188" y="29813"/>
                    </a:lnTo>
                    <a:lnTo>
                      <a:pt x="327469" y="29813"/>
                    </a:lnTo>
                    <a:lnTo>
                      <a:pt x="327469" y="0"/>
                    </a:lnTo>
                    <a:lnTo>
                      <a:pt x="267843" y="0"/>
                    </a:lnTo>
                    <a:lnTo>
                      <a:pt x="267843" y="29813"/>
                    </a:lnTo>
                    <a:lnTo>
                      <a:pt x="238125" y="29813"/>
                    </a:lnTo>
                    <a:lnTo>
                      <a:pt x="238125" y="59627"/>
                    </a:lnTo>
                    <a:lnTo>
                      <a:pt x="208407" y="59627"/>
                    </a:lnTo>
                    <a:lnTo>
                      <a:pt x="208407" y="148876"/>
                    </a:lnTo>
                    <a:lnTo>
                      <a:pt x="178594" y="148876"/>
                    </a:lnTo>
                    <a:lnTo>
                      <a:pt x="178594" y="59627"/>
                    </a:lnTo>
                    <a:lnTo>
                      <a:pt x="148781" y="59627"/>
                    </a:lnTo>
                    <a:lnTo>
                      <a:pt x="148781" y="29813"/>
                    </a:lnTo>
                    <a:lnTo>
                      <a:pt x="119063" y="29813"/>
                    </a:lnTo>
                    <a:lnTo>
                      <a:pt x="119063" y="0"/>
                    </a:lnTo>
                    <a:lnTo>
                      <a:pt x="59531" y="0"/>
                    </a:lnTo>
                    <a:lnTo>
                      <a:pt x="59531" y="29813"/>
                    </a:lnTo>
                    <a:lnTo>
                      <a:pt x="29718" y="29813"/>
                    </a:lnTo>
                    <a:lnTo>
                      <a:pt x="29718" y="59627"/>
                    </a:lnTo>
                    <a:lnTo>
                      <a:pt x="0" y="59627"/>
                    </a:lnTo>
                    <a:lnTo>
                      <a:pt x="0" y="119063"/>
                    </a:lnTo>
                    <a:lnTo>
                      <a:pt x="29718" y="119063"/>
                    </a:lnTo>
                    <a:lnTo>
                      <a:pt x="29718" y="148876"/>
                    </a:lnTo>
                    <a:lnTo>
                      <a:pt x="59531" y="148876"/>
                    </a:lnTo>
                    <a:lnTo>
                      <a:pt x="59531" y="178689"/>
                    </a:lnTo>
                    <a:lnTo>
                      <a:pt x="119063" y="178689"/>
                    </a:lnTo>
                    <a:lnTo>
                      <a:pt x="119063" y="208407"/>
                    </a:lnTo>
                    <a:lnTo>
                      <a:pt x="148781" y="208407"/>
                    </a:lnTo>
                    <a:lnTo>
                      <a:pt x="148781" y="238125"/>
                    </a:lnTo>
                    <a:lnTo>
                      <a:pt x="178594" y="238125"/>
                    </a:lnTo>
                    <a:lnTo>
                      <a:pt x="178594" y="208407"/>
                    </a:lnTo>
                    <a:lnTo>
                      <a:pt x="208407" y="208407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9" name="Google Shape;2369;p39"/>
              <p:cNvSpPr/>
              <p:nvPr/>
            </p:nvSpPr>
            <p:spPr>
              <a:xfrm>
                <a:off x="4933950" y="3548062"/>
                <a:ext cx="446532" cy="1666875"/>
              </a:xfrm>
              <a:custGeom>
                <a:rect b="b" l="l" r="r" t="t"/>
                <a:pathLst>
                  <a:path extrusionOk="0" h="1666875" w="446532">
                    <a:moveTo>
                      <a:pt x="297656" y="1160907"/>
                    </a:moveTo>
                    <a:lnTo>
                      <a:pt x="327470" y="1160907"/>
                    </a:lnTo>
                    <a:lnTo>
                      <a:pt x="327470" y="1101281"/>
                    </a:lnTo>
                    <a:lnTo>
                      <a:pt x="357188" y="1101281"/>
                    </a:lnTo>
                    <a:lnTo>
                      <a:pt x="357188" y="1041845"/>
                    </a:lnTo>
                    <a:lnTo>
                      <a:pt x="327470" y="1041845"/>
                    </a:lnTo>
                    <a:lnTo>
                      <a:pt x="327470" y="1012031"/>
                    </a:lnTo>
                    <a:lnTo>
                      <a:pt x="238125" y="1012031"/>
                    </a:lnTo>
                    <a:lnTo>
                      <a:pt x="238125" y="386905"/>
                    </a:lnTo>
                    <a:lnTo>
                      <a:pt x="267843" y="386905"/>
                    </a:lnTo>
                    <a:lnTo>
                      <a:pt x="267843" y="357188"/>
                    </a:lnTo>
                    <a:lnTo>
                      <a:pt x="267843" y="327470"/>
                    </a:lnTo>
                    <a:lnTo>
                      <a:pt x="267843" y="297656"/>
                    </a:lnTo>
                    <a:lnTo>
                      <a:pt x="297656" y="297656"/>
                    </a:lnTo>
                    <a:lnTo>
                      <a:pt x="297656" y="238125"/>
                    </a:lnTo>
                    <a:lnTo>
                      <a:pt x="357188" y="238125"/>
                    </a:lnTo>
                    <a:lnTo>
                      <a:pt x="357188" y="208407"/>
                    </a:lnTo>
                    <a:lnTo>
                      <a:pt x="416719" y="208407"/>
                    </a:lnTo>
                    <a:lnTo>
                      <a:pt x="446532" y="208407"/>
                    </a:lnTo>
                    <a:lnTo>
                      <a:pt x="446532" y="178594"/>
                    </a:lnTo>
                    <a:lnTo>
                      <a:pt x="416719" y="178594"/>
                    </a:lnTo>
                    <a:lnTo>
                      <a:pt x="357188" y="178594"/>
                    </a:lnTo>
                    <a:lnTo>
                      <a:pt x="357188" y="148780"/>
                    </a:lnTo>
                    <a:lnTo>
                      <a:pt x="297656" y="148780"/>
                    </a:lnTo>
                    <a:lnTo>
                      <a:pt x="297656" y="89345"/>
                    </a:lnTo>
                    <a:lnTo>
                      <a:pt x="267843" y="89345"/>
                    </a:lnTo>
                    <a:lnTo>
                      <a:pt x="267843" y="29718"/>
                    </a:lnTo>
                    <a:lnTo>
                      <a:pt x="267843" y="0"/>
                    </a:lnTo>
                    <a:lnTo>
                      <a:pt x="238125" y="0"/>
                    </a:lnTo>
                    <a:lnTo>
                      <a:pt x="238125" y="29718"/>
                    </a:lnTo>
                    <a:lnTo>
                      <a:pt x="238125" y="89345"/>
                    </a:lnTo>
                    <a:lnTo>
                      <a:pt x="208407" y="89345"/>
                    </a:lnTo>
                    <a:lnTo>
                      <a:pt x="208407" y="148780"/>
                    </a:lnTo>
                    <a:lnTo>
                      <a:pt x="148781" y="148780"/>
                    </a:lnTo>
                    <a:lnTo>
                      <a:pt x="148781" y="178594"/>
                    </a:lnTo>
                    <a:lnTo>
                      <a:pt x="89344" y="178594"/>
                    </a:lnTo>
                    <a:lnTo>
                      <a:pt x="59531" y="178594"/>
                    </a:lnTo>
                    <a:lnTo>
                      <a:pt x="59531" y="208407"/>
                    </a:lnTo>
                    <a:lnTo>
                      <a:pt x="89344" y="208407"/>
                    </a:lnTo>
                    <a:lnTo>
                      <a:pt x="148781" y="208407"/>
                    </a:lnTo>
                    <a:lnTo>
                      <a:pt x="148781" y="238125"/>
                    </a:lnTo>
                    <a:lnTo>
                      <a:pt x="148781" y="297656"/>
                    </a:lnTo>
                    <a:lnTo>
                      <a:pt x="119063" y="297656"/>
                    </a:lnTo>
                    <a:lnTo>
                      <a:pt x="119063" y="1012031"/>
                    </a:lnTo>
                    <a:lnTo>
                      <a:pt x="29718" y="1012031"/>
                    </a:lnTo>
                    <a:lnTo>
                      <a:pt x="29718" y="1041845"/>
                    </a:lnTo>
                    <a:lnTo>
                      <a:pt x="0" y="1041845"/>
                    </a:lnTo>
                    <a:lnTo>
                      <a:pt x="0" y="1101281"/>
                    </a:lnTo>
                    <a:lnTo>
                      <a:pt x="29718" y="1101281"/>
                    </a:lnTo>
                    <a:lnTo>
                      <a:pt x="29718" y="1160907"/>
                    </a:lnTo>
                    <a:lnTo>
                      <a:pt x="59531" y="1160907"/>
                    </a:lnTo>
                    <a:lnTo>
                      <a:pt x="59531" y="1190625"/>
                    </a:lnTo>
                    <a:lnTo>
                      <a:pt x="119063" y="1190625"/>
                    </a:lnTo>
                    <a:lnTo>
                      <a:pt x="119063" y="1637157"/>
                    </a:lnTo>
                    <a:lnTo>
                      <a:pt x="148781" y="1637157"/>
                    </a:lnTo>
                    <a:lnTo>
                      <a:pt x="148781" y="1666875"/>
                    </a:lnTo>
                    <a:lnTo>
                      <a:pt x="208407" y="1666875"/>
                    </a:lnTo>
                    <a:lnTo>
                      <a:pt x="208407" y="1637157"/>
                    </a:lnTo>
                    <a:lnTo>
                      <a:pt x="238125" y="1637157"/>
                    </a:lnTo>
                    <a:lnTo>
                      <a:pt x="238125" y="1190625"/>
                    </a:lnTo>
                    <a:lnTo>
                      <a:pt x="297656" y="1190625"/>
                    </a:lnTo>
                    <a:lnTo>
                      <a:pt x="297656" y="1160907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0" name="Google Shape;2370;p39"/>
              <p:cNvSpPr/>
              <p:nvPr/>
            </p:nvSpPr>
            <p:spPr>
              <a:xfrm>
                <a:off x="5797105" y="4708969"/>
                <a:ext cx="148875" cy="148780"/>
              </a:xfrm>
              <a:custGeom>
                <a:rect b="b" l="l" r="r" t="t"/>
                <a:pathLst>
                  <a:path extrusionOk="0" h="148780" w="148875">
                    <a:moveTo>
                      <a:pt x="89345" y="59436"/>
                    </a:moveTo>
                    <a:lnTo>
                      <a:pt x="89345" y="29718"/>
                    </a:lnTo>
                    <a:lnTo>
                      <a:pt x="89345" y="0"/>
                    </a:lnTo>
                    <a:lnTo>
                      <a:pt x="59627" y="0"/>
                    </a:lnTo>
                    <a:lnTo>
                      <a:pt x="59627" y="29718"/>
                    </a:lnTo>
                    <a:lnTo>
                      <a:pt x="59627" y="59436"/>
                    </a:lnTo>
                    <a:lnTo>
                      <a:pt x="29813" y="59436"/>
                    </a:lnTo>
                    <a:lnTo>
                      <a:pt x="0" y="59436"/>
                    </a:lnTo>
                    <a:lnTo>
                      <a:pt x="0" y="89249"/>
                    </a:lnTo>
                    <a:lnTo>
                      <a:pt x="29813" y="89249"/>
                    </a:lnTo>
                    <a:lnTo>
                      <a:pt x="59627" y="89249"/>
                    </a:lnTo>
                    <a:lnTo>
                      <a:pt x="59627" y="119063"/>
                    </a:lnTo>
                    <a:lnTo>
                      <a:pt x="59627" y="148780"/>
                    </a:lnTo>
                    <a:lnTo>
                      <a:pt x="89345" y="148780"/>
                    </a:lnTo>
                    <a:lnTo>
                      <a:pt x="89345" y="119063"/>
                    </a:lnTo>
                    <a:lnTo>
                      <a:pt x="89345" y="89249"/>
                    </a:lnTo>
                    <a:lnTo>
                      <a:pt x="119063" y="89249"/>
                    </a:lnTo>
                    <a:lnTo>
                      <a:pt x="148876" y="89249"/>
                    </a:lnTo>
                    <a:lnTo>
                      <a:pt x="148876" y="59436"/>
                    </a:lnTo>
                    <a:lnTo>
                      <a:pt x="119063" y="59436"/>
                    </a:lnTo>
                    <a:lnTo>
                      <a:pt x="89345" y="59436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1" name="Google Shape;2371;p39"/>
              <p:cNvSpPr/>
              <p:nvPr/>
            </p:nvSpPr>
            <p:spPr>
              <a:xfrm>
                <a:off x="5201792" y="4976812"/>
                <a:ext cx="148875" cy="148780"/>
              </a:xfrm>
              <a:custGeom>
                <a:rect b="b" l="l" r="r" t="t"/>
                <a:pathLst>
                  <a:path extrusionOk="0" h="148780" w="148875">
                    <a:moveTo>
                      <a:pt x="89345" y="59531"/>
                    </a:moveTo>
                    <a:lnTo>
                      <a:pt x="89345" y="29718"/>
                    </a:lnTo>
                    <a:lnTo>
                      <a:pt x="89345" y="0"/>
                    </a:lnTo>
                    <a:lnTo>
                      <a:pt x="59627" y="0"/>
                    </a:lnTo>
                    <a:lnTo>
                      <a:pt x="59627" y="29718"/>
                    </a:lnTo>
                    <a:lnTo>
                      <a:pt x="59627" y="59531"/>
                    </a:lnTo>
                    <a:lnTo>
                      <a:pt x="29813" y="59531"/>
                    </a:lnTo>
                    <a:lnTo>
                      <a:pt x="0" y="59531"/>
                    </a:lnTo>
                    <a:lnTo>
                      <a:pt x="0" y="89345"/>
                    </a:lnTo>
                    <a:lnTo>
                      <a:pt x="29813" y="89345"/>
                    </a:lnTo>
                    <a:lnTo>
                      <a:pt x="59627" y="89345"/>
                    </a:lnTo>
                    <a:lnTo>
                      <a:pt x="59627" y="119063"/>
                    </a:lnTo>
                    <a:lnTo>
                      <a:pt x="59627" y="148780"/>
                    </a:lnTo>
                    <a:lnTo>
                      <a:pt x="89345" y="148780"/>
                    </a:lnTo>
                    <a:lnTo>
                      <a:pt x="89345" y="119063"/>
                    </a:lnTo>
                    <a:lnTo>
                      <a:pt x="89345" y="89345"/>
                    </a:lnTo>
                    <a:lnTo>
                      <a:pt x="119063" y="89345"/>
                    </a:lnTo>
                    <a:lnTo>
                      <a:pt x="148876" y="89345"/>
                    </a:lnTo>
                    <a:lnTo>
                      <a:pt x="148876" y="59531"/>
                    </a:lnTo>
                    <a:lnTo>
                      <a:pt x="119063" y="59531"/>
                    </a:lnTo>
                    <a:lnTo>
                      <a:pt x="89345" y="59531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2" name="Google Shape;2372;p39"/>
              <p:cNvSpPr/>
              <p:nvPr/>
            </p:nvSpPr>
            <p:spPr>
              <a:xfrm>
                <a:off x="4874418" y="3786187"/>
                <a:ext cx="148875" cy="148780"/>
              </a:xfrm>
              <a:custGeom>
                <a:rect b="b" l="l" r="r" t="t"/>
                <a:pathLst>
                  <a:path extrusionOk="0" h="148780" w="148875">
                    <a:moveTo>
                      <a:pt x="59531" y="148780"/>
                    </a:moveTo>
                    <a:lnTo>
                      <a:pt x="89249" y="148780"/>
                    </a:lnTo>
                    <a:lnTo>
                      <a:pt x="89249" y="119063"/>
                    </a:lnTo>
                    <a:lnTo>
                      <a:pt x="89249" y="89345"/>
                    </a:lnTo>
                    <a:lnTo>
                      <a:pt x="119063" y="89345"/>
                    </a:lnTo>
                    <a:lnTo>
                      <a:pt x="148876" y="89345"/>
                    </a:lnTo>
                    <a:lnTo>
                      <a:pt x="148876" y="59531"/>
                    </a:lnTo>
                    <a:lnTo>
                      <a:pt x="119063" y="59531"/>
                    </a:lnTo>
                    <a:lnTo>
                      <a:pt x="89249" y="59531"/>
                    </a:lnTo>
                    <a:lnTo>
                      <a:pt x="89249" y="29718"/>
                    </a:lnTo>
                    <a:lnTo>
                      <a:pt x="89249" y="0"/>
                    </a:lnTo>
                    <a:lnTo>
                      <a:pt x="59531" y="0"/>
                    </a:lnTo>
                    <a:lnTo>
                      <a:pt x="59531" y="29718"/>
                    </a:lnTo>
                    <a:lnTo>
                      <a:pt x="59531" y="59531"/>
                    </a:lnTo>
                    <a:lnTo>
                      <a:pt x="29813" y="59531"/>
                    </a:lnTo>
                    <a:lnTo>
                      <a:pt x="0" y="59531"/>
                    </a:lnTo>
                    <a:lnTo>
                      <a:pt x="0" y="89345"/>
                    </a:lnTo>
                    <a:lnTo>
                      <a:pt x="29813" y="89345"/>
                    </a:lnTo>
                    <a:lnTo>
                      <a:pt x="59531" y="89345"/>
                    </a:lnTo>
                    <a:lnTo>
                      <a:pt x="59531" y="119063"/>
                    </a:lnTo>
                    <a:lnTo>
                      <a:pt x="59531" y="148780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3" name="Google Shape;2373;p39"/>
              <p:cNvSpPr/>
              <p:nvPr/>
            </p:nvSpPr>
            <p:spPr>
              <a:xfrm>
                <a:off x="4338637" y="4054029"/>
                <a:ext cx="148780" cy="148875"/>
              </a:xfrm>
              <a:custGeom>
                <a:rect b="b" l="l" r="r" t="t"/>
                <a:pathLst>
                  <a:path extrusionOk="0" h="148875" w="148780">
                    <a:moveTo>
                      <a:pt x="59531" y="29813"/>
                    </a:moveTo>
                    <a:lnTo>
                      <a:pt x="59531" y="59627"/>
                    </a:lnTo>
                    <a:lnTo>
                      <a:pt x="29718" y="59627"/>
                    </a:lnTo>
                    <a:lnTo>
                      <a:pt x="0" y="59627"/>
                    </a:lnTo>
                    <a:lnTo>
                      <a:pt x="0" y="89345"/>
                    </a:lnTo>
                    <a:lnTo>
                      <a:pt x="29718" y="89345"/>
                    </a:lnTo>
                    <a:lnTo>
                      <a:pt x="59531" y="89345"/>
                    </a:lnTo>
                    <a:lnTo>
                      <a:pt x="59531" y="119063"/>
                    </a:lnTo>
                    <a:lnTo>
                      <a:pt x="59531" y="148876"/>
                    </a:lnTo>
                    <a:lnTo>
                      <a:pt x="89345" y="148876"/>
                    </a:lnTo>
                    <a:lnTo>
                      <a:pt x="89345" y="119063"/>
                    </a:lnTo>
                    <a:lnTo>
                      <a:pt x="89345" y="89345"/>
                    </a:lnTo>
                    <a:lnTo>
                      <a:pt x="119063" y="89345"/>
                    </a:lnTo>
                    <a:lnTo>
                      <a:pt x="148780" y="89345"/>
                    </a:lnTo>
                    <a:lnTo>
                      <a:pt x="148780" y="59627"/>
                    </a:lnTo>
                    <a:lnTo>
                      <a:pt x="119063" y="59627"/>
                    </a:lnTo>
                    <a:lnTo>
                      <a:pt x="89345" y="59627"/>
                    </a:lnTo>
                    <a:lnTo>
                      <a:pt x="89345" y="29813"/>
                    </a:lnTo>
                    <a:lnTo>
                      <a:pt x="89345" y="0"/>
                    </a:lnTo>
                    <a:lnTo>
                      <a:pt x="59531" y="0"/>
                    </a:lnTo>
                    <a:lnTo>
                      <a:pt x="59531" y="29813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4" name="Google Shape;2374;p39"/>
              <p:cNvSpPr/>
              <p:nvPr/>
            </p:nvSpPr>
            <p:spPr>
              <a:xfrm>
                <a:off x="5291137" y="3518344"/>
                <a:ext cx="505967" cy="1279874"/>
              </a:xfrm>
              <a:custGeom>
                <a:rect b="b" l="l" r="r" t="t"/>
                <a:pathLst>
                  <a:path extrusionOk="0" h="1279874" w="505967">
                    <a:moveTo>
                      <a:pt x="446532" y="1160812"/>
                    </a:moveTo>
                    <a:lnTo>
                      <a:pt x="446532" y="1130998"/>
                    </a:lnTo>
                    <a:lnTo>
                      <a:pt x="446532" y="1011936"/>
                    </a:lnTo>
                    <a:lnTo>
                      <a:pt x="476250" y="1011936"/>
                    </a:lnTo>
                    <a:lnTo>
                      <a:pt x="476250" y="803624"/>
                    </a:lnTo>
                    <a:lnTo>
                      <a:pt x="505968" y="803624"/>
                    </a:lnTo>
                    <a:lnTo>
                      <a:pt x="505968" y="625030"/>
                    </a:lnTo>
                    <a:lnTo>
                      <a:pt x="476250" y="625030"/>
                    </a:lnTo>
                    <a:lnTo>
                      <a:pt x="476250" y="535686"/>
                    </a:lnTo>
                    <a:lnTo>
                      <a:pt x="446532" y="535686"/>
                    </a:lnTo>
                    <a:lnTo>
                      <a:pt x="446532" y="416623"/>
                    </a:lnTo>
                    <a:lnTo>
                      <a:pt x="416719" y="416623"/>
                    </a:lnTo>
                    <a:lnTo>
                      <a:pt x="416719" y="357188"/>
                    </a:lnTo>
                    <a:lnTo>
                      <a:pt x="446532" y="357188"/>
                    </a:lnTo>
                    <a:lnTo>
                      <a:pt x="446532" y="267843"/>
                    </a:lnTo>
                    <a:lnTo>
                      <a:pt x="476250" y="267843"/>
                    </a:lnTo>
                    <a:lnTo>
                      <a:pt x="476250" y="178498"/>
                    </a:lnTo>
                    <a:lnTo>
                      <a:pt x="505968" y="178498"/>
                    </a:lnTo>
                    <a:lnTo>
                      <a:pt x="505968" y="89249"/>
                    </a:lnTo>
                    <a:lnTo>
                      <a:pt x="476250" y="89249"/>
                    </a:lnTo>
                    <a:lnTo>
                      <a:pt x="476250" y="59436"/>
                    </a:lnTo>
                    <a:lnTo>
                      <a:pt x="446532" y="59436"/>
                    </a:lnTo>
                    <a:lnTo>
                      <a:pt x="446532" y="29718"/>
                    </a:lnTo>
                    <a:lnTo>
                      <a:pt x="386905" y="29718"/>
                    </a:lnTo>
                    <a:lnTo>
                      <a:pt x="386905" y="0"/>
                    </a:lnTo>
                    <a:lnTo>
                      <a:pt x="327470" y="0"/>
                    </a:lnTo>
                    <a:lnTo>
                      <a:pt x="327470" y="29718"/>
                    </a:lnTo>
                    <a:lnTo>
                      <a:pt x="267843" y="29718"/>
                    </a:lnTo>
                    <a:lnTo>
                      <a:pt x="267843" y="59436"/>
                    </a:lnTo>
                    <a:lnTo>
                      <a:pt x="238125" y="59436"/>
                    </a:lnTo>
                    <a:lnTo>
                      <a:pt x="238125" y="89249"/>
                    </a:lnTo>
                    <a:lnTo>
                      <a:pt x="208407" y="89249"/>
                    </a:lnTo>
                    <a:lnTo>
                      <a:pt x="208407" y="416623"/>
                    </a:lnTo>
                    <a:lnTo>
                      <a:pt x="178594" y="416623"/>
                    </a:lnTo>
                    <a:lnTo>
                      <a:pt x="178594" y="505968"/>
                    </a:lnTo>
                    <a:lnTo>
                      <a:pt x="148780" y="505968"/>
                    </a:lnTo>
                    <a:lnTo>
                      <a:pt x="148780" y="684562"/>
                    </a:lnTo>
                    <a:lnTo>
                      <a:pt x="178594" y="684562"/>
                    </a:lnTo>
                    <a:lnTo>
                      <a:pt x="178594" y="803624"/>
                    </a:lnTo>
                    <a:lnTo>
                      <a:pt x="148780" y="803624"/>
                    </a:lnTo>
                    <a:lnTo>
                      <a:pt x="148780" y="833438"/>
                    </a:lnTo>
                    <a:lnTo>
                      <a:pt x="89345" y="833438"/>
                    </a:lnTo>
                    <a:lnTo>
                      <a:pt x="89345" y="863155"/>
                    </a:lnTo>
                    <a:lnTo>
                      <a:pt x="59531" y="863155"/>
                    </a:lnTo>
                    <a:lnTo>
                      <a:pt x="59531" y="892873"/>
                    </a:lnTo>
                    <a:lnTo>
                      <a:pt x="29718" y="892873"/>
                    </a:lnTo>
                    <a:lnTo>
                      <a:pt x="29718" y="922687"/>
                    </a:lnTo>
                    <a:lnTo>
                      <a:pt x="0" y="922687"/>
                    </a:lnTo>
                    <a:lnTo>
                      <a:pt x="0" y="952500"/>
                    </a:lnTo>
                    <a:lnTo>
                      <a:pt x="29718" y="952500"/>
                    </a:lnTo>
                    <a:lnTo>
                      <a:pt x="29718" y="982218"/>
                    </a:lnTo>
                    <a:lnTo>
                      <a:pt x="89345" y="982218"/>
                    </a:lnTo>
                    <a:lnTo>
                      <a:pt x="89345" y="952500"/>
                    </a:lnTo>
                    <a:lnTo>
                      <a:pt x="119063" y="952500"/>
                    </a:lnTo>
                    <a:lnTo>
                      <a:pt x="119063" y="922687"/>
                    </a:lnTo>
                    <a:lnTo>
                      <a:pt x="178594" y="922687"/>
                    </a:lnTo>
                    <a:lnTo>
                      <a:pt x="178594" y="952500"/>
                    </a:lnTo>
                    <a:lnTo>
                      <a:pt x="148780" y="952500"/>
                    </a:lnTo>
                    <a:lnTo>
                      <a:pt x="148780" y="982218"/>
                    </a:lnTo>
                    <a:lnTo>
                      <a:pt x="119063" y="982218"/>
                    </a:lnTo>
                    <a:lnTo>
                      <a:pt x="119063" y="1011936"/>
                    </a:lnTo>
                    <a:lnTo>
                      <a:pt x="89345" y="1011936"/>
                    </a:lnTo>
                    <a:lnTo>
                      <a:pt x="89345" y="1041749"/>
                    </a:lnTo>
                    <a:lnTo>
                      <a:pt x="59531" y="1041749"/>
                    </a:lnTo>
                    <a:lnTo>
                      <a:pt x="59531" y="1101281"/>
                    </a:lnTo>
                    <a:lnTo>
                      <a:pt x="89345" y="1101281"/>
                    </a:lnTo>
                    <a:lnTo>
                      <a:pt x="89345" y="1130998"/>
                    </a:lnTo>
                    <a:lnTo>
                      <a:pt x="119063" y="1130998"/>
                    </a:lnTo>
                    <a:lnTo>
                      <a:pt x="119063" y="1101281"/>
                    </a:lnTo>
                    <a:lnTo>
                      <a:pt x="148780" y="1101281"/>
                    </a:lnTo>
                    <a:lnTo>
                      <a:pt x="148780" y="1071563"/>
                    </a:lnTo>
                    <a:lnTo>
                      <a:pt x="178594" y="1071563"/>
                    </a:lnTo>
                    <a:lnTo>
                      <a:pt x="178594" y="1041749"/>
                    </a:lnTo>
                    <a:lnTo>
                      <a:pt x="208407" y="1041749"/>
                    </a:lnTo>
                    <a:lnTo>
                      <a:pt x="208407" y="1011936"/>
                    </a:lnTo>
                    <a:lnTo>
                      <a:pt x="238125" y="1011936"/>
                    </a:lnTo>
                    <a:lnTo>
                      <a:pt x="238125" y="982218"/>
                    </a:lnTo>
                    <a:lnTo>
                      <a:pt x="267843" y="982218"/>
                    </a:lnTo>
                    <a:lnTo>
                      <a:pt x="267843" y="1011936"/>
                    </a:lnTo>
                    <a:lnTo>
                      <a:pt x="238125" y="1011936"/>
                    </a:lnTo>
                    <a:lnTo>
                      <a:pt x="238125" y="1041749"/>
                    </a:lnTo>
                    <a:lnTo>
                      <a:pt x="208407" y="1041749"/>
                    </a:lnTo>
                    <a:lnTo>
                      <a:pt x="208407" y="1071563"/>
                    </a:lnTo>
                    <a:lnTo>
                      <a:pt x="178594" y="1071563"/>
                    </a:lnTo>
                    <a:lnTo>
                      <a:pt x="178594" y="1101281"/>
                    </a:lnTo>
                    <a:lnTo>
                      <a:pt x="148780" y="1101281"/>
                    </a:lnTo>
                    <a:lnTo>
                      <a:pt x="148780" y="1130998"/>
                    </a:lnTo>
                    <a:lnTo>
                      <a:pt x="119063" y="1130998"/>
                    </a:lnTo>
                    <a:lnTo>
                      <a:pt x="119063" y="1190625"/>
                    </a:lnTo>
                    <a:lnTo>
                      <a:pt x="148780" y="1190625"/>
                    </a:lnTo>
                    <a:lnTo>
                      <a:pt x="148780" y="1220343"/>
                    </a:lnTo>
                    <a:lnTo>
                      <a:pt x="178594" y="1220343"/>
                    </a:lnTo>
                    <a:lnTo>
                      <a:pt x="178594" y="1190625"/>
                    </a:lnTo>
                    <a:lnTo>
                      <a:pt x="208407" y="1190625"/>
                    </a:lnTo>
                    <a:lnTo>
                      <a:pt x="208407" y="1160812"/>
                    </a:lnTo>
                    <a:lnTo>
                      <a:pt x="238125" y="1160812"/>
                    </a:lnTo>
                    <a:lnTo>
                      <a:pt x="238125" y="1130998"/>
                    </a:lnTo>
                    <a:lnTo>
                      <a:pt x="267843" y="1130998"/>
                    </a:lnTo>
                    <a:lnTo>
                      <a:pt x="267843" y="1101281"/>
                    </a:lnTo>
                    <a:lnTo>
                      <a:pt x="297656" y="1101281"/>
                    </a:lnTo>
                    <a:lnTo>
                      <a:pt x="297656" y="1220343"/>
                    </a:lnTo>
                    <a:lnTo>
                      <a:pt x="327470" y="1220343"/>
                    </a:lnTo>
                    <a:lnTo>
                      <a:pt x="327470" y="1250061"/>
                    </a:lnTo>
                    <a:lnTo>
                      <a:pt x="357188" y="1250061"/>
                    </a:lnTo>
                    <a:lnTo>
                      <a:pt x="357188" y="1279874"/>
                    </a:lnTo>
                    <a:lnTo>
                      <a:pt x="386905" y="1279874"/>
                    </a:lnTo>
                    <a:lnTo>
                      <a:pt x="386905" y="1250061"/>
                    </a:lnTo>
                    <a:lnTo>
                      <a:pt x="416719" y="1250061"/>
                    </a:lnTo>
                    <a:lnTo>
                      <a:pt x="416719" y="1160812"/>
                    </a:lnTo>
                    <a:lnTo>
                      <a:pt x="446532" y="1160812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5" name="Google Shape;2375;p39"/>
              <p:cNvSpPr/>
              <p:nvPr/>
            </p:nvSpPr>
            <p:spPr>
              <a:xfrm>
                <a:off x="5737669" y="4679155"/>
                <a:ext cx="29718" cy="89344"/>
              </a:xfrm>
              <a:custGeom>
                <a:rect b="b" l="l" r="r" t="t"/>
                <a:pathLst>
                  <a:path extrusionOk="0" h="89344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89345"/>
                    </a:lnTo>
                    <a:lnTo>
                      <a:pt x="0" y="89345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6" name="Google Shape;2376;p39"/>
              <p:cNvSpPr/>
              <p:nvPr/>
            </p:nvSpPr>
            <p:spPr>
              <a:xfrm>
                <a:off x="5678043" y="4828031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7" name="Google Shape;2377;p39"/>
              <p:cNvSpPr/>
              <p:nvPr/>
            </p:nvSpPr>
            <p:spPr>
              <a:xfrm>
                <a:off x="5707856" y="4768405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8" name="Google Shape;2378;p39"/>
              <p:cNvSpPr/>
              <p:nvPr/>
            </p:nvSpPr>
            <p:spPr>
              <a:xfrm>
                <a:off x="5678042" y="4857749"/>
                <a:ext cx="267938" cy="148780"/>
              </a:xfrm>
              <a:custGeom>
                <a:rect b="b" l="l" r="r" t="t"/>
                <a:pathLst>
                  <a:path extrusionOk="0" h="148780" w="267938">
                    <a:moveTo>
                      <a:pt x="89345" y="29718"/>
                    </a:moveTo>
                    <a:lnTo>
                      <a:pt x="29813" y="29718"/>
                    </a:lnTo>
                    <a:lnTo>
                      <a:pt x="29813" y="59531"/>
                    </a:lnTo>
                    <a:lnTo>
                      <a:pt x="0" y="59531"/>
                    </a:lnTo>
                    <a:lnTo>
                      <a:pt x="0" y="89345"/>
                    </a:lnTo>
                    <a:lnTo>
                      <a:pt x="29813" y="89345"/>
                    </a:lnTo>
                    <a:lnTo>
                      <a:pt x="29813" y="119063"/>
                    </a:lnTo>
                    <a:lnTo>
                      <a:pt x="89345" y="119063"/>
                    </a:lnTo>
                    <a:lnTo>
                      <a:pt x="89345" y="148780"/>
                    </a:lnTo>
                    <a:lnTo>
                      <a:pt x="178689" y="148780"/>
                    </a:lnTo>
                    <a:lnTo>
                      <a:pt x="178689" y="119063"/>
                    </a:lnTo>
                    <a:lnTo>
                      <a:pt x="238125" y="119063"/>
                    </a:lnTo>
                    <a:lnTo>
                      <a:pt x="238125" y="89345"/>
                    </a:lnTo>
                    <a:lnTo>
                      <a:pt x="267938" y="89345"/>
                    </a:lnTo>
                    <a:lnTo>
                      <a:pt x="267938" y="59531"/>
                    </a:lnTo>
                    <a:lnTo>
                      <a:pt x="238125" y="59531"/>
                    </a:lnTo>
                    <a:lnTo>
                      <a:pt x="238125" y="29718"/>
                    </a:lnTo>
                    <a:lnTo>
                      <a:pt x="178689" y="29718"/>
                    </a:lnTo>
                    <a:lnTo>
                      <a:pt x="178689" y="0"/>
                    </a:lnTo>
                    <a:lnTo>
                      <a:pt x="89345" y="0"/>
                    </a:lnTo>
                    <a:lnTo>
                      <a:pt x="89345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9" name="Google Shape;2379;p39"/>
              <p:cNvSpPr/>
              <p:nvPr/>
            </p:nvSpPr>
            <p:spPr>
              <a:xfrm>
                <a:off x="5350668" y="4828031"/>
                <a:ext cx="267938" cy="148780"/>
              </a:xfrm>
              <a:custGeom>
                <a:rect b="b" l="l" r="r" t="t"/>
                <a:pathLst>
                  <a:path extrusionOk="0" h="148780" w="267938">
                    <a:moveTo>
                      <a:pt x="238125" y="59436"/>
                    </a:moveTo>
                    <a:lnTo>
                      <a:pt x="238125" y="29718"/>
                    </a:lnTo>
                    <a:lnTo>
                      <a:pt x="178594" y="29718"/>
                    </a:lnTo>
                    <a:lnTo>
                      <a:pt x="178594" y="0"/>
                    </a:lnTo>
                    <a:lnTo>
                      <a:pt x="89249" y="0"/>
                    </a:lnTo>
                    <a:lnTo>
                      <a:pt x="89249" y="29718"/>
                    </a:lnTo>
                    <a:lnTo>
                      <a:pt x="29813" y="29718"/>
                    </a:lnTo>
                    <a:lnTo>
                      <a:pt x="29813" y="59436"/>
                    </a:lnTo>
                    <a:lnTo>
                      <a:pt x="0" y="59436"/>
                    </a:lnTo>
                    <a:lnTo>
                      <a:pt x="0" y="89249"/>
                    </a:lnTo>
                    <a:lnTo>
                      <a:pt x="29813" y="89249"/>
                    </a:lnTo>
                    <a:lnTo>
                      <a:pt x="29813" y="119063"/>
                    </a:lnTo>
                    <a:lnTo>
                      <a:pt x="89249" y="119063"/>
                    </a:lnTo>
                    <a:lnTo>
                      <a:pt x="89249" y="148780"/>
                    </a:lnTo>
                    <a:lnTo>
                      <a:pt x="178594" y="148780"/>
                    </a:lnTo>
                    <a:lnTo>
                      <a:pt x="178594" y="119063"/>
                    </a:lnTo>
                    <a:lnTo>
                      <a:pt x="238125" y="119063"/>
                    </a:lnTo>
                    <a:lnTo>
                      <a:pt x="238125" y="89249"/>
                    </a:lnTo>
                    <a:lnTo>
                      <a:pt x="267938" y="89249"/>
                    </a:lnTo>
                    <a:lnTo>
                      <a:pt x="267938" y="59436"/>
                    </a:lnTo>
                    <a:lnTo>
                      <a:pt x="238125" y="59436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0" name="Google Shape;2380;p39"/>
              <p:cNvSpPr/>
              <p:nvPr/>
            </p:nvSpPr>
            <p:spPr>
              <a:xfrm>
                <a:off x="5648325" y="4857749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1" name="Google Shape;2381;p39"/>
              <p:cNvSpPr/>
              <p:nvPr/>
            </p:nvSpPr>
            <p:spPr>
              <a:xfrm>
                <a:off x="5618607" y="4917280"/>
                <a:ext cx="29718" cy="59531"/>
              </a:xfrm>
              <a:custGeom>
                <a:rect b="b" l="l" r="r" t="t"/>
                <a:pathLst>
                  <a:path extrusionOk="0" h="59531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B1A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2" name="Google Shape;2382;p39"/>
              <p:cNvSpPr/>
              <p:nvPr/>
            </p:nvSpPr>
            <p:spPr>
              <a:xfrm>
                <a:off x="5439917" y="4976812"/>
                <a:ext cx="387000" cy="238125"/>
              </a:xfrm>
              <a:custGeom>
                <a:rect b="b" l="l" r="r" t="t"/>
                <a:pathLst>
                  <a:path extrusionOk="0" h="238125" w="387000">
                    <a:moveTo>
                      <a:pt x="178689" y="29718"/>
                    </a:moveTo>
                    <a:lnTo>
                      <a:pt x="178689" y="0"/>
                    </a:lnTo>
                    <a:lnTo>
                      <a:pt x="148876" y="0"/>
                    </a:lnTo>
                    <a:lnTo>
                      <a:pt x="148876" y="29718"/>
                    </a:lnTo>
                    <a:lnTo>
                      <a:pt x="119063" y="29718"/>
                    </a:lnTo>
                    <a:lnTo>
                      <a:pt x="119063" y="59531"/>
                    </a:lnTo>
                    <a:lnTo>
                      <a:pt x="59627" y="59531"/>
                    </a:lnTo>
                    <a:lnTo>
                      <a:pt x="59627" y="89345"/>
                    </a:lnTo>
                    <a:lnTo>
                      <a:pt x="29813" y="89345"/>
                    </a:lnTo>
                    <a:lnTo>
                      <a:pt x="29813" y="119063"/>
                    </a:lnTo>
                    <a:lnTo>
                      <a:pt x="0" y="119063"/>
                    </a:lnTo>
                    <a:lnTo>
                      <a:pt x="0" y="178594"/>
                    </a:lnTo>
                    <a:lnTo>
                      <a:pt x="29813" y="178594"/>
                    </a:lnTo>
                    <a:lnTo>
                      <a:pt x="29813" y="208407"/>
                    </a:lnTo>
                    <a:lnTo>
                      <a:pt x="59627" y="208407"/>
                    </a:lnTo>
                    <a:lnTo>
                      <a:pt x="59627" y="238125"/>
                    </a:lnTo>
                    <a:lnTo>
                      <a:pt x="119063" y="238125"/>
                    </a:lnTo>
                    <a:lnTo>
                      <a:pt x="119063" y="208407"/>
                    </a:lnTo>
                    <a:lnTo>
                      <a:pt x="148876" y="208407"/>
                    </a:lnTo>
                    <a:lnTo>
                      <a:pt x="148876" y="178594"/>
                    </a:lnTo>
                    <a:lnTo>
                      <a:pt x="178689" y="178594"/>
                    </a:lnTo>
                    <a:lnTo>
                      <a:pt x="178689" y="89345"/>
                    </a:lnTo>
                    <a:lnTo>
                      <a:pt x="208407" y="89345"/>
                    </a:lnTo>
                    <a:lnTo>
                      <a:pt x="208407" y="178594"/>
                    </a:lnTo>
                    <a:lnTo>
                      <a:pt x="238125" y="178594"/>
                    </a:lnTo>
                    <a:lnTo>
                      <a:pt x="238125" y="208407"/>
                    </a:lnTo>
                    <a:lnTo>
                      <a:pt x="267938" y="208407"/>
                    </a:lnTo>
                    <a:lnTo>
                      <a:pt x="267938" y="238125"/>
                    </a:lnTo>
                    <a:lnTo>
                      <a:pt x="327470" y="238125"/>
                    </a:lnTo>
                    <a:lnTo>
                      <a:pt x="327470" y="208407"/>
                    </a:lnTo>
                    <a:lnTo>
                      <a:pt x="357188" y="208407"/>
                    </a:lnTo>
                    <a:lnTo>
                      <a:pt x="357188" y="178594"/>
                    </a:lnTo>
                    <a:lnTo>
                      <a:pt x="387001" y="178594"/>
                    </a:lnTo>
                    <a:lnTo>
                      <a:pt x="387001" y="119063"/>
                    </a:lnTo>
                    <a:lnTo>
                      <a:pt x="357188" y="119063"/>
                    </a:lnTo>
                    <a:lnTo>
                      <a:pt x="357188" y="89345"/>
                    </a:lnTo>
                    <a:lnTo>
                      <a:pt x="327470" y="89345"/>
                    </a:lnTo>
                    <a:lnTo>
                      <a:pt x="327470" y="59531"/>
                    </a:lnTo>
                    <a:lnTo>
                      <a:pt x="267938" y="59531"/>
                    </a:lnTo>
                    <a:lnTo>
                      <a:pt x="267938" y="29718"/>
                    </a:lnTo>
                    <a:lnTo>
                      <a:pt x="238125" y="29718"/>
                    </a:lnTo>
                    <a:lnTo>
                      <a:pt x="238125" y="0"/>
                    </a:lnTo>
                    <a:lnTo>
                      <a:pt x="208407" y="0"/>
                    </a:lnTo>
                    <a:lnTo>
                      <a:pt x="208407" y="29718"/>
                    </a:lnTo>
                    <a:lnTo>
                      <a:pt x="178689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83" name="Google Shape;2383;p39"/>
            <p:cNvGrpSpPr/>
            <p:nvPr/>
          </p:nvGrpSpPr>
          <p:grpSpPr>
            <a:xfrm>
              <a:off x="4338637" y="3518344"/>
              <a:ext cx="1607249" cy="1875091"/>
              <a:chOff x="4338637" y="3518344"/>
              <a:chExt cx="1607249" cy="1875091"/>
            </a:xfrm>
          </p:grpSpPr>
          <p:grpSp>
            <p:nvGrpSpPr>
              <p:cNvPr id="2384" name="Google Shape;2384;p39"/>
              <p:cNvGrpSpPr/>
              <p:nvPr/>
            </p:nvGrpSpPr>
            <p:grpSpPr>
              <a:xfrm>
                <a:off x="4338637" y="3696842"/>
                <a:ext cx="654749" cy="1696593"/>
                <a:chOff x="4338637" y="3696842"/>
                <a:chExt cx="654749" cy="1696593"/>
              </a:xfrm>
            </p:grpSpPr>
            <p:grpSp>
              <p:nvGrpSpPr>
                <p:cNvPr id="2385" name="Google Shape;2385;p39"/>
                <p:cNvGrpSpPr/>
                <p:nvPr/>
              </p:nvGrpSpPr>
              <p:grpSpPr>
                <a:xfrm>
                  <a:off x="4487418" y="4113656"/>
                  <a:ext cx="505968" cy="1279779"/>
                  <a:chOff x="4487418" y="4113656"/>
                  <a:chExt cx="505968" cy="1279779"/>
                </a:xfrm>
              </p:grpSpPr>
              <p:sp>
                <p:nvSpPr>
                  <p:cNvPr id="2386" name="Google Shape;2386;p39"/>
                  <p:cNvSpPr/>
                  <p:nvPr/>
                </p:nvSpPr>
                <p:spPr>
                  <a:xfrm>
                    <a:off x="4606480" y="5363717"/>
                    <a:ext cx="59531" cy="29718"/>
                  </a:xfrm>
                  <a:custGeom>
                    <a:rect b="b" l="l" r="r" t="t"/>
                    <a:pathLst>
                      <a:path extrusionOk="0" h="29718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7" name="Google Shape;2387;p39"/>
                  <p:cNvSpPr/>
                  <p:nvPr/>
                </p:nvSpPr>
                <p:spPr>
                  <a:xfrm>
                    <a:off x="4547044" y="5333999"/>
                    <a:ext cx="59531" cy="29718"/>
                  </a:xfrm>
                  <a:custGeom>
                    <a:rect b="b" l="l" r="r" t="t"/>
                    <a:pathLst>
                      <a:path extrusionOk="0" h="29718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8" name="Google Shape;2388;p39"/>
                  <p:cNvSpPr/>
                  <p:nvPr/>
                </p:nvSpPr>
                <p:spPr>
                  <a:xfrm>
                    <a:off x="4517231" y="5304281"/>
                    <a:ext cx="29717" cy="29718"/>
                  </a:xfrm>
                  <a:custGeom>
                    <a:rect b="b" l="l" r="r" t="t"/>
                    <a:pathLst>
                      <a:path extrusionOk="0" h="29718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9" name="Google Shape;2389;p39"/>
                  <p:cNvSpPr/>
                  <p:nvPr/>
                </p:nvSpPr>
                <p:spPr>
                  <a:xfrm>
                    <a:off x="4487418" y="5214937"/>
                    <a:ext cx="29717" cy="89344"/>
                  </a:xfrm>
                  <a:custGeom>
                    <a:rect b="b" l="l" r="r" t="t"/>
                    <a:pathLst>
                      <a:path extrusionOk="0" h="89344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5"/>
                        </a:lnTo>
                        <a:lnTo>
                          <a:pt x="0" y="89345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90" name="Google Shape;2390;p39"/>
                  <p:cNvSpPr/>
                  <p:nvPr/>
                </p:nvSpPr>
                <p:spPr>
                  <a:xfrm>
                    <a:off x="4755356" y="4976812"/>
                    <a:ext cx="29718" cy="327469"/>
                  </a:xfrm>
                  <a:custGeom>
                    <a:rect b="b" l="l" r="r" t="t"/>
                    <a:pathLst>
                      <a:path extrusionOk="0" h="327469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327470"/>
                        </a:lnTo>
                        <a:lnTo>
                          <a:pt x="0" y="327470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91" name="Google Shape;2391;p39"/>
                  <p:cNvSpPr/>
                  <p:nvPr/>
                </p:nvSpPr>
                <p:spPr>
                  <a:xfrm>
                    <a:off x="4785169" y="4887467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5"/>
                        </a:lnTo>
                        <a:lnTo>
                          <a:pt x="0" y="89345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92" name="Google Shape;2392;p39"/>
                  <p:cNvSpPr/>
                  <p:nvPr/>
                </p:nvSpPr>
                <p:spPr>
                  <a:xfrm>
                    <a:off x="4814887" y="4708969"/>
                    <a:ext cx="29718" cy="178593"/>
                  </a:xfrm>
                  <a:custGeom>
                    <a:rect b="b" l="l" r="r" t="t"/>
                    <a:pathLst>
                      <a:path extrusionOk="0" h="178593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78594"/>
                        </a:lnTo>
                        <a:lnTo>
                          <a:pt x="0" y="178594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93" name="Google Shape;2393;p39"/>
                  <p:cNvSpPr/>
                  <p:nvPr/>
                </p:nvSpPr>
                <p:spPr>
                  <a:xfrm>
                    <a:off x="4785169" y="4589906"/>
                    <a:ext cx="29718" cy="119062"/>
                  </a:xfrm>
                  <a:custGeom>
                    <a:rect b="b" l="l" r="r" t="t"/>
                    <a:pathLst>
                      <a:path extrusionOk="0" h="119062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19063"/>
                        </a:lnTo>
                        <a:lnTo>
                          <a:pt x="0" y="119063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94" name="Google Shape;2394;p39"/>
                  <p:cNvSpPr/>
                  <p:nvPr/>
                </p:nvSpPr>
                <p:spPr>
                  <a:xfrm>
                    <a:off x="4517231" y="5125592"/>
                    <a:ext cx="29717" cy="89344"/>
                  </a:xfrm>
                  <a:custGeom>
                    <a:rect b="b" l="l" r="r" t="t"/>
                    <a:pathLst>
                      <a:path extrusionOk="0" h="89344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5"/>
                        </a:lnTo>
                        <a:lnTo>
                          <a:pt x="0" y="89345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95" name="Google Shape;2395;p39"/>
                  <p:cNvSpPr/>
                  <p:nvPr/>
                </p:nvSpPr>
                <p:spPr>
                  <a:xfrm>
                    <a:off x="4547044" y="5036343"/>
                    <a:ext cx="29717" cy="89344"/>
                  </a:xfrm>
                  <a:custGeom>
                    <a:rect b="b" l="l" r="r" t="t"/>
                    <a:pathLst>
                      <a:path extrusionOk="0" h="89344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5"/>
                        </a:lnTo>
                        <a:lnTo>
                          <a:pt x="0" y="89345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96" name="Google Shape;2396;p39"/>
                  <p:cNvSpPr/>
                  <p:nvPr/>
                </p:nvSpPr>
                <p:spPr>
                  <a:xfrm>
                    <a:off x="4666107" y="5333999"/>
                    <a:ext cx="59531" cy="29718"/>
                  </a:xfrm>
                  <a:custGeom>
                    <a:rect b="b" l="l" r="r" t="t"/>
                    <a:pathLst>
                      <a:path extrusionOk="0" h="29718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97" name="Google Shape;2397;p39"/>
                  <p:cNvSpPr/>
                  <p:nvPr/>
                </p:nvSpPr>
                <p:spPr>
                  <a:xfrm>
                    <a:off x="4725543" y="5304281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98" name="Google Shape;2398;p39"/>
                  <p:cNvSpPr/>
                  <p:nvPr/>
                </p:nvSpPr>
                <p:spPr>
                  <a:xfrm>
                    <a:off x="4725543" y="4411217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99" name="Google Shape;2399;p39"/>
                  <p:cNvSpPr/>
                  <p:nvPr/>
                </p:nvSpPr>
                <p:spPr>
                  <a:xfrm>
                    <a:off x="4636293" y="414337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00" name="Google Shape;2400;p39"/>
                  <p:cNvSpPr/>
                  <p:nvPr/>
                </p:nvSpPr>
                <p:spPr>
                  <a:xfrm>
                    <a:off x="4606480" y="4113656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01" name="Google Shape;2401;p39"/>
                  <p:cNvSpPr/>
                  <p:nvPr/>
                </p:nvSpPr>
                <p:spPr>
                  <a:xfrm>
                    <a:off x="4576762" y="4143374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5"/>
                        </a:lnTo>
                        <a:lnTo>
                          <a:pt x="0" y="89345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02" name="Google Shape;2402;p39"/>
                  <p:cNvSpPr/>
                  <p:nvPr/>
                </p:nvSpPr>
                <p:spPr>
                  <a:xfrm>
                    <a:off x="4547044" y="4262437"/>
                    <a:ext cx="29717" cy="119062"/>
                  </a:xfrm>
                  <a:custGeom>
                    <a:rect b="b" l="l" r="r" t="t"/>
                    <a:pathLst>
                      <a:path extrusionOk="0" h="119062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19063"/>
                        </a:lnTo>
                        <a:lnTo>
                          <a:pt x="0" y="119063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03" name="Google Shape;2403;p39"/>
                  <p:cNvSpPr/>
                  <p:nvPr/>
                </p:nvSpPr>
                <p:spPr>
                  <a:xfrm>
                    <a:off x="4517231" y="4381499"/>
                    <a:ext cx="29717" cy="208406"/>
                  </a:xfrm>
                  <a:custGeom>
                    <a:rect b="b" l="l" r="r" t="t"/>
                    <a:pathLst>
                      <a:path extrusionOk="0" h="208406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08407"/>
                        </a:lnTo>
                        <a:lnTo>
                          <a:pt x="0" y="208407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04" name="Google Shape;2404;p39"/>
                  <p:cNvSpPr/>
                  <p:nvPr/>
                </p:nvSpPr>
                <p:spPr>
                  <a:xfrm>
                    <a:off x="4487418" y="4589906"/>
                    <a:ext cx="29717" cy="178593"/>
                  </a:xfrm>
                  <a:custGeom>
                    <a:rect b="b" l="l" r="r" t="t"/>
                    <a:pathLst>
                      <a:path extrusionOk="0" h="178593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78594"/>
                        </a:lnTo>
                        <a:lnTo>
                          <a:pt x="0" y="178594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05" name="Google Shape;2405;p39"/>
                  <p:cNvSpPr/>
                  <p:nvPr/>
                </p:nvSpPr>
                <p:spPr>
                  <a:xfrm>
                    <a:off x="4517231" y="4768405"/>
                    <a:ext cx="29717" cy="89344"/>
                  </a:xfrm>
                  <a:custGeom>
                    <a:rect b="b" l="l" r="r" t="t"/>
                    <a:pathLst>
                      <a:path extrusionOk="0" h="89344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5"/>
                        </a:lnTo>
                        <a:lnTo>
                          <a:pt x="0" y="89345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06" name="Google Shape;2406;p39"/>
                  <p:cNvSpPr/>
                  <p:nvPr/>
                </p:nvSpPr>
                <p:spPr>
                  <a:xfrm>
                    <a:off x="4547044" y="4857749"/>
                    <a:ext cx="29717" cy="119062"/>
                  </a:xfrm>
                  <a:custGeom>
                    <a:rect b="b" l="l" r="r" t="t"/>
                    <a:pathLst>
                      <a:path extrusionOk="0" h="119062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19063"/>
                        </a:lnTo>
                        <a:lnTo>
                          <a:pt x="0" y="119063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07" name="Google Shape;2407;p39"/>
                  <p:cNvSpPr/>
                  <p:nvPr/>
                </p:nvSpPr>
                <p:spPr>
                  <a:xfrm>
                    <a:off x="4576762" y="4976812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08" name="Google Shape;2408;p39"/>
                  <p:cNvSpPr/>
                  <p:nvPr/>
                </p:nvSpPr>
                <p:spPr>
                  <a:xfrm>
                    <a:off x="4695825" y="4441030"/>
                    <a:ext cx="29718" cy="208406"/>
                  </a:xfrm>
                  <a:custGeom>
                    <a:rect b="b" l="l" r="r" t="t"/>
                    <a:pathLst>
                      <a:path extrusionOk="0" h="208406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08407"/>
                        </a:lnTo>
                        <a:lnTo>
                          <a:pt x="0" y="208407"/>
                        </a:lnTo>
                        <a:close/>
                      </a:path>
                    </a:pathLst>
                  </a:custGeom>
                  <a:solidFill>
                    <a:srgbClr val="FF99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09" name="Google Shape;2409;p39"/>
                  <p:cNvSpPr/>
                  <p:nvPr/>
                </p:nvSpPr>
                <p:spPr>
                  <a:xfrm>
                    <a:off x="4666107" y="4649342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F99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10" name="Google Shape;2410;p39"/>
                  <p:cNvSpPr/>
                  <p:nvPr/>
                </p:nvSpPr>
                <p:spPr>
                  <a:xfrm>
                    <a:off x="4666107" y="4679155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11" name="Google Shape;2411;p39"/>
                  <p:cNvSpPr/>
                  <p:nvPr/>
                </p:nvSpPr>
                <p:spPr>
                  <a:xfrm>
                    <a:off x="4636293" y="4530280"/>
                    <a:ext cx="29718" cy="119062"/>
                  </a:xfrm>
                  <a:custGeom>
                    <a:rect b="b" l="l" r="r" t="t"/>
                    <a:pathLst>
                      <a:path extrusionOk="0" h="119062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19062"/>
                        </a:lnTo>
                        <a:lnTo>
                          <a:pt x="0" y="119062"/>
                        </a:lnTo>
                        <a:close/>
                      </a:path>
                    </a:pathLst>
                  </a:custGeom>
                  <a:solidFill>
                    <a:srgbClr val="FF99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12" name="Google Shape;2412;p39"/>
                  <p:cNvSpPr/>
                  <p:nvPr/>
                </p:nvSpPr>
                <p:spPr>
                  <a:xfrm>
                    <a:off x="4606480" y="4411217"/>
                    <a:ext cx="29718" cy="119062"/>
                  </a:xfrm>
                  <a:custGeom>
                    <a:rect b="b" l="l" r="r" t="t"/>
                    <a:pathLst>
                      <a:path extrusionOk="0" h="119062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19062"/>
                        </a:lnTo>
                        <a:lnTo>
                          <a:pt x="0" y="119062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13" name="Google Shape;2413;p39"/>
                  <p:cNvSpPr/>
                  <p:nvPr/>
                </p:nvSpPr>
                <p:spPr>
                  <a:xfrm>
                    <a:off x="4636293" y="4292155"/>
                    <a:ext cx="29718" cy="119062"/>
                  </a:xfrm>
                  <a:custGeom>
                    <a:rect b="b" l="l" r="r" t="t"/>
                    <a:pathLst>
                      <a:path extrusionOk="0" h="119062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19062"/>
                        </a:lnTo>
                        <a:lnTo>
                          <a:pt x="0" y="119062"/>
                        </a:lnTo>
                        <a:close/>
                      </a:path>
                    </a:pathLst>
                  </a:custGeom>
                  <a:solidFill>
                    <a:srgbClr val="FF99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14" name="Google Shape;2414;p39"/>
                  <p:cNvSpPr/>
                  <p:nvPr/>
                </p:nvSpPr>
                <p:spPr>
                  <a:xfrm>
                    <a:off x="4695825" y="4381499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15" name="Google Shape;2415;p39"/>
                  <p:cNvSpPr/>
                  <p:nvPr/>
                </p:nvSpPr>
                <p:spPr>
                  <a:xfrm>
                    <a:off x="4814887" y="4411217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16" name="Google Shape;2416;p39"/>
                  <p:cNvSpPr/>
                  <p:nvPr/>
                </p:nvSpPr>
                <p:spPr>
                  <a:xfrm>
                    <a:off x="4785169" y="444103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17" name="Google Shape;2417;p39"/>
                  <p:cNvSpPr/>
                  <p:nvPr/>
                </p:nvSpPr>
                <p:spPr>
                  <a:xfrm>
                    <a:off x="4814887" y="4560093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18" name="Google Shape;2418;p39"/>
                  <p:cNvSpPr/>
                  <p:nvPr/>
                </p:nvSpPr>
                <p:spPr>
                  <a:xfrm>
                    <a:off x="4904232" y="4500562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19" name="Google Shape;2419;p39"/>
                  <p:cNvSpPr/>
                  <p:nvPr/>
                </p:nvSpPr>
                <p:spPr>
                  <a:xfrm>
                    <a:off x="4874418" y="444103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20" name="Google Shape;2420;p39"/>
                  <p:cNvSpPr/>
                  <p:nvPr/>
                </p:nvSpPr>
                <p:spPr>
                  <a:xfrm>
                    <a:off x="4814887" y="4470844"/>
                    <a:ext cx="59531" cy="29718"/>
                  </a:xfrm>
                  <a:custGeom>
                    <a:rect b="b" l="l" r="r" t="t"/>
                    <a:pathLst>
                      <a:path extrusionOk="0" h="29718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21" name="Google Shape;2421;p39"/>
                  <p:cNvSpPr/>
                  <p:nvPr/>
                </p:nvSpPr>
                <p:spPr>
                  <a:xfrm>
                    <a:off x="4963668" y="444103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22" name="Google Shape;2422;p39"/>
                  <p:cNvSpPr/>
                  <p:nvPr/>
                </p:nvSpPr>
                <p:spPr>
                  <a:xfrm>
                    <a:off x="4904232" y="4411217"/>
                    <a:ext cx="59531" cy="29718"/>
                  </a:xfrm>
                  <a:custGeom>
                    <a:rect b="b" l="l" r="r" t="t"/>
                    <a:pathLst>
                      <a:path extrusionOk="0" h="29718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23" name="Google Shape;2423;p39"/>
                  <p:cNvSpPr/>
                  <p:nvPr/>
                </p:nvSpPr>
                <p:spPr>
                  <a:xfrm>
                    <a:off x="4844605" y="4530280"/>
                    <a:ext cx="59531" cy="29718"/>
                  </a:xfrm>
                  <a:custGeom>
                    <a:rect b="b" l="l" r="r" t="t"/>
                    <a:pathLst>
                      <a:path extrusionOk="0" h="29718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24" name="Google Shape;2424;p39"/>
                  <p:cNvSpPr/>
                  <p:nvPr/>
                </p:nvSpPr>
                <p:spPr>
                  <a:xfrm>
                    <a:off x="4814887" y="4441030"/>
                    <a:ext cx="148780" cy="119062"/>
                  </a:xfrm>
                  <a:custGeom>
                    <a:rect b="b" l="l" r="r" t="t"/>
                    <a:pathLst>
                      <a:path extrusionOk="0" h="119062" w="148780">
                        <a:moveTo>
                          <a:pt x="148781" y="0"/>
                        </a:moveTo>
                        <a:lnTo>
                          <a:pt x="148781" y="29813"/>
                        </a:lnTo>
                        <a:lnTo>
                          <a:pt x="119063" y="29813"/>
                        </a:lnTo>
                        <a:lnTo>
                          <a:pt x="119063" y="59531"/>
                        </a:lnTo>
                        <a:lnTo>
                          <a:pt x="89344" y="59531"/>
                        </a:lnTo>
                        <a:lnTo>
                          <a:pt x="89344" y="89249"/>
                        </a:lnTo>
                        <a:lnTo>
                          <a:pt x="29718" y="89249"/>
                        </a:lnTo>
                        <a:lnTo>
                          <a:pt x="29718" y="119063"/>
                        </a:lnTo>
                        <a:lnTo>
                          <a:pt x="0" y="119063"/>
                        </a:lnTo>
                        <a:lnTo>
                          <a:pt x="0" y="59531"/>
                        </a:lnTo>
                        <a:lnTo>
                          <a:pt x="59531" y="59531"/>
                        </a:lnTo>
                        <a:lnTo>
                          <a:pt x="59531" y="29813"/>
                        </a:lnTo>
                        <a:lnTo>
                          <a:pt x="89344" y="29813"/>
                        </a:lnTo>
                        <a:lnTo>
                          <a:pt x="89344" y="0"/>
                        </a:lnTo>
                        <a:lnTo>
                          <a:pt x="148781" y="0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25" name="Google Shape;2425;p39"/>
                  <p:cNvSpPr/>
                  <p:nvPr/>
                </p:nvSpPr>
                <p:spPr>
                  <a:xfrm>
                    <a:off x="4933950" y="447084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26" name="Google Shape;2426;p39"/>
                  <p:cNvSpPr/>
                  <p:nvPr/>
                </p:nvSpPr>
                <p:spPr>
                  <a:xfrm>
                    <a:off x="4844605" y="4381499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27" name="Google Shape;2427;p39"/>
                  <p:cNvSpPr/>
                  <p:nvPr/>
                </p:nvSpPr>
                <p:spPr>
                  <a:xfrm>
                    <a:off x="4874418" y="4351781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28" name="Google Shape;2428;p39"/>
                  <p:cNvSpPr/>
                  <p:nvPr/>
                </p:nvSpPr>
                <p:spPr>
                  <a:xfrm>
                    <a:off x="4904232" y="4292155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29" name="Google Shape;2429;p39"/>
                  <p:cNvSpPr/>
                  <p:nvPr/>
                </p:nvSpPr>
                <p:spPr>
                  <a:xfrm>
                    <a:off x="4725543" y="4351781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30" name="Google Shape;2430;p39"/>
                  <p:cNvSpPr/>
                  <p:nvPr/>
                </p:nvSpPr>
                <p:spPr>
                  <a:xfrm>
                    <a:off x="4755356" y="4321968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31" name="Google Shape;2431;p39"/>
                  <p:cNvSpPr/>
                  <p:nvPr/>
                </p:nvSpPr>
                <p:spPr>
                  <a:xfrm>
                    <a:off x="4785169" y="4292155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32" name="Google Shape;2432;p39"/>
                  <p:cNvSpPr/>
                  <p:nvPr/>
                </p:nvSpPr>
                <p:spPr>
                  <a:xfrm>
                    <a:off x="4814887" y="4262437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33" name="Google Shape;2433;p39"/>
                  <p:cNvSpPr/>
                  <p:nvPr/>
                </p:nvSpPr>
                <p:spPr>
                  <a:xfrm>
                    <a:off x="4844605" y="4202905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34" name="Google Shape;2434;p39"/>
                  <p:cNvSpPr/>
                  <p:nvPr/>
                </p:nvSpPr>
                <p:spPr>
                  <a:xfrm>
                    <a:off x="4814887" y="4173092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35" name="Google Shape;2435;p39"/>
                  <p:cNvSpPr/>
                  <p:nvPr/>
                </p:nvSpPr>
                <p:spPr>
                  <a:xfrm>
                    <a:off x="4874418" y="4262437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36" name="Google Shape;2436;p39"/>
                  <p:cNvSpPr/>
                  <p:nvPr/>
                </p:nvSpPr>
                <p:spPr>
                  <a:xfrm>
                    <a:off x="4844605" y="4292155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37" name="Google Shape;2437;p39"/>
                  <p:cNvSpPr/>
                  <p:nvPr/>
                </p:nvSpPr>
                <p:spPr>
                  <a:xfrm>
                    <a:off x="4814887" y="4321968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38" name="Google Shape;2438;p39"/>
                  <p:cNvSpPr/>
                  <p:nvPr/>
                </p:nvSpPr>
                <p:spPr>
                  <a:xfrm>
                    <a:off x="4785169" y="4351781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39" name="Google Shape;2439;p39"/>
                  <p:cNvSpPr/>
                  <p:nvPr/>
                </p:nvSpPr>
                <p:spPr>
                  <a:xfrm>
                    <a:off x="4755356" y="4292154"/>
                    <a:ext cx="148875" cy="148875"/>
                  </a:xfrm>
                  <a:custGeom>
                    <a:rect b="b" l="l" r="r" t="t"/>
                    <a:pathLst>
                      <a:path extrusionOk="0" h="148875" w="148875">
                        <a:moveTo>
                          <a:pt x="148876" y="0"/>
                        </a:moveTo>
                        <a:lnTo>
                          <a:pt x="148876" y="59627"/>
                        </a:lnTo>
                        <a:lnTo>
                          <a:pt x="119063" y="59627"/>
                        </a:lnTo>
                        <a:lnTo>
                          <a:pt x="119063" y="89345"/>
                        </a:lnTo>
                        <a:lnTo>
                          <a:pt x="89249" y="89345"/>
                        </a:lnTo>
                        <a:lnTo>
                          <a:pt x="89249" y="119063"/>
                        </a:lnTo>
                        <a:lnTo>
                          <a:pt x="59531" y="119063"/>
                        </a:lnTo>
                        <a:lnTo>
                          <a:pt x="59531" y="148876"/>
                        </a:lnTo>
                        <a:lnTo>
                          <a:pt x="0" y="148876"/>
                        </a:lnTo>
                        <a:lnTo>
                          <a:pt x="0" y="119063"/>
                        </a:lnTo>
                        <a:lnTo>
                          <a:pt x="29813" y="119063"/>
                        </a:lnTo>
                        <a:lnTo>
                          <a:pt x="29813" y="89345"/>
                        </a:lnTo>
                        <a:lnTo>
                          <a:pt x="59531" y="89345"/>
                        </a:lnTo>
                        <a:lnTo>
                          <a:pt x="59531" y="59627"/>
                        </a:lnTo>
                        <a:lnTo>
                          <a:pt x="89249" y="59627"/>
                        </a:lnTo>
                        <a:lnTo>
                          <a:pt x="89249" y="29813"/>
                        </a:lnTo>
                        <a:lnTo>
                          <a:pt x="119063" y="29813"/>
                        </a:lnTo>
                        <a:lnTo>
                          <a:pt x="119063" y="0"/>
                        </a:lnTo>
                        <a:lnTo>
                          <a:pt x="148876" y="0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0" name="Google Shape;2440;p39"/>
                  <p:cNvSpPr/>
                  <p:nvPr/>
                </p:nvSpPr>
                <p:spPr>
                  <a:xfrm>
                    <a:off x="4755356" y="4381499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1" name="Google Shape;2441;p39"/>
                  <p:cNvSpPr/>
                  <p:nvPr/>
                </p:nvSpPr>
                <p:spPr>
                  <a:xfrm>
                    <a:off x="4785169" y="4202905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2" name="Google Shape;2442;p39"/>
                  <p:cNvSpPr/>
                  <p:nvPr/>
                </p:nvSpPr>
                <p:spPr>
                  <a:xfrm>
                    <a:off x="4755356" y="4232719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3" name="Google Shape;2443;p39"/>
                  <p:cNvSpPr/>
                  <p:nvPr/>
                </p:nvSpPr>
                <p:spPr>
                  <a:xfrm>
                    <a:off x="4725543" y="4262437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4" name="Google Shape;2444;p39"/>
                  <p:cNvSpPr/>
                  <p:nvPr/>
                </p:nvSpPr>
                <p:spPr>
                  <a:xfrm>
                    <a:off x="4695825" y="4292155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5" name="Google Shape;2445;p39"/>
                  <p:cNvSpPr/>
                  <p:nvPr/>
                </p:nvSpPr>
                <p:spPr>
                  <a:xfrm>
                    <a:off x="4517231" y="4143374"/>
                    <a:ext cx="297656" cy="1220342"/>
                  </a:xfrm>
                  <a:custGeom>
                    <a:rect b="b" l="l" r="r" t="t"/>
                    <a:pathLst>
                      <a:path extrusionOk="0" h="1220342" w="297656">
                        <a:moveTo>
                          <a:pt x="297656" y="565595"/>
                        </a:moveTo>
                        <a:lnTo>
                          <a:pt x="297656" y="744093"/>
                        </a:lnTo>
                        <a:lnTo>
                          <a:pt x="267938" y="744093"/>
                        </a:lnTo>
                        <a:lnTo>
                          <a:pt x="267938" y="833438"/>
                        </a:lnTo>
                        <a:lnTo>
                          <a:pt x="238125" y="833438"/>
                        </a:lnTo>
                        <a:lnTo>
                          <a:pt x="238125" y="1160907"/>
                        </a:lnTo>
                        <a:lnTo>
                          <a:pt x="208312" y="1160907"/>
                        </a:lnTo>
                        <a:lnTo>
                          <a:pt x="208312" y="1190625"/>
                        </a:lnTo>
                        <a:lnTo>
                          <a:pt x="148876" y="1190625"/>
                        </a:lnTo>
                        <a:lnTo>
                          <a:pt x="148876" y="1220343"/>
                        </a:lnTo>
                        <a:lnTo>
                          <a:pt x="89249" y="1220343"/>
                        </a:lnTo>
                        <a:lnTo>
                          <a:pt x="89249" y="1190625"/>
                        </a:lnTo>
                        <a:lnTo>
                          <a:pt x="29813" y="1190625"/>
                        </a:lnTo>
                        <a:lnTo>
                          <a:pt x="29813" y="1160907"/>
                        </a:lnTo>
                        <a:lnTo>
                          <a:pt x="0" y="1160907"/>
                        </a:lnTo>
                        <a:lnTo>
                          <a:pt x="0" y="1071563"/>
                        </a:lnTo>
                        <a:lnTo>
                          <a:pt x="29813" y="1071563"/>
                        </a:lnTo>
                        <a:lnTo>
                          <a:pt x="29813" y="982218"/>
                        </a:lnTo>
                        <a:lnTo>
                          <a:pt x="59531" y="982218"/>
                        </a:lnTo>
                        <a:lnTo>
                          <a:pt x="59531" y="892969"/>
                        </a:lnTo>
                        <a:lnTo>
                          <a:pt x="89249" y="892969"/>
                        </a:lnTo>
                        <a:lnTo>
                          <a:pt x="89249" y="833438"/>
                        </a:lnTo>
                        <a:lnTo>
                          <a:pt x="59531" y="833438"/>
                        </a:lnTo>
                        <a:lnTo>
                          <a:pt x="59531" y="714375"/>
                        </a:lnTo>
                        <a:lnTo>
                          <a:pt x="29813" y="714375"/>
                        </a:lnTo>
                        <a:lnTo>
                          <a:pt x="29813" y="625030"/>
                        </a:lnTo>
                        <a:lnTo>
                          <a:pt x="0" y="625030"/>
                        </a:lnTo>
                        <a:lnTo>
                          <a:pt x="0" y="446532"/>
                        </a:lnTo>
                        <a:lnTo>
                          <a:pt x="29813" y="446532"/>
                        </a:lnTo>
                        <a:lnTo>
                          <a:pt x="29813" y="238125"/>
                        </a:lnTo>
                        <a:lnTo>
                          <a:pt x="59531" y="238125"/>
                        </a:lnTo>
                        <a:lnTo>
                          <a:pt x="59531" y="119063"/>
                        </a:lnTo>
                        <a:lnTo>
                          <a:pt x="89249" y="119063"/>
                        </a:lnTo>
                        <a:lnTo>
                          <a:pt x="89249" y="0"/>
                        </a:lnTo>
                        <a:lnTo>
                          <a:pt x="119063" y="0"/>
                        </a:lnTo>
                        <a:lnTo>
                          <a:pt x="119063" y="29718"/>
                        </a:lnTo>
                        <a:lnTo>
                          <a:pt x="148876" y="29718"/>
                        </a:lnTo>
                        <a:lnTo>
                          <a:pt x="148876" y="148780"/>
                        </a:lnTo>
                        <a:lnTo>
                          <a:pt x="119063" y="148780"/>
                        </a:lnTo>
                        <a:lnTo>
                          <a:pt x="119063" y="267843"/>
                        </a:lnTo>
                        <a:lnTo>
                          <a:pt x="89249" y="267843"/>
                        </a:lnTo>
                        <a:lnTo>
                          <a:pt x="89249" y="386905"/>
                        </a:lnTo>
                        <a:lnTo>
                          <a:pt x="119063" y="386905"/>
                        </a:lnTo>
                        <a:lnTo>
                          <a:pt x="119063" y="505968"/>
                        </a:lnTo>
                        <a:lnTo>
                          <a:pt x="148876" y="505968"/>
                        </a:lnTo>
                        <a:lnTo>
                          <a:pt x="148876" y="595313"/>
                        </a:lnTo>
                        <a:lnTo>
                          <a:pt x="178594" y="595313"/>
                        </a:lnTo>
                        <a:lnTo>
                          <a:pt x="178594" y="505968"/>
                        </a:lnTo>
                        <a:lnTo>
                          <a:pt x="208312" y="505968"/>
                        </a:lnTo>
                        <a:lnTo>
                          <a:pt x="208312" y="297656"/>
                        </a:lnTo>
                        <a:lnTo>
                          <a:pt x="238125" y="297656"/>
                        </a:lnTo>
                        <a:lnTo>
                          <a:pt x="267938" y="297656"/>
                        </a:lnTo>
                        <a:lnTo>
                          <a:pt x="267938" y="565595"/>
                        </a:lnTo>
                        <a:lnTo>
                          <a:pt x="297656" y="565595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6" name="Google Shape;2446;p39"/>
                  <p:cNvSpPr/>
                  <p:nvPr/>
                </p:nvSpPr>
                <p:spPr>
                  <a:xfrm>
                    <a:off x="4636293" y="4202905"/>
                    <a:ext cx="208311" cy="446436"/>
                  </a:xfrm>
                  <a:custGeom>
                    <a:rect b="b" l="l" r="r" t="t"/>
                    <a:pathLst>
                      <a:path extrusionOk="0" h="446436" w="208311">
                        <a:moveTo>
                          <a:pt x="208312" y="0"/>
                        </a:moveTo>
                        <a:lnTo>
                          <a:pt x="208312" y="59531"/>
                        </a:lnTo>
                        <a:lnTo>
                          <a:pt x="178594" y="59531"/>
                        </a:lnTo>
                        <a:lnTo>
                          <a:pt x="178594" y="89249"/>
                        </a:lnTo>
                        <a:lnTo>
                          <a:pt x="148876" y="89249"/>
                        </a:lnTo>
                        <a:lnTo>
                          <a:pt x="148876" y="119063"/>
                        </a:lnTo>
                        <a:lnTo>
                          <a:pt x="119063" y="119063"/>
                        </a:lnTo>
                        <a:lnTo>
                          <a:pt x="119063" y="148876"/>
                        </a:lnTo>
                        <a:lnTo>
                          <a:pt x="89249" y="148876"/>
                        </a:lnTo>
                        <a:lnTo>
                          <a:pt x="89249" y="178594"/>
                        </a:lnTo>
                        <a:lnTo>
                          <a:pt x="59531" y="178594"/>
                        </a:lnTo>
                        <a:lnTo>
                          <a:pt x="59531" y="208312"/>
                        </a:lnTo>
                        <a:lnTo>
                          <a:pt x="89249" y="208312"/>
                        </a:lnTo>
                        <a:lnTo>
                          <a:pt x="89249" y="238125"/>
                        </a:lnTo>
                        <a:lnTo>
                          <a:pt x="59531" y="238125"/>
                        </a:lnTo>
                        <a:lnTo>
                          <a:pt x="59531" y="446437"/>
                        </a:lnTo>
                        <a:lnTo>
                          <a:pt x="29813" y="446437"/>
                        </a:lnTo>
                        <a:lnTo>
                          <a:pt x="29813" y="327374"/>
                        </a:lnTo>
                        <a:lnTo>
                          <a:pt x="0" y="327374"/>
                        </a:lnTo>
                        <a:lnTo>
                          <a:pt x="0" y="208312"/>
                        </a:lnTo>
                        <a:lnTo>
                          <a:pt x="29813" y="208312"/>
                        </a:lnTo>
                        <a:lnTo>
                          <a:pt x="29813" y="89249"/>
                        </a:lnTo>
                        <a:lnTo>
                          <a:pt x="59531" y="89249"/>
                        </a:lnTo>
                        <a:lnTo>
                          <a:pt x="59531" y="119063"/>
                        </a:lnTo>
                        <a:lnTo>
                          <a:pt x="89249" y="119063"/>
                        </a:lnTo>
                        <a:lnTo>
                          <a:pt x="89249" y="89249"/>
                        </a:lnTo>
                        <a:lnTo>
                          <a:pt x="119063" y="89249"/>
                        </a:lnTo>
                        <a:lnTo>
                          <a:pt x="119063" y="59531"/>
                        </a:lnTo>
                        <a:lnTo>
                          <a:pt x="148876" y="59531"/>
                        </a:lnTo>
                        <a:lnTo>
                          <a:pt x="148876" y="29813"/>
                        </a:lnTo>
                        <a:lnTo>
                          <a:pt x="178594" y="29813"/>
                        </a:lnTo>
                        <a:lnTo>
                          <a:pt x="178594" y="0"/>
                        </a:lnTo>
                        <a:lnTo>
                          <a:pt x="208312" y="0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7" name="Google Shape;2447;p39"/>
                  <p:cNvSpPr/>
                  <p:nvPr/>
                </p:nvSpPr>
                <p:spPr>
                  <a:xfrm>
                    <a:off x="4666107" y="4173092"/>
                    <a:ext cx="29718" cy="119062"/>
                  </a:xfrm>
                  <a:custGeom>
                    <a:rect b="b" l="l" r="r" t="t"/>
                    <a:pathLst>
                      <a:path extrusionOk="0" h="119062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19062"/>
                        </a:lnTo>
                        <a:lnTo>
                          <a:pt x="0" y="119062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448" name="Google Shape;2448;p39"/>
                <p:cNvSpPr/>
                <p:nvPr/>
              </p:nvSpPr>
              <p:spPr>
                <a:xfrm rot="10800000">
                  <a:off x="4606670" y="414337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49" name="Google Shape;2449;p39"/>
                <p:cNvSpPr/>
                <p:nvPr/>
              </p:nvSpPr>
              <p:spPr>
                <a:xfrm rot="10800000">
                  <a:off x="4814982" y="4202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50" name="Google Shape;2450;p39"/>
                <p:cNvSpPr/>
                <p:nvPr/>
              </p:nvSpPr>
              <p:spPr>
                <a:xfrm rot="10800000">
                  <a:off x="4874514" y="429234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51" name="Google Shape;2451;p39"/>
                <p:cNvSpPr/>
                <p:nvPr/>
              </p:nvSpPr>
              <p:spPr>
                <a:xfrm rot="10800000">
                  <a:off x="4785169" y="42327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52" name="Google Shape;2452;p39"/>
                <p:cNvSpPr/>
                <p:nvPr/>
              </p:nvSpPr>
              <p:spPr>
                <a:xfrm rot="10800000">
                  <a:off x="4844795" y="43219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53" name="Google Shape;2453;p39"/>
                <p:cNvSpPr/>
                <p:nvPr/>
              </p:nvSpPr>
              <p:spPr>
                <a:xfrm rot="10800000">
                  <a:off x="4725733" y="444103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54" name="Google Shape;2454;p39"/>
                <p:cNvSpPr/>
                <p:nvPr/>
              </p:nvSpPr>
              <p:spPr>
                <a:xfrm>
                  <a:off x="4606480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55" name="Google Shape;2455;p39"/>
                <p:cNvSpPr/>
                <p:nvPr/>
              </p:nvSpPr>
              <p:spPr>
                <a:xfrm>
                  <a:off x="4636293" y="5066156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56" name="Google Shape;2456;p39"/>
                <p:cNvSpPr/>
                <p:nvPr/>
              </p:nvSpPr>
              <p:spPr>
                <a:xfrm>
                  <a:off x="4695825" y="5036343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57" name="Google Shape;2457;p39"/>
                <p:cNvSpPr/>
                <p:nvPr/>
              </p:nvSpPr>
              <p:spPr>
                <a:xfrm>
                  <a:off x="4695825" y="435178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58" name="Google Shape;2458;p39"/>
                <p:cNvSpPr/>
                <p:nvPr/>
              </p:nvSpPr>
              <p:spPr>
                <a:xfrm>
                  <a:off x="4695825" y="441121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59" name="Google Shape;2459;p39"/>
                <p:cNvSpPr/>
                <p:nvPr/>
              </p:nvSpPr>
              <p:spPr>
                <a:xfrm>
                  <a:off x="4666107" y="429215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0" name="Google Shape;2460;p39"/>
                <p:cNvSpPr/>
                <p:nvPr/>
              </p:nvSpPr>
              <p:spPr>
                <a:xfrm>
                  <a:off x="4547044" y="4232719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1" name="Google Shape;2461;p39"/>
                <p:cNvSpPr/>
                <p:nvPr/>
              </p:nvSpPr>
              <p:spPr>
                <a:xfrm>
                  <a:off x="4517231" y="4143374"/>
                  <a:ext cx="29717" cy="89344"/>
                </a:xfrm>
                <a:custGeom>
                  <a:rect b="b" l="l" r="r" t="t"/>
                  <a:pathLst>
                    <a:path extrusionOk="0" h="89344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2" name="Google Shape;2462;p39"/>
                <p:cNvSpPr/>
                <p:nvPr/>
              </p:nvSpPr>
              <p:spPr>
                <a:xfrm>
                  <a:off x="4576762" y="4054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3" name="Google Shape;2463;p39"/>
                <p:cNvSpPr/>
                <p:nvPr/>
              </p:nvSpPr>
              <p:spPr>
                <a:xfrm>
                  <a:off x="4547044" y="4083843"/>
                  <a:ext cx="29717" cy="59531"/>
                </a:xfrm>
                <a:custGeom>
                  <a:rect b="b" l="l" r="r" t="t"/>
                  <a:pathLst>
                    <a:path extrusionOk="0" h="59531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4" name="Google Shape;2464;p39"/>
                <p:cNvSpPr/>
                <p:nvPr/>
              </p:nvSpPr>
              <p:spPr>
                <a:xfrm>
                  <a:off x="4576762" y="39647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5" name="Google Shape;2465;p39"/>
                <p:cNvSpPr/>
                <p:nvPr/>
              </p:nvSpPr>
              <p:spPr>
                <a:xfrm>
                  <a:off x="4338637" y="396478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6" name="Google Shape;2466;p39"/>
                <p:cNvSpPr/>
                <p:nvPr/>
              </p:nvSpPr>
              <p:spPr>
                <a:xfrm>
                  <a:off x="4368355" y="399459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7" name="Google Shape;2467;p39"/>
                <p:cNvSpPr/>
                <p:nvPr/>
              </p:nvSpPr>
              <p:spPr>
                <a:xfrm>
                  <a:off x="4517231" y="393496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8" name="Google Shape;2468;p39"/>
                <p:cNvSpPr/>
                <p:nvPr/>
              </p:nvSpPr>
              <p:spPr>
                <a:xfrm>
                  <a:off x="4517231" y="399459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9" name="Google Shape;2469;p39"/>
                <p:cNvSpPr/>
                <p:nvPr/>
              </p:nvSpPr>
              <p:spPr>
                <a:xfrm>
                  <a:off x="4368355" y="393496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0" name="Google Shape;2470;p39"/>
                <p:cNvSpPr/>
                <p:nvPr/>
              </p:nvSpPr>
              <p:spPr>
                <a:xfrm>
                  <a:off x="4427982" y="3905249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1" name="Google Shape;2471;p39"/>
                <p:cNvSpPr/>
                <p:nvPr/>
              </p:nvSpPr>
              <p:spPr>
                <a:xfrm>
                  <a:off x="4368355" y="3934967"/>
                  <a:ext cx="208407" cy="89344"/>
                </a:xfrm>
                <a:custGeom>
                  <a:rect b="b" l="l" r="r" t="t"/>
                  <a:pathLst>
                    <a:path extrusionOk="0" h="89344" w="208407">
                      <a:moveTo>
                        <a:pt x="208407" y="29813"/>
                      </a:moveTo>
                      <a:lnTo>
                        <a:pt x="208407" y="59627"/>
                      </a:lnTo>
                      <a:lnTo>
                        <a:pt x="148876" y="59627"/>
                      </a:lnTo>
                      <a:lnTo>
                        <a:pt x="148876" y="89345"/>
                      </a:lnTo>
                      <a:lnTo>
                        <a:pt x="59627" y="89345"/>
                      </a:lnTo>
                      <a:lnTo>
                        <a:pt x="59627" y="59627"/>
                      </a:lnTo>
                      <a:lnTo>
                        <a:pt x="0" y="59627"/>
                      </a:lnTo>
                      <a:lnTo>
                        <a:pt x="0" y="29813"/>
                      </a:lnTo>
                      <a:lnTo>
                        <a:pt x="59627" y="29813"/>
                      </a:lnTo>
                      <a:lnTo>
                        <a:pt x="59627" y="0"/>
                      </a:lnTo>
                      <a:lnTo>
                        <a:pt x="148876" y="0"/>
                      </a:lnTo>
                      <a:lnTo>
                        <a:pt x="148876" y="29813"/>
                      </a:lnTo>
                      <a:lnTo>
                        <a:pt x="208407" y="29813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2" name="Google Shape;2472;p39"/>
                <p:cNvSpPr/>
                <p:nvPr/>
              </p:nvSpPr>
              <p:spPr>
                <a:xfrm>
                  <a:off x="4427982" y="4024312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3" name="Google Shape;2473;p39"/>
                <p:cNvSpPr/>
                <p:nvPr/>
              </p:nvSpPr>
              <p:spPr>
                <a:xfrm>
                  <a:off x="4666107" y="39945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4" name="Google Shape;2474;p39"/>
                <p:cNvSpPr/>
                <p:nvPr/>
              </p:nvSpPr>
              <p:spPr>
                <a:xfrm>
                  <a:off x="4904232" y="39945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5" name="Google Shape;2475;p39"/>
                <p:cNvSpPr/>
                <p:nvPr/>
              </p:nvSpPr>
              <p:spPr>
                <a:xfrm>
                  <a:off x="4844605" y="4024312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6" name="Google Shape;2476;p39"/>
                <p:cNvSpPr/>
                <p:nvPr/>
              </p:nvSpPr>
              <p:spPr>
                <a:xfrm>
                  <a:off x="4695825" y="396478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7" name="Google Shape;2477;p39"/>
                <p:cNvSpPr/>
                <p:nvPr/>
              </p:nvSpPr>
              <p:spPr>
                <a:xfrm>
                  <a:off x="4695825" y="4024312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8" name="Google Shape;2478;p39"/>
                <p:cNvSpPr/>
                <p:nvPr/>
              </p:nvSpPr>
              <p:spPr>
                <a:xfrm>
                  <a:off x="4844605" y="396478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9" name="Google Shape;2479;p39"/>
                <p:cNvSpPr/>
                <p:nvPr/>
              </p:nvSpPr>
              <p:spPr>
                <a:xfrm>
                  <a:off x="4755356" y="3934967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4" y="0"/>
                      </a:lnTo>
                      <a:lnTo>
                        <a:pt x="8934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0" name="Google Shape;2480;p39"/>
                <p:cNvSpPr/>
                <p:nvPr/>
              </p:nvSpPr>
              <p:spPr>
                <a:xfrm>
                  <a:off x="4695825" y="3964780"/>
                  <a:ext cx="208406" cy="89249"/>
                </a:xfrm>
                <a:custGeom>
                  <a:rect b="b" l="l" r="r" t="t"/>
                  <a:pathLst>
                    <a:path extrusionOk="0" h="89249" w="208406">
                      <a:moveTo>
                        <a:pt x="208407" y="29813"/>
                      </a:moveTo>
                      <a:lnTo>
                        <a:pt x="208407" y="59531"/>
                      </a:lnTo>
                      <a:lnTo>
                        <a:pt x="148781" y="59531"/>
                      </a:lnTo>
                      <a:lnTo>
                        <a:pt x="148781" y="89249"/>
                      </a:lnTo>
                      <a:lnTo>
                        <a:pt x="59531" y="89249"/>
                      </a:lnTo>
                      <a:lnTo>
                        <a:pt x="59531" y="59531"/>
                      </a:lnTo>
                      <a:lnTo>
                        <a:pt x="0" y="59531"/>
                      </a:lnTo>
                      <a:lnTo>
                        <a:pt x="0" y="29813"/>
                      </a:lnTo>
                      <a:lnTo>
                        <a:pt x="59531" y="29813"/>
                      </a:lnTo>
                      <a:lnTo>
                        <a:pt x="59531" y="0"/>
                      </a:lnTo>
                      <a:lnTo>
                        <a:pt x="148781" y="0"/>
                      </a:lnTo>
                      <a:lnTo>
                        <a:pt x="148781" y="29813"/>
                      </a:lnTo>
                      <a:lnTo>
                        <a:pt x="208407" y="29813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1" name="Google Shape;2481;p39"/>
                <p:cNvSpPr/>
                <p:nvPr/>
              </p:nvSpPr>
              <p:spPr>
                <a:xfrm>
                  <a:off x="4755356" y="4054030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4" y="0"/>
                      </a:lnTo>
                      <a:lnTo>
                        <a:pt x="8934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2" name="Google Shape;2482;p39"/>
                <p:cNvSpPr/>
                <p:nvPr/>
              </p:nvSpPr>
              <p:spPr>
                <a:xfrm>
                  <a:off x="4606480" y="399459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3" name="Google Shape;2483;p39"/>
                <p:cNvSpPr/>
                <p:nvPr/>
              </p:nvSpPr>
              <p:spPr>
                <a:xfrm>
                  <a:off x="4636293" y="3934967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4" name="Google Shape;2484;p39"/>
                <p:cNvSpPr/>
                <p:nvPr/>
              </p:nvSpPr>
              <p:spPr>
                <a:xfrm>
                  <a:off x="4606480" y="39052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5" name="Google Shape;2485;p39"/>
                <p:cNvSpPr/>
                <p:nvPr/>
              </p:nvSpPr>
              <p:spPr>
                <a:xfrm>
                  <a:off x="4636293" y="3845718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6" name="Google Shape;2486;p39"/>
                <p:cNvSpPr/>
                <p:nvPr/>
              </p:nvSpPr>
              <p:spPr>
                <a:xfrm>
                  <a:off x="4576762" y="37266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7" name="Google Shape;2487;p39"/>
                <p:cNvSpPr/>
                <p:nvPr/>
              </p:nvSpPr>
              <p:spPr>
                <a:xfrm>
                  <a:off x="4487418" y="3815905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8" name="Google Shape;2488;p39"/>
                <p:cNvSpPr/>
                <p:nvPr/>
              </p:nvSpPr>
              <p:spPr>
                <a:xfrm>
                  <a:off x="4517231" y="3845718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9" name="Google Shape;2489;p39"/>
                <p:cNvSpPr/>
                <p:nvPr/>
              </p:nvSpPr>
              <p:spPr>
                <a:xfrm>
                  <a:off x="4576762" y="38755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0" name="Google Shape;2490;p39"/>
                <p:cNvSpPr/>
                <p:nvPr/>
              </p:nvSpPr>
              <p:spPr>
                <a:xfrm>
                  <a:off x="4487418" y="3726655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1" name="Google Shape;2491;p39"/>
                <p:cNvSpPr/>
                <p:nvPr/>
              </p:nvSpPr>
              <p:spPr>
                <a:xfrm>
                  <a:off x="4517231" y="3696842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2" name="Google Shape;2492;p39"/>
                <p:cNvSpPr/>
                <p:nvPr/>
              </p:nvSpPr>
              <p:spPr>
                <a:xfrm>
                  <a:off x="4457700" y="3756469"/>
                  <a:ext cx="29717" cy="59531"/>
                </a:xfrm>
                <a:custGeom>
                  <a:rect b="b" l="l" r="r" t="t"/>
                  <a:pathLst>
                    <a:path extrusionOk="0" h="59531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3" name="Google Shape;2493;p39"/>
                <p:cNvSpPr/>
                <p:nvPr/>
              </p:nvSpPr>
              <p:spPr>
                <a:xfrm>
                  <a:off x="4487417" y="3726655"/>
                  <a:ext cx="148875" cy="178593"/>
                </a:xfrm>
                <a:custGeom>
                  <a:rect b="b" l="l" r="r" t="t"/>
                  <a:pathLst>
                    <a:path extrusionOk="0" h="178593" w="148875">
                      <a:moveTo>
                        <a:pt x="148876" y="119063"/>
                      </a:moveTo>
                      <a:lnTo>
                        <a:pt x="148876" y="178594"/>
                      </a:lnTo>
                      <a:lnTo>
                        <a:pt x="119063" y="178594"/>
                      </a:lnTo>
                      <a:lnTo>
                        <a:pt x="119063" y="148876"/>
                      </a:lnTo>
                      <a:lnTo>
                        <a:pt x="89345" y="148876"/>
                      </a:lnTo>
                      <a:lnTo>
                        <a:pt x="89345" y="119063"/>
                      </a:lnTo>
                      <a:lnTo>
                        <a:pt x="29813" y="119063"/>
                      </a:lnTo>
                      <a:lnTo>
                        <a:pt x="29813" y="89249"/>
                      </a:lnTo>
                      <a:lnTo>
                        <a:pt x="0" y="89249"/>
                      </a:lnTo>
                      <a:lnTo>
                        <a:pt x="0" y="29813"/>
                      </a:lnTo>
                      <a:lnTo>
                        <a:pt x="29813" y="29813"/>
                      </a:lnTo>
                      <a:lnTo>
                        <a:pt x="29813" y="0"/>
                      </a:lnTo>
                      <a:lnTo>
                        <a:pt x="89345" y="0"/>
                      </a:lnTo>
                      <a:lnTo>
                        <a:pt x="89345" y="29813"/>
                      </a:lnTo>
                      <a:lnTo>
                        <a:pt x="119063" y="29813"/>
                      </a:lnTo>
                      <a:lnTo>
                        <a:pt x="119063" y="119063"/>
                      </a:lnTo>
                      <a:lnTo>
                        <a:pt x="148876" y="119063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4" name="Google Shape;2494;p39"/>
                <p:cNvSpPr/>
                <p:nvPr/>
              </p:nvSpPr>
              <p:spPr>
                <a:xfrm>
                  <a:off x="4606480" y="3756469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5" name="Google Shape;2495;p39"/>
                <p:cNvSpPr/>
                <p:nvPr/>
              </p:nvSpPr>
              <p:spPr>
                <a:xfrm>
                  <a:off x="4666107" y="39052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6" name="Google Shape;2496;p39"/>
                <p:cNvSpPr/>
                <p:nvPr/>
              </p:nvSpPr>
              <p:spPr>
                <a:xfrm>
                  <a:off x="4695825" y="37266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7" name="Google Shape;2497;p39"/>
                <p:cNvSpPr/>
                <p:nvPr/>
              </p:nvSpPr>
              <p:spPr>
                <a:xfrm>
                  <a:off x="4785169" y="3815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8" name="Google Shape;2498;p39"/>
                <p:cNvSpPr/>
                <p:nvPr/>
              </p:nvSpPr>
              <p:spPr>
                <a:xfrm>
                  <a:off x="4725543" y="3845718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9" name="Google Shape;2499;p39"/>
                <p:cNvSpPr/>
                <p:nvPr/>
              </p:nvSpPr>
              <p:spPr>
                <a:xfrm>
                  <a:off x="4695825" y="38755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00" name="Google Shape;2500;p39"/>
                <p:cNvSpPr/>
                <p:nvPr/>
              </p:nvSpPr>
              <p:spPr>
                <a:xfrm>
                  <a:off x="4785169" y="37266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01" name="Google Shape;2501;p39"/>
                <p:cNvSpPr/>
                <p:nvPr/>
              </p:nvSpPr>
              <p:spPr>
                <a:xfrm>
                  <a:off x="4725543" y="3696842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02" name="Google Shape;2502;p39"/>
                <p:cNvSpPr/>
                <p:nvPr/>
              </p:nvSpPr>
              <p:spPr>
                <a:xfrm>
                  <a:off x="4814887" y="375646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03" name="Google Shape;2503;p39"/>
                <p:cNvSpPr/>
                <p:nvPr/>
              </p:nvSpPr>
              <p:spPr>
                <a:xfrm>
                  <a:off x="4666106" y="3726655"/>
                  <a:ext cx="148780" cy="178593"/>
                </a:xfrm>
                <a:custGeom>
                  <a:rect b="b" l="l" r="r" t="t"/>
                  <a:pathLst>
                    <a:path extrusionOk="0" h="178593" w="148780">
                      <a:moveTo>
                        <a:pt x="148781" y="29813"/>
                      </a:moveTo>
                      <a:lnTo>
                        <a:pt x="148781" y="89249"/>
                      </a:lnTo>
                      <a:lnTo>
                        <a:pt x="119063" y="89249"/>
                      </a:lnTo>
                      <a:lnTo>
                        <a:pt x="119063" y="119063"/>
                      </a:lnTo>
                      <a:lnTo>
                        <a:pt x="59436" y="119063"/>
                      </a:lnTo>
                      <a:lnTo>
                        <a:pt x="59436" y="148876"/>
                      </a:lnTo>
                      <a:lnTo>
                        <a:pt x="29718" y="148876"/>
                      </a:lnTo>
                      <a:lnTo>
                        <a:pt x="29718" y="178594"/>
                      </a:lnTo>
                      <a:lnTo>
                        <a:pt x="0" y="178594"/>
                      </a:lnTo>
                      <a:lnTo>
                        <a:pt x="0" y="119063"/>
                      </a:lnTo>
                      <a:lnTo>
                        <a:pt x="29718" y="119063"/>
                      </a:lnTo>
                      <a:lnTo>
                        <a:pt x="29718" y="29813"/>
                      </a:lnTo>
                      <a:lnTo>
                        <a:pt x="59436" y="29813"/>
                      </a:lnTo>
                      <a:lnTo>
                        <a:pt x="59436" y="0"/>
                      </a:lnTo>
                      <a:lnTo>
                        <a:pt x="119063" y="0"/>
                      </a:lnTo>
                      <a:lnTo>
                        <a:pt x="119063" y="29813"/>
                      </a:lnTo>
                      <a:lnTo>
                        <a:pt x="148781" y="29813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04" name="Google Shape;2504;p39"/>
                <p:cNvSpPr/>
                <p:nvPr/>
              </p:nvSpPr>
              <p:spPr>
                <a:xfrm>
                  <a:off x="4666107" y="3756469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05" name="Google Shape;2505;p39"/>
                <p:cNvSpPr/>
                <p:nvPr/>
              </p:nvSpPr>
              <p:spPr>
                <a:xfrm rot="10800000">
                  <a:off x="4904136" y="444103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06" name="Google Shape;2506;p39"/>
                <p:cNvSpPr/>
                <p:nvPr/>
              </p:nvSpPr>
              <p:spPr>
                <a:xfrm>
                  <a:off x="4814887" y="42327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07" name="Google Shape;2507;p39"/>
                <p:cNvSpPr/>
                <p:nvPr/>
              </p:nvSpPr>
              <p:spPr>
                <a:xfrm>
                  <a:off x="4874418" y="43219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08" name="Google Shape;2508;p39"/>
                <p:cNvSpPr/>
                <p:nvPr/>
              </p:nvSpPr>
              <p:spPr>
                <a:xfrm>
                  <a:off x="4844605" y="435178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09" name="Google Shape;2509;p39"/>
                <p:cNvSpPr/>
                <p:nvPr/>
              </p:nvSpPr>
              <p:spPr>
                <a:xfrm>
                  <a:off x="4814887" y="438149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0" name="Google Shape;2510;p39"/>
                <p:cNvSpPr/>
                <p:nvPr/>
              </p:nvSpPr>
              <p:spPr>
                <a:xfrm>
                  <a:off x="4755356" y="441121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1" name="Google Shape;2511;p39"/>
                <p:cNvSpPr/>
                <p:nvPr/>
              </p:nvSpPr>
              <p:spPr>
                <a:xfrm>
                  <a:off x="4785169" y="42624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2" name="Google Shape;2512;p39"/>
                <p:cNvSpPr/>
                <p:nvPr/>
              </p:nvSpPr>
              <p:spPr>
                <a:xfrm>
                  <a:off x="4755356" y="4292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3" name="Google Shape;2513;p39"/>
                <p:cNvSpPr/>
                <p:nvPr/>
              </p:nvSpPr>
              <p:spPr>
                <a:xfrm>
                  <a:off x="4725543" y="43219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4" name="Google Shape;2514;p39"/>
                <p:cNvSpPr/>
                <p:nvPr/>
              </p:nvSpPr>
              <p:spPr>
                <a:xfrm>
                  <a:off x="4755356" y="441121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5" name="Google Shape;2515;p39"/>
                <p:cNvSpPr/>
                <p:nvPr/>
              </p:nvSpPr>
              <p:spPr>
                <a:xfrm>
                  <a:off x="4666107" y="4560093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6" name="Google Shape;2516;p39"/>
                <p:cNvSpPr/>
                <p:nvPr/>
              </p:nvSpPr>
              <p:spPr>
                <a:xfrm>
                  <a:off x="4636293" y="4411217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7" name="Google Shape;2517;p39"/>
                <p:cNvSpPr/>
                <p:nvPr/>
              </p:nvSpPr>
              <p:spPr>
                <a:xfrm>
                  <a:off x="4666107" y="450056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8" name="Google Shape;2518;p39"/>
                <p:cNvSpPr/>
                <p:nvPr/>
              </p:nvSpPr>
              <p:spPr>
                <a:xfrm>
                  <a:off x="4814887" y="4530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9" name="Google Shape;2519;p39"/>
                <p:cNvSpPr/>
                <p:nvPr/>
              </p:nvSpPr>
              <p:spPr>
                <a:xfrm>
                  <a:off x="4904232" y="447084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20" name="Google Shape;2520;p39"/>
                <p:cNvSpPr/>
                <p:nvPr/>
              </p:nvSpPr>
              <p:spPr>
                <a:xfrm>
                  <a:off x="4844605" y="4500562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21" name="Google Shape;2521;p39"/>
                <p:cNvSpPr/>
                <p:nvPr/>
              </p:nvSpPr>
              <p:spPr>
                <a:xfrm>
                  <a:off x="4666107" y="4441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22" name="Google Shape;2522;p39"/>
                <p:cNvSpPr/>
                <p:nvPr/>
              </p:nvSpPr>
              <p:spPr>
                <a:xfrm>
                  <a:off x="4666107" y="438149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23" name="Google Shape;2523;p39"/>
                <p:cNvSpPr/>
                <p:nvPr/>
              </p:nvSpPr>
              <p:spPr>
                <a:xfrm>
                  <a:off x="4606480" y="4321968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24" name="Google Shape;2524;p39"/>
                <p:cNvSpPr/>
                <p:nvPr/>
              </p:nvSpPr>
              <p:spPr>
                <a:xfrm>
                  <a:off x="4636293" y="4173092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25" name="Google Shape;2525;p39"/>
                <p:cNvSpPr/>
                <p:nvPr/>
              </p:nvSpPr>
              <p:spPr>
                <a:xfrm>
                  <a:off x="4576762" y="42327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26" name="Google Shape;2526;p39"/>
                <p:cNvSpPr/>
                <p:nvPr/>
              </p:nvSpPr>
              <p:spPr>
                <a:xfrm>
                  <a:off x="4785169" y="4470844"/>
                  <a:ext cx="29718" cy="119062"/>
                </a:xfrm>
                <a:custGeom>
                  <a:rect b="b" l="l" r="r" t="t"/>
                  <a:pathLst>
                    <a:path extrusionOk="0" h="119062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19063"/>
                      </a:lnTo>
                      <a:lnTo>
                        <a:pt x="0" y="119063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27" name="Google Shape;2527;p39"/>
                <p:cNvSpPr/>
                <p:nvPr/>
              </p:nvSpPr>
              <p:spPr>
                <a:xfrm>
                  <a:off x="4695825" y="464934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28" name="Google Shape;2528;p39"/>
                <p:cNvSpPr/>
                <p:nvPr/>
              </p:nvSpPr>
              <p:spPr>
                <a:xfrm>
                  <a:off x="4725543" y="458990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29" name="Google Shape;2529;p39"/>
                <p:cNvSpPr/>
                <p:nvPr/>
              </p:nvSpPr>
              <p:spPr>
                <a:xfrm>
                  <a:off x="4785169" y="470896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0" name="Google Shape;2530;p39"/>
                <p:cNvSpPr/>
                <p:nvPr/>
              </p:nvSpPr>
              <p:spPr>
                <a:xfrm>
                  <a:off x="4785169" y="4828031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1" name="Google Shape;2531;p39"/>
                <p:cNvSpPr/>
                <p:nvPr/>
              </p:nvSpPr>
              <p:spPr>
                <a:xfrm>
                  <a:off x="4755356" y="491728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2" name="Google Shape;2532;p39"/>
                <p:cNvSpPr/>
                <p:nvPr/>
              </p:nvSpPr>
              <p:spPr>
                <a:xfrm>
                  <a:off x="4725543" y="5214937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3" name="Google Shape;2533;p39"/>
                <p:cNvSpPr/>
                <p:nvPr/>
              </p:nvSpPr>
              <p:spPr>
                <a:xfrm>
                  <a:off x="4695825" y="5274468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4" name="Google Shape;2534;p39"/>
                <p:cNvSpPr/>
                <p:nvPr/>
              </p:nvSpPr>
              <p:spPr>
                <a:xfrm>
                  <a:off x="4606480" y="533399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5" name="Google Shape;2535;p39"/>
                <p:cNvSpPr/>
                <p:nvPr/>
              </p:nvSpPr>
              <p:spPr>
                <a:xfrm>
                  <a:off x="4517231" y="5244655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6" name="Google Shape;2536;p39"/>
                <p:cNvSpPr/>
                <p:nvPr/>
              </p:nvSpPr>
              <p:spPr>
                <a:xfrm>
                  <a:off x="4576762" y="52446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7" name="Google Shape;2537;p39"/>
                <p:cNvSpPr/>
                <p:nvPr/>
              </p:nvSpPr>
              <p:spPr>
                <a:xfrm>
                  <a:off x="4606480" y="52744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8" name="Google Shape;2538;p39"/>
                <p:cNvSpPr/>
                <p:nvPr/>
              </p:nvSpPr>
              <p:spPr>
                <a:xfrm>
                  <a:off x="4666107" y="52744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9" name="Google Shape;2539;p39"/>
                <p:cNvSpPr/>
                <p:nvPr/>
              </p:nvSpPr>
              <p:spPr>
                <a:xfrm>
                  <a:off x="4636293" y="52446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0" name="Google Shape;2540;p39"/>
                <p:cNvSpPr/>
                <p:nvPr/>
              </p:nvSpPr>
              <p:spPr>
                <a:xfrm>
                  <a:off x="4606480" y="51852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1" name="Google Shape;2541;p39"/>
                <p:cNvSpPr/>
                <p:nvPr/>
              </p:nvSpPr>
              <p:spPr>
                <a:xfrm>
                  <a:off x="4576762" y="5036343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2" name="Google Shape;2542;p39"/>
                <p:cNvSpPr/>
                <p:nvPr/>
              </p:nvSpPr>
              <p:spPr>
                <a:xfrm>
                  <a:off x="4606480" y="50661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3" name="Google Shape;2543;p39"/>
                <p:cNvSpPr/>
                <p:nvPr/>
              </p:nvSpPr>
              <p:spPr>
                <a:xfrm>
                  <a:off x="4636293" y="509587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4" name="Google Shape;2544;p39"/>
                <p:cNvSpPr/>
                <p:nvPr/>
              </p:nvSpPr>
              <p:spPr>
                <a:xfrm>
                  <a:off x="4695825" y="50661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5" name="Google Shape;2545;p39"/>
                <p:cNvSpPr/>
                <p:nvPr/>
              </p:nvSpPr>
              <p:spPr>
                <a:xfrm>
                  <a:off x="4547044" y="5125592"/>
                  <a:ext cx="29717" cy="59531"/>
                </a:xfrm>
                <a:custGeom>
                  <a:rect b="b" l="l" r="r" t="t"/>
                  <a:pathLst>
                    <a:path extrusionOk="0" h="59531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6" name="Google Shape;2546;p39"/>
                <p:cNvSpPr/>
                <p:nvPr/>
              </p:nvSpPr>
              <p:spPr>
                <a:xfrm>
                  <a:off x="4547044" y="5214937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7" name="Google Shape;2547;p39"/>
                <p:cNvSpPr/>
                <p:nvPr/>
              </p:nvSpPr>
              <p:spPr>
                <a:xfrm>
                  <a:off x="4517231" y="5274468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8" name="Google Shape;2548;p39"/>
                <p:cNvSpPr/>
                <p:nvPr/>
              </p:nvSpPr>
              <p:spPr>
                <a:xfrm>
                  <a:off x="4576762" y="5304281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4" y="0"/>
                      </a:lnTo>
                      <a:lnTo>
                        <a:pt x="8934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9" name="Google Shape;2549;p39"/>
                <p:cNvSpPr/>
                <p:nvPr/>
              </p:nvSpPr>
              <p:spPr>
                <a:xfrm>
                  <a:off x="4785169" y="4024312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0" name="Google Shape;2550;p39"/>
                <p:cNvSpPr/>
                <p:nvPr/>
              </p:nvSpPr>
              <p:spPr>
                <a:xfrm>
                  <a:off x="4695825" y="39945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1" name="Google Shape;2551;p39"/>
                <p:cNvSpPr/>
                <p:nvPr/>
              </p:nvSpPr>
              <p:spPr>
                <a:xfrm>
                  <a:off x="4368355" y="396478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2" name="Google Shape;2552;p39"/>
                <p:cNvSpPr/>
                <p:nvPr/>
              </p:nvSpPr>
              <p:spPr>
                <a:xfrm>
                  <a:off x="4606480" y="3845718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3" name="Google Shape;2553;p39"/>
                <p:cNvSpPr/>
                <p:nvPr/>
              </p:nvSpPr>
              <p:spPr>
                <a:xfrm>
                  <a:off x="4666107" y="3845718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4" name="Google Shape;2554;p39"/>
                <p:cNvSpPr/>
                <p:nvPr/>
              </p:nvSpPr>
              <p:spPr>
                <a:xfrm>
                  <a:off x="4576762" y="381590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5" name="Google Shape;2555;p39"/>
                <p:cNvSpPr/>
                <p:nvPr/>
              </p:nvSpPr>
              <p:spPr>
                <a:xfrm>
                  <a:off x="4695825" y="381590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6" name="Google Shape;2556;p39"/>
                <p:cNvSpPr/>
                <p:nvPr/>
              </p:nvSpPr>
              <p:spPr>
                <a:xfrm>
                  <a:off x="4517231" y="3815905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7" name="Google Shape;2557;p39"/>
                <p:cNvSpPr/>
                <p:nvPr/>
              </p:nvSpPr>
              <p:spPr>
                <a:xfrm>
                  <a:off x="4755356" y="3815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8" name="Google Shape;2558;p39"/>
                <p:cNvSpPr/>
                <p:nvPr/>
              </p:nvSpPr>
              <p:spPr>
                <a:xfrm>
                  <a:off x="4427982" y="399459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9" name="Google Shape;2559;p39"/>
                <p:cNvSpPr/>
                <p:nvPr/>
              </p:nvSpPr>
              <p:spPr>
                <a:xfrm>
                  <a:off x="4874418" y="39945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60" name="Google Shape;2560;p39"/>
                <p:cNvSpPr/>
                <p:nvPr/>
              </p:nvSpPr>
              <p:spPr>
                <a:xfrm>
                  <a:off x="4547044" y="396478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61" name="Google Shape;2561;p39"/>
                <p:cNvSpPr/>
                <p:nvPr/>
              </p:nvSpPr>
              <p:spPr>
                <a:xfrm>
                  <a:off x="4725543" y="37266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62" name="Google Shape;2562;p39"/>
                <p:cNvSpPr/>
                <p:nvPr/>
              </p:nvSpPr>
              <p:spPr>
                <a:xfrm>
                  <a:off x="4517231" y="372665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63" name="Google Shape;2563;p39"/>
                <p:cNvSpPr/>
                <p:nvPr/>
              </p:nvSpPr>
              <p:spPr>
                <a:xfrm>
                  <a:off x="4785169" y="396478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64" name="Google Shape;2564;p39"/>
                <p:cNvSpPr/>
                <p:nvPr/>
              </p:nvSpPr>
              <p:spPr>
                <a:xfrm>
                  <a:off x="4457700" y="393496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65" name="Google Shape;2565;p39"/>
                <p:cNvSpPr/>
                <p:nvPr/>
              </p:nvSpPr>
              <p:spPr>
                <a:xfrm>
                  <a:off x="4785169" y="37564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66" name="Google Shape;2566;p39"/>
                <p:cNvSpPr/>
                <p:nvPr/>
              </p:nvSpPr>
              <p:spPr>
                <a:xfrm>
                  <a:off x="4487418" y="3786187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567" name="Google Shape;2567;p39"/>
              <p:cNvGrpSpPr/>
              <p:nvPr/>
            </p:nvGrpSpPr>
            <p:grpSpPr>
              <a:xfrm>
                <a:off x="4933950" y="3726655"/>
                <a:ext cx="357187" cy="1488282"/>
                <a:chOff x="4933950" y="3726655"/>
                <a:chExt cx="357187" cy="1488282"/>
              </a:xfrm>
            </p:grpSpPr>
            <p:sp>
              <p:nvSpPr>
                <p:cNvPr id="2568" name="Google Shape;2568;p39"/>
                <p:cNvSpPr/>
                <p:nvPr/>
              </p:nvSpPr>
              <p:spPr>
                <a:xfrm>
                  <a:off x="5053012" y="4738687"/>
                  <a:ext cx="29718" cy="446531"/>
                </a:xfrm>
                <a:custGeom>
                  <a:rect b="b" l="l" r="r" t="t"/>
                  <a:pathLst>
                    <a:path extrusionOk="0" h="446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446532"/>
                      </a:lnTo>
                      <a:lnTo>
                        <a:pt x="0" y="446532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69" name="Google Shape;2569;p39"/>
                <p:cNvSpPr/>
                <p:nvPr/>
              </p:nvSpPr>
              <p:spPr>
                <a:xfrm>
                  <a:off x="5142357" y="4738687"/>
                  <a:ext cx="29718" cy="446531"/>
                </a:xfrm>
                <a:custGeom>
                  <a:rect b="b" l="l" r="r" t="t"/>
                  <a:pathLst>
                    <a:path extrusionOk="0" h="446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446532"/>
                      </a:lnTo>
                      <a:lnTo>
                        <a:pt x="0" y="446532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70" name="Google Shape;2570;p39"/>
                <p:cNvSpPr/>
                <p:nvPr/>
              </p:nvSpPr>
              <p:spPr>
                <a:xfrm>
                  <a:off x="5082730" y="518521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71" name="Google Shape;2571;p39"/>
                <p:cNvSpPr/>
                <p:nvPr/>
              </p:nvSpPr>
              <p:spPr>
                <a:xfrm>
                  <a:off x="5082730" y="5155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72" name="Google Shape;2572;p39"/>
                <p:cNvSpPr/>
                <p:nvPr/>
              </p:nvSpPr>
              <p:spPr>
                <a:xfrm>
                  <a:off x="5112543" y="5155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73" name="Google Shape;2573;p39"/>
                <p:cNvSpPr/>
                <p:nvPr/>
              </p:nvSpPr>
              <p:spPr>
                <a:xfrm>
                  <a:off x="5112543" y="51255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74" name="Google Shape;2574;p39"/>
                <p:cNvSpPr/>
                <p:nvPr/>
              </p:nvSpPr>
              <p:spPr>
                <a:xfrm>
                  <a:off x="5082730" y="51255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75" name="Google Shape;2575;p39"/>
                <p:cNvSpPr/>
                <p:nvPr/>
              </p:nvSpPr>
              <p:spPr>
                <a:xfrm>
                  <a:off x="5082730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76" name="Google Shape;2576;p39"/>
                <p:cNvSpPr/>
                <p:nvPr/>
              </p:nvSpPr>
              <p:spPr>
                <a:xfrm>
                  <a:off x="5112543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77" name="Google Shape;2577;p39"/>
                <p:cNvSpPr/>
                <p:nvPr/>
              </p:nvSpPr>
              <p:spPr>
                <a:xfrm>
                  <a:off x="5082730" y="49768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78" name="Google Shape;2578;p39"/>
                <p:cNvSpPr/>
                <p:nvPr/>
              </p:nvSpPr>
              <p:spPr>
                <a:xfrm>
                  <a:off x="5082730" y="4798218"/>
                  <a:ext cx="59626" cy="327374"/>
                </a:xfrm>
                <a:custGeom>
                  <a:rect b="b" l="l" r="r" t="t"/>
                  <a:pathLst>
                    <a:path extrusionOk="0" h="327374" w="59626">
                      <a:moveTo>
                        <a:pt x="29813" y="238125"/>
                      </a:moveTo>
                      <a:lnTo>
                        <a:pt x="29813" y="267938"/>
                      </a:lnTo>
                      <a:lnTo>
                        <a:pt x="59626" y="267938"/>
                      </a:lnTo>
                      <a:lnTo>
                        <a:pt x="59626" y="327374"/>
                      </a:lnTo>
                      <a:lnTo>
                        <a:pt x="29813" y="327374"/>
                      </a:lnTo>
                      <a:lnTo>
                        <a:pt x="29813" y="297656"/>
                      </a:lnTo>
                      <a:lnTo>
                        <a:pt x="0" y="297656"/>
                      </a:lnTo>
                      <a:lnTo>
                        <a:pt x="0" y="208312"/>
                      </a:lnTo>
                      <a:lnTo>
                        <a:pt x="29813" y="208312"/>
                      </a:lnTo>
                      <a:lnTo>
                        <a:pt x="29813" y="178594"/>
                      </a:lnTo>
                      <a:lnTo>
                        <a:pt x="0" y="178594"/>
                      </a:lnTo>
                      <a:lnTo>
                        <a:pt x="0" y="0"/>
                      </a:lnTo>
                      <a:lnTo>
                        <a:pt x="59626" y="0"/>
                      </a:lnTo>
                      <a:lnTo>
                        <a:pt x="59626" y="238125"/>
                      </a:lnTo>
                      <a:lnTo>
                        <a:pt x="29813" y="238125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79" name="Google Shape;2579;p39"/>
                <p:cNvSpPr/>
                <p:nvPr/>
              </p:nvSpPr>
              <p:spPr>
                <a:xfrm>
                  <a:off x="5082730" y="476840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80" name="Google Shape;2580;p39"/>
                <p:cNvSpPr/>
                <p:nvPr/>
              </p:nvSpPr>
              <p:spPr>
                <a:xfrm>
                  <a:off x="5082730" y="470896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81" name="Google Shape;2581;p39"/>
                <p:cNvSpPr/>
                <p:nvPr/>
              </p:nvSpPr>
              <p:spPr>
                <a:xfrm>
                  <a:off x="5082730" y="473868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82" name="Google Shape;2582;p39"/>
                <p:cNvSpPr/>
                <p:nvPr/>
              </p:nvSpPr>
              <p:spPr>
                <a:xfrm>
                  <a:off x="5023294" y="467915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83" name="Google Shape;2583;p39"/>
                <p:cNvSpPr/>
                <p:nvPr/>
              </p:nvSpPr>
              <p:spPr>
                <a:xfrm>
                  <a:off x="5142357" y="467915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84" name="Google Shape;2584;p39"/>
                <p:cNvSpPr/>
                <p:nvPr/>
              </p:nvSpPr>
              <p:spPr>
                <a:xfrm>
                  <a:off x="4993481" y="46493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85" name="Google Shape;2585;p39"/>
                <p:cNvSpPr/>
                <p:nvPr/>
              </p:nvSpPr>
              <p:spPr>
                <a:xfrm>
                  <a:off x="4963668" y="4560093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86" name="Google Shape;2586;p39"/>
                <p:cNvSpPr/>
                <p:nvPr/>
              </p:nvSpPr>
              <p:spPr>
                <a:xfrm>
                  <a:off x="4963668" y="464934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87" name="Google Shape;2587;p39"/>
                <p:cNvSpPr/>
                <p:nvPr/>
              </p:nvSpPr>
              <p:spPr>
                <a:xfrm>
                  <a:off x="5231606" y="464934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88" name="Google Shape;2588;p39"/>
                <p:cNvSpPr/>
                <p:nvPr/>
              </p:nvSpPr>
              <p:spPr>
                <a:xfrm>
                  <a:off x="4993481" y="4679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89" name="Google Shape;2589;p39"/>
                <p:cNvSpPr/>
                <p:nvPr/>
              </p:nvSpPr>
              <p:spPr>
                <a:xfrm>
                  <a:off x="5053012" y="4708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0" name="Google Shape;2590;p39"/>
                <p:cNvSpPr/>
                <p:nvPr/>
              </p:nvSpPr>
              <p:spPr>
                <a:xfrm>
                  <a:off x="4993481" y="470896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1" name="Google Shape;2591;p39"/>
                <p:cNvSpPr/>
                <p:nvPr/>
              </p:nvSpPr>
              <p:spPr>
                <a:xfrm>
                  <a:off x="5142357" y="4708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2" name="Google Shape;2592;p39"/>
                <p:cNvSpPr/>
                <p:nvPr/>
              </p:nvSpPr>
              <p:spPr>
                <a:xfrm>
                  <a:off x="5172075" y="470896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3" name="Google Shape;2593;p39"/>
                <p:cNvSpPr/>
                <p:nvPr/>
              </p:nvSpPr>
              <p:spPr>
                <a:xfrm>
                  <a:off x="5261419" y="458990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4" name="Google Shape;2594;p39"/>
                <p:cNvSpPr/>
                <p:nvPr/>
              </p:nvSpPr>
              <p:spPr>
                <a:xfrm>
                  <a:off x="4933950" y="458990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5" name="Google Shape;2595;p39"/>
                <p:cNvSpPr/>
                <p:nvPr/>
              </p:nvSpPr>
              <p:spPr>
                <a:xfrm>
                  <a:off x="5172075" y="4560093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6" name="Google Shape;2596;p39"/>
                <p:cNvSpPr/>
                <p:nvPr/>
              </p:nvSpPr>
              <p:spPr>
                <a:xfrm>
                  <a:off x="5053012" y="4589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7" name="Google Shape;2597;p39"/>
                <p:cNvSpPr/>
                <p:nvPr/>
              </p:nvSpPr>
              <p:spPr>
                <a:xfrm>
                  <a:off x="5142357" y="4589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8" name="Google Shape;2598;p39"/>
                <p:cNvSpPr/>
                <p:nvPr/>
              </p:nvSpPr>
              <p:spPr>
                <a:xfrm>
                  <a:off x="5142357" y="3756469"/>
                  <a:ext cx="29718" cy="803719"/>
                </a:xfrm>
                <a:custGeom>
                  <a:rect b="b" l="l" r="r" t="t"/>
                  <a:pathLst>
                    <a:path extrusionOk="0" h="803719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03720"/>
                      </a:lnTo>
                      <a:lnTo>
                        <a:pt x="0" y="803720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9" name="Google Shape;2599;p39"/>
                <p:cNvSpPr/>
                <p:nvPr/>
              </p:nvSpPr>
              <p:spPr>
                <a:xfrm>
                  <a:off x="5142357" y="45600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DAD0F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00" name="Google Shape;2600;p39"/>
                <p:cNvSpPr/>
                <p:nvPr/>
              </p:nvSpPr>
              <p:spPr>
                <a:xfrm>
                  <a:off x="5112543" y="4143374"/>
                  <a:ext cx="29718" cy="476250"/>
                </a:xfrm>
                <a:custGeom>
                  <a:rect b="b" l="l" r="r" t="t"/>
                  <a:pathLst>
                    <a:path extrusionOk="0" h="476250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476250"/>
                      </a:lnTo>
                      <a:lnTo>
                        <a:pt x="0" y="476250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01" name="Google Shape;2601;p39"/>
                <p:cNvSpPr/>
                <p:nvPr/>
              </p:nvSpPr>
              <p:spPr>
                <a:xfrm>
                  <a:off x="5053012" y="3845718"/>
                  <a:ext cx="29718" cy="714375"/>
                </a:xfrm>
                <a:custGeom>
                  <a:rect b="b" l="l" r="r" t="t"/>
                  <a:pathLst>
                    <a:path extrusionOk="0" h="714375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714375"/>
                      </a:lnTo>
                      <a:lnTo>
                        <a:pt x="0" y="714375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02" name="Google Shape;2602;p39"/>
                <p:cNvSpPr/>
                <p:nvPr/>
              </p:nvSpPr>
              <p:spPr>
                <a:xfrm>
                  <a:off x="5082730" y="461962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03" name="Google Shape;2603;p39"/>
                <p:cNvSpPr/>
                <p:nvPr/>
              </p:nvSpPr>
              <p:spPr>
                <a:xfrm>
                  <a:off x="4963668" y="4589906"/>
                  <a:ext cx="297751" cy="119062"/>
                </a:xfrm>
                <a:custGeom>
                  <a:rect b="b" l="l" r="r" t="t"/>
                  <a:pathLst>
                    <a:path extrusionOk="0" h="119062" w="297751">
                      <a:moveTo>
                        <a:pt x="297752" y="0"/>
                      </a:moveTo>
                      <a:lnTo>
                        <a:pt x="297752" y="59436"/>
                      </a:lnTo>
                      <a:lnTo>
                        <a:pt x="238125" y="59436"/>
                      </a:lnTo>
                      <a:lnTo>
                        <a:pt x="238125" y="89249"/>
                      </a:lnTo>
                      <a:lnTo>
                        <a:pt x="178689" y="89249"/>
                      </a:lnTo>
                      <a:lnTo>
                        <a:pt x="178689" y="119063"/>
                      </a:lnTo>
                      <a:lnTo>
                        <a:pt x="119063" y="119063"/>
                      </a:lnTo>
                      <a:lnTo>
                        <a:pt x="119063" y="89249"/>
                      </a:lnTo>
                      <a:lnTo>
                        <a:pt x="59626" y="89249"/>
                      </a:lnTo>
                      <a:lnTo>
                        <a:pt x="59626" y="59436"/>
                      </a:lnTo>
                      <a:lnTo>
                        <a:pt x="0" y="59436"/>
                      </a:lnTo>
                      <a:lnTo>
                        <a:pt x="0" y="0"/>
                      </a:lnTo>
                      <a:lnTo>
                        <a:pt x="89344" y="0"/>
                      </a:lnTo>
                      <a:lnTo>
                        <a:pt x="89344" y="29718"/>
                      </a:lnTo>
                      <a:lnTo>
                        <a:pt x="119063" y="29718"/>
                      </a:lnTo>
                      <a:lnTo>
                        <a:pt x="119063" y="59436"/>
                      </a:lnTo>
                      <a:lnTo>
                        <a:pt x="178689" y="59436"/>
                      </a:lnTo>
                      <a:lnTo>
                        <a:pt x="178689" y="29718"/>
                      </a:lnTo>
                      <a:lnTo>
                        <a:pt x="208407" y="29718"/>
                      </a:lnTo>
                      <a:lnTo>
                        <a:pt x="208407" y="0"/>
                      </a:lnTo>
                      <a:lnTo>
                        <a:pt x="297752" y="0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04" name="Google Shape;2604;p39"/>
                <p:cNvSpPr/>
                <p:nvPr/>
              </p:nvSpPr>
              <p:spPr>
                <a:xfrm>
                  <a:off x="5201793" y="4679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05" name="Google Shape;2605;p39"/>
                <p:cNvSpPr/>
                <p:nvPr/>
              </p:nvSpPr>
              <p:spPr>
                <a:xfrm>
                  <a:off x="5201793" y="46493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06" name="Google Shape;2606;p39"/>
                <p:cNvSpPr/>
                <p:nvPr/>
              </p:nvSpPr>
              <p:spPr>
                <a:xfrm>
                  <a:off x="5112543" y="3964780"/>
                  <a:ext cx="29718" cy="119062"/>
                </a:xfrm>
                <a:custGeom>
                  <a:rect b="b" l="l" r="r" t="t"/>
                  <a:pathLst>
                    <a:path extrusionOk="0" h="119062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19063"/>
                      </a:lnTo>
                      <a:lnTo>
                        <a:pt x="0" y="119063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07" name="Google Shape;2607;p39"/>
                <p:cNvSpPr/>
                <p:nvPr/>
              </p:nvSpPr>
              <p:spPr>
                <a:xfrm>
                  <a:off x="5082730" y="3756469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08" name="Google Shape;2608;p39"/>
                <p:cNvSpPr/>
                <p:nvPr/>
              </p:nvSpPr>
              <p:spPr>
                <a:xfrm>
                  <a:off x="5112543" y="37266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D078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09" name="Google Shape;2609;p39"/>
                <p:cNvSpPr/>
                <p:nvPr/>
              </p:nvSpPr>
              <p:spPr>
                <a:xfrm>
                  <a:off x="5053012" y="3756469"/>
                  <a:ext cx="89344" cy="863155"/>
                </a:xfrm>
                <a:custGeom>
                  <a:rect b="b" l="l" r="r" t="t"/>
                  <a:pathLst>
                    <a:path extrusionOk="0" h="863155" w="89344">
                      <a:moveTo>
                        <a:pt x="89344" y="0"/>
                      </a:moveTo>
                      <a:lnTo>
                        <a:pt x="89344" y="208312"/>
                      </a:lnTo>
                      <a:lnTo>
                        <a:pt x="59531" y="208312"/>
                      </a:lnTo>
                      <a:lnTo>
                        <a:pt x="59531" y="327374"/>
                      </a:lnTo>
                      <a:lnTo>
                        <a:pt x="89344" y="327374"/>
                      </a:lnTo>
                      <a:lnTo>
                        <a:pt x="89344" y="386905"/>
                      </a:lnTo>
                      <a:lnTo>
                        <a:pt x="59531" y="386905"/>
                      </a:lnTo>
                      <a:lnTo>
                        <a:pt x="59531" y="863155"/>
                      </a:lnTo>
                      <a:lnTo>
                        <a:pt x="29718" y="863155"/>
                      </a:lnTo>
                      <a:lnTo>
                        <a:pt x="29718" y="833438"/>
                      </a:lnTo>
                      <a:lnTo>
                        <a:pt x="0" y="833438"/>
                      </a:lnTo>
                      <a:lnTo>
                        <a:pt x="0" y="803624"/>
                      </a:lnTo>
                      <a:lnTo>
                        <a:pt x="29718" y="803624"/>
                      </a:lnTo>
                      <a:lnTo>
                        <a:pt x="29718" y="89249"/>
                      </a:lnTo>
                      <a:lnTo>
                        <a:pt x="59531" y="89249"/>
                      </a:lnTo>
                      <a:lnTo>
                        <a:pt x="59531" y="0"/>
                      </a:lnTo>
                      <a:lnTo>
                        <a:pt x="89344" y="0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0" name="Google Shape;2610;p39"/>
                <p:cNvSpPr/>
                <p:nvPr/>
              </p:nvSpPr>
              <p:spPr>
                <a:xfrm>
                  <a:off x="5172075" y="4589906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1" name="Google Shape;2611;p39"/>
                <p:cNvSpPr/>
                <p:nvPr/>
              </p:nvSpPr>
              <p:spPr>
                <a:xfrm>
                  <a:off x="4963668" y="4589906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2" name="Google Shape;2612;p39"/>
                <p:cNvSpPr/>
                <p:nvPr/>
              </p:nvSpPr>
              <p:spPr>
                <a:xfrm>
                  <a:off x="5053012" y="45600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3" name="Google Shape;2613;p39"/>
                <p:cNvSpPr/>
                <p:nvPr/>
              </p:nvSpPr>
              <p:spPr>
                <a:xfrm>
                  <a:off x="5082730" y="4589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4" name="Google Shape;2614;p39"/>
                <p:cNvSpPr/>
                <p:nvPr/>
              </p:nvSpPr>
              <p:spPr>
                <a:xfrm>
                  <a:off x="5142357" y="45600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5" name="Google Shape;2615;p39"/>
                <p:cNvSpPr/>
                <p:nvPr/>
              </p:nvSpPr>
              <p:spPr>
                <a:xfrm>
                  <a:off x="5082730" y="47982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6" name="Google Shape;2616;p39"/>
                <p:cNvSpPr/>
                <p:nvPr/>
              </p:nvSpPr>
              <p:spPr>
                <a:xfrm>
                  <a:off x="5112543" y="48280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7" name="Google Shape;2617;p39"/>
                <p:cNvSpPr/>
                <p:nvPr/>
              </p:nvSpPr>
              <p:spPr>
                <a:xfrm>
                  <a:off x="5082730" y="488746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618" name="Google Shape;2618;p39"/>
              <p:cNvGrpSpPr/>
              <p:nvPr/>
            </p:nvGrpSpPr>
            <p:grpSpPr>
              <a:xfrm>
                <a:off x="4993481" y="3548062"/>
                <a:ext cx="386905" cy="386905"/>
                <a:chOff x="4993481" y="3548062"/>
                <a:chExt cx="386905" cy="386905"/>
              </a:xfrm>
            </p:grpSpPr>
            <p:sp>
              <p:nvSpPr>
                <p:cNvPr id="2619" name="Google Shape;2619;p39"/>
                <p:cNvSpPr/>
                <p:nvPr/>
              </p:nvSpPr>
              <p:spPr>
                <a:xfrm>
                  <a:off x="5023294" y="372665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0" name="Google Shape;2620;p39"/>
                <p:cNvSpPr/>
                <p:nvPr/>
              </p:nvSpPr>
              <p:spPr>
                <a:xfrm>
                  <a:off x="5291137" y="372665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1" name="Google Shape;2621;p39"/>
                <p:cNvSpPr/>
                <p:nvPr/>
              </p:nvSpPr>
              <p:spPr>
                <a:xfrm>
                  <a:off x="5350668" y="37266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2" name="Google Shape;2622;p39"/>
                <p:cNvSpPr/>
                <p:nvPr/>
              </p:nvSpPr>
              <p:spPr>
                <a:xfrm>
                  <a:off x="5172075" y="354806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3" name="Google Shape;2623;p39"/>
                <p:cNvSpPr/>
                <p:nvPr/>
              </p:nvSpPr>
              <p:spPr>
                <a:xfrm>
                  <a:off x="5172075" y="39052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4" name="Google Shape;2624;p39"/>
                <p:cNvSpPr/>
                <p:nvPr/>
              </p:nvSpPr>
              <p:spPr>
                <a:xfrm>
                  <a:off x="4993481" y="37266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5" name="Google Shape;2625;p39"/>
                <p:cNvSpPr/>
                <p:nvPr/>
              </p:nvSpPr>
              <p:spPr>
                <a:xfrm>
                  <a:off x="5172075" y="38755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BB03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6" name="Google Shape;2626;p39"/>
                <p:cNvSpPr/>
                <p:nvPr/>
              </p:nvSpPr>
              <p:spPr>
                <a:xfrm>
                  <a:off x="5172075" y="357778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7" name="Google Shape;2627;p39"/>
                <p:cNvSpPr/>
                <p:nvPr/>
              </p:nvSpPr>
              <p:spPr>
                <a:xfrm>
                  <a:off x="5172075" y="3845718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8" name="Google Shape;2628;p39"/>
                <p:cNvSpPr/>
                <p:nvPr/>
              </p:nvSpPr>
              <p:spPr>
                <a:xfrm>
                  <a:off x="5082730" y="3696842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9" name="Google Shape;2629;p39"/>
                <p:cNvSpPr/>
                <p:nvPr/>
              </p:nvSpPr>
              <p:spPr>
                <a:xfrm>
                  <a:off x="5082730" y="375646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0" name="Google Shape;2630;p39"/>
                <p:cNvSpPr/>
                <p:nvPr/>
              </p:nvSpPr>
              <p:spPr>
                <a:xfrm>
                  <a:off x="5231606" y="3696842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1" name="Google Shape;2631;p39"/>
                <p:cNvSpPr/>
                <p:nvPr/>
              </p:nvSpPr>
              <p:spPr>
                <a:xfrm>
                  <a:off x="5231606" y="375646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2" name="Google Shape;2632;p39"/>
                <p:cNvSpPr/>
                <p:nvPr/>
              </p:nvSpPr>
              <p:spPr>
                <a:xfrm>
                  <a:off x="5142357" y="363740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3" name="Google Shape;2633;p39"/>
                <p:cNvSpPr/>
                <p:nvPr/>
              </p:nvSpPr>
              <p:spPr>
                <a:xfrm>
                  <a:off x="5142357" y="3786187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4" name="Google Shape;2634;p39"/>
                <p:cNvSpPr/>
                <p:nvPr/>
              </p:nvSpPr>
              <p:spPr>
                <a:xfrm>
                  <a:off x="5201793" y="363740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5" name="Google Shape;2635;p39"/>
                <p:cNvSpPr/>
                <p:nvPr/>
              </p:nvSpPr>
              <p:spPr>
                <a:xfrm>
                  <a:off x="5082730" y="3637406"/>
                  <a:ext cx="208406" cy="208311"/>
                </a:xfrm>
                <a:custGeom>
                  <a:rect b="b" l="l" r="r" t="t"/>
                  <a:pathLst>
                    <a:path extrusionOk="0" h="208311" w="208406">
                      <a:moveTo>
                        <a:pt x="208407" y="89249"/>
                      </a:moveTo>
                      <a:lnTo>
                        <a:pt x="208407" y="119063"/>
                      </a:lnTo>
                      <a:lnTo>
                        <a:pt x="148876" y="119063"/>
                      </a:lnTo>
                      <a:lnTo>
                        <a:pt x="148876" y="148780"/>
                      </a:lnTo>
                      <a:lnTo>
                        <a:pt x="119062" y="148780"/>
                      </a:lnTo>
                      <a:lnTo>
                        <a:pt x="119062" y="208312"/>
                      </a:lnTo>
                      <a:lnTo>
                        <a:pt x="89344" y="208312"/>
                      </a:lnTo>
                      <a:lnTo>
                        <a:pt x="89344" y="148780"/>
                      </a:lnTo>
                      <a:lnTo>
                        <a:pt x="59626" y="148780"/>
                      </a:lnTo>
                      <a:lnTo>
                        <a:pt x="59626" y="119063"/>
                      </a:lnTo>
                      <a:lnTo>
                        <a:pt x="0" y="119063"/>
                      </a:lnTo>
                      <a:lnTo>
                        <a:pt x="0" y="89249"/>
                      </a:lnTo>
                      <a:lnTo>
                        <a:pt x="59626" y="89249"/>
                      </a:lnTo>
                      <a:lnTo>
                        <a:pt x="59626" y="59436"/>
                      </a:lnTo>
                      <a:lnTo>
                        <a:pt x="89344" y="59436"/>
                      </a:lnTo>
                      <a:lnTo>
                        <a:pt x="89344" y="0"/>
                      </a:lnTo>
                      <a:lnTo>
                        <a:pt x="119062" y="0"/>
                      </a:lnTo>
                      <a:lnTo>
                        <a:pt x="119062" y="59436"/>
                      </a:lnTo>
                      <a:lnTo>
                        <a:pt x="148876" y="59436"/>
                      </a:lnTo>
                      <a:lnTo>
                        <a:pt x="148876" y="89249"/>
                      </a:lnTo>
                      <a:lnTo>
                        <a:pt x="208407" y="89249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6" name="Google Shape;2636;p39"/>
                <p:cNvSpPr/>
                <p:nvPr/>
              </p:nvSpPr>
              <p:spPr>
                <a:xfrm>
                  <a:off x="5201793" y="3786187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7" name="Google Shape;2637;p39"/>
                <p:cNvSpPr/>
                <p:nvPr/>
              </p:nvSpPr>
              <p:spPr>
                <a:xfrm>
                  <a:off x="5142357" y="36968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8" name="Google Shape;2638;p39"/>
                <p:cNvSpPr/>
                <p:nvPr/>
              </p:nvSpPr>
              <p:spPr>
                <a:xfrm>
                  <a:off x="5201793" y="36968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9" name="Google Shape;2639;p39"/>
                <p:cNvSpPr/>
                <p:nvPr/>
              </p:nvSpPr>
              <p:spPr>
                <a:xfrm>
                  <a:off x="5201793" y="37564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0" name="Google Shape;2640;p39"/>
                <p:cNvSpPr/>
                <p:nvPr/>
              </p:nvSpPr>
              <p:spPr>
                <a:xfrm>
                  <a:off x="5142357" y="37564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641" name="Google Shape;2641;p39"/>
              <p:cNvGrpSpPr/>
              <p:nvPr/>
            </p:nvGrpSpPr>
            <p:grpSpPr>
              <a:xfrm>
                <a:off x="5797105" y="4708969"/>
                <a:ext cx="148781" cy="148780"/>
                <a:chOff x="5797105" y="4708969"/>
                <a:chExt cx="148781" cy="148780"/>
              </a:xfrm>
            </p:grpSpPr>
            <p:sp>
              <p:nvSpPr>
                <p:cNvPr id="2642" name="Google Shape;2642;p39"/>
                <p:cNvSpPr/>
                <p:nvPr/>
              </p:nvSpPr>
              <p:spPr>
                <a:xfrm>
                  <a:off x="5856732" y="4738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3" name="Google Shape;2643;p39"/>
                <p:cNvSpPr/>
                <p:nvPr/>
              </p:nvSpPr>
              <p:spPr>
                <a:xfrm>
                  <a:off x="5856732" y="47982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4" name="Google Shape;2644;p39"/>
                <p:cNvSpPr/>
                <p:nvPr/>
              </p:nvSpPr>
              <p:spPr>
                <a:xfrm>
                  <a:off x="5826918" y="4768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5" name="Google Shape;2645;p39"/>
                <p:cNvSpPr/>
                <p:nvPr/>
              </p:nvSpPr>
              <p:spPr>
                <a:xfrm>
                  <a:off x="5856732" y="4768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6" name="Google Shape;2646;p39"/>
                <p:cNvSpPr/>
                <p:nvPr/>
              </p:nvSpPr>
              <p:spPr>
                <a:xfrm>
                  <a:off x="5886450" y="4768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7" name="Google Shape;2647;p39"/>
                <p:cNvSpPr/>
                <p:nvPr/>
              </p:nvSpPr>
              <p:spPr>
                <a:xfrm>
                  <a:off x="5856732" y="4708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8" name="Google Shape;2648;p39"/>
                <p:cNvSpPr/>
                <p:nvPr/>
              </p:nvSpPr>
              <p:spPr>
                <a:xfrm>
                  <a:off x="5916168" y="4768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9" name="Google Shape;2649;p39"/>
                <p:cNvSpPr/>
                <p:nvPr/>
              </p:nvSpPr>
              <p:spPr>
                <a:xfrm>
                  <a:off x="5797105" y="4768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50" name="Google Shape;2650;p39"/>
                <p:cNvSpPr/>
                <p:nvPr/>
              </p:nvSpPr>
              <p:spPr>
                <a:xfrm>
                  <a:off x="5856732" y="48280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651" name="Google Shape;2651;p39"/>
              <p:cNvGrpSpPr/>
              <p:nvPr/>
            </p:nvGrpSpPr>
            <p:grpSpPr>
              <a:xfrm>
                <a:off x="5201793" y="4976812"/>
                <a:ext cx="148780" cy="148780"/>
                <a:chOff x="5201793" y="4976812"/>
                <a:chExt cx="148780" cy="148780"/>
              </a:xfrm>
            </p:grpSpPr>
            <p:sp>
              <p:nvSpPr>
                <p:cNvPr id="2652" name="Google Shape;2652;p39"/>
                <p:cNvSpPr/>
                <p:nvPr/>
              </p:nvSpPr>
              <p:spPr>
                <a:xfrm>
                  <a:off x="5261419" y="5006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53" name="Google Shape;2653;p39"/>
                <p:cNvSpPr/>
                <p:nvPr/>
              </p:nvSpPr>
              <p:spPr>
                <a:xfrm>
                  <a:off x="5261419" y="50661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54" name="Google Shape;2654;p39"/>
                <p:cNvSpPr/>
                <p:nvPr/>
              </p:nvSpPr>
              <p:spPr>
                <a:xfrm>
                  <a:off x="5231606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55" name="Google Shape;2655;p39"/>
                <p:cNvSpPr/>
                <p:nvPr/>
              </p:nvSpPr>
              <p:spPr>
                <a:xfrm>
                  <a:off x="5261419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56" name="Google Shape;2656;p39"/>
                <p:cNvSpPr/>
                <p:nvPr/>
              </p:nvSpPr>
              <p:spPr>
                <a:xfrm>
                  <a:off x="5291137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57" name="Google Shape;2657;p39"/>
                <p:cNvSpPr/>
                <p:nvPr/>
              </p:nvSpPr>
              <p:spPr>
                <a:xfrm>
                  <a:off x="5261419" y="49768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58" name="Google Shape;2658;p39"/>
                <p:cNvSpPr/>
                <p:nvPr/>
              </p:nvSpPr>
              <p:spPr>
                <a:xfrm>
                  <a:off x="5320855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59" name="Google Shape;2659;p39"/>
                <p:cNvSpPr/>
                <p:nvPr/>
              </p:nvSpPr>
              <p:spPr>
                <a:xfrm>
                  <a:off x="5201793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0" name="Google Shape;2660;p39"/>
                <p:cNvSpPr/>
                <p:nvPr/>
              </p:nvSpPr>
              <p:spPr>
                <a:xfrm>
                  <a:off x="5261419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661" name="Google Shape;2661;p39"/>
              <p:cNvGrpSpPr/>
              <p:nvPr/>
            </p:nvGrpSpPr>
            <p:grpSpPr>
              <a:xfrm>
                <a:off x="4874418" y="3786187"/>
                <a:ext cx="148781" cy="148780"/>
                <a:chOff x="4874418" y="3786187"/>
                <a:chExt cx="148781" cy="148780"/>
              </a:xfrm>
            </p:grpSpPr>
            <p:sp>
              <p:nvSpPr>
                <p:cNvPr id="2662" name="Google Shape;2662;p39"/>
                <p:cNvSpPr/>
                <p:nvPr/>
              </p:nvSpPr>
              <p:spPr>
                <a:xfrm>
                  <a:off x="4933950" y="3815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3" name="Google Shape;2663;p39"/>
                <p:cNvSpPr/>
                <p:nvPr/>
              </p:nvSpPr>
              <p:spPr>
                <a:xfrm>
                  <a:off x="4933950" y="38755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4" name="Google Shape;2664;p39"/>
                <p:cNvSpPr/>
                <p:nvPr/>
              </p:nvSpPr>
              <p:spPr>
                <a:xfrm>
                  <a:off x="4904232" y="38457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5" name="Google Shape;2665;p39"/>
                <p:cNvSpPr/>
                <p:nvPr/>
              </p:nvSpPr>
              <p:spPr>
                <a:xfrm>
                  <a:off x="4933950" y="38457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6" name="Google Shape;2666;p39"/>
                <p:cNvSpPr/>
                <p:nvPr/>
              </p:nvSpPr>
              <p:spPr>
                <a:xfrm>
                  <a:off x="4963668" y="38457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7" name="Google Shape;2667;p39"/>
                <p:cNvSpPr/>
                <p:nvPr/>
              </p:nvSpPr>
              <p:spPr>
                <a:xfrm>
                  <a:off x="4933950" y="37861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8" name="Google Shape;2668;p39"/>
                <p:cNvSpPr/>
                <p:nvPr/>
              </p:nvSpPr>
              <p:spPr>
                <a:xfrm>
                  <a:off x="4993481" y="38457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9" name="Google Shape;2669;p39"/>
                <p:cNvSpPr/>
                <p:nvPr/>
              </p:nvSpPr>
              <p:spPr>
                <a:xfrm>
                  <a:off x="4874418" y="38457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0" name="Google Shape;2670;p39"/>
                <p:cNvSpPr/>
                <p:nvPr/>
              </p:nvSpPr>
              <p:spPr>
                <a:xfrm>
                  <a:off x="4933950" y="39052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671" name="Google Shape;2671;p39"/>
              <p:cNvGrpSpPr/>
              <p:nvPr/>
            </p:nvGrpSpPr>
            <p:grpSpPr>
              <a:xfrm>
                <a:off x="4338637" y="4054030"/>
                <a:ext cx="148780" cy="148780"/>
                <a:chOff x="4338637" y="4054030"/>
                <a:chExt cx="148780" cy="148780"/>
              </a:xfrm>
            </p:grpSpPr>
            <p:sp>
              <p:nvSpPr>
                <p:cNvPr id="2672" name="Google Shape;2672;p39"/>
                <p:cNvSpPr/>
                <p:nvPr/>
              </p:nvSpPr>
              <p:spPr>
                <a:xfrm>
                  <a:off x="4398168" y="4083843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3" name="Google Shape;2673;p39"/>
                <p:cNvSpPr/>
                <p:nvPr/>
              </p:nvSpPr>
              <p:spPr>
                <a:xfrm>
                  <a:off x="4398168" y="4143374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4" name="Google Shape;2674;p39"/>
                <p:cNvSpPr/>
                <p:nvPr/>
              </p:nvSpPr>
              <p:spPr>
                <a:xfrm>
                  <a:off x="4368355" y="4113656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5" name="Google Shape;2675;p39"/>
                <p:cNvSpPr/>
                <p:nvPr/>
              </p:nvSpPr>
              <p:spPr>
                <a:xfrm>
                  <a:off x="4398168" y="4113656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6" name="Google Shape;2676;p39"/>
                <p:cNvSpPr/>
                <p:nvPr/>
              </p:nvSpPr>
              <p:spPr>
                <a:xfrm>
                  <a:off x="4427982" y="4113656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7" name="Google Shape;2677;p39"/>
                <p:cNvSpPr/>
                <p:nvPr/>
              </p:nvSpPr>
              <p:spPr>
                <a:xfrm>
                  <a:off x="4398168" y="405403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8" name="Google Shape;2678;p39"/>
                <p:cNvSpPr/>
                <p:nvPr/>
              </p:nvSpPr>
              <p:spPr>
                <a:xfrm>
                  <a:off x="4457700" y="4113656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9" name="Google Shape;2679;p39"/>
                <p:cNvSpPr/>
                <p:nvPr/>
              </p:nvSpPr>
              <p:spPr>
                <a:xfrm>
                  <a:off x="4338637" y="4113656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0" name="Google Shape;2680;p39"/>
                <p:cNvSpPr/>
                <p:nvPr/>
              </p:nvSpPr>
              <p:spPr>
                <a:xfrm>
                  <a:off x="4398168" y="4173092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681" name="Google Shape;2681;p39"/>
              <p:cNvGrpSpPr/>
              <p:nvPr/>
            </p:nvGrpSpPr>
            <p:grpSpPr>
              <a:xfrm>
                <a:off x="5291137" y="3518344"/>
                <a:ext cx="654749" cy="1696593"/>
                <a:chOff x="5291137" y="3518344"/>
                <a:chExt cx="654749" cy="1696593"/>
              </a:xfrm>
            </p:grpSpPr>
            <p:grpSp>
              <p:nvGrpSpPr>
                <p:cNvPr id="2682" name="Google Shape;2682;p39"/>
                <p:cNvGrpSpPr/>
                <p:nvPr/>
              </p:nvGrpSpPr>
              <p:grpSpPr>
                <a:xfrm>
                  <a:off x="5291137" y="3518344"/>
                  <a:ext cx="505968" cy="1279779"/>
                  <a:chOff x="5291137" y="3518344"/>
                  <a:chExt cx="505968" cy="1279779"/>
                </a:xfrm>
              </p:grpSpPr>
              <p:sp>
                <p:nvSpPr>
                  <p:cNvPr id="2683" name="Google Shape;2683;p39"/>
                  <p:cNvSpPr/>
                  <p:nvPr/>
                </p:nvSpPr>
                <p:spPr>
                  <a:xfrm>
                    <a:off x="5618607" y="3518344"/>
                    <a:ext cx="59531" cy="29718"/>
                  </a:xfrm>
                  <a:custGeom>
                    <a:rect b="b" l="l" r="r" t="t"/>
                    <a:pathLst>
                      <a:path extrusionOk="0" h="29718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4" name="Google Shape;2684;p39"/>
                  <p:cNvSpPr/>
                  <p:nvPr/>
                </p:nvSpPr>
                <p:spPr>
                  <a:xfrm>
                    <a:off x="5678043" y="3548062"/>
                    <a:ext cx="59531" cy="29718"/>
                  </a:xfrm>
                  <a:custGeom>
                    <a:rect b="b" l="l" r="r" t="t"/>
                    <a:pathLst>
                      <a:path extrusionOk="0" h="29718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5" name="Google Shape;2685;p39"/>
                  <p:cNvSpPr/>
                  <p:nvPr/>
                </p:nvSpPr>
                <p:spPr>
                  <a:xfrm>
                    <a:off x="5737669" y="357778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6" name="Google Shape;2686;p39"/>
                  <p:cNvSpPr/>
                  <p:nvPr/>
                </p:nvSpPr>
                <p:spPr>
                  <a:xfrm>
                    <a:off x="5767387" y="3607593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5"/>
                        </a:lnTo>
                        <a:lnTo>
                          <a:pt x="0" y="89345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7" name="Google Shape;2687;p39"/>
                  <p:cNvSpPr/>
                  <p:nvPr/>
                </p:nvSpPr>
                <p:spPr>
                  <a:xfrm>
                    <a:off x="5499544" y="3607593"/>
                    <a:ext cx="29718" cy="327469"/>
                  </a:xfrm>
                  <a:custGeom>
                    <a:rect b="b" l="l" r="r" t="t"/>
                    <a:pathLst>
                      <a:path extrusionOk="0" h="327469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327470"/>
                        </a:lnTo>
                        <a:lnTo>
                          <a:pt x="0" y="327470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8" name="Google Shape;2688;p39"/>
                  <p:cNvSpPr/>
                  <p:nvPr/>
                </p:nvSpPr>
                <p:spPr>
                  <a:xfrm>
                    <a:off x="5469731" y="3934967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5"/>
                        </a:lnTo>
                        <a:lnTo>
                          <a:pt x="0" y="89345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9" name="Google Shape;2689;p39"/>
                  <p:cNvSpPr/>
                  <p:nvPr/>
                </p:nvSpPr>
                <p:spPr>
                  <a:xfrm>
                    <a:off x="5439918" y="4024312"/>
                    <a:ext cx="29718" cy="178593"/>
                  </a:xfrm>
                  <a:custGeom>
                    <a:rect b="b" l="l" r="r" t="t"/>
                    <a:pathLst>
                      <a:path extrusionOk="0" h="178593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78594"/>
                        </a:lnTo>
                        <a:lnTo>
                          <a:pt x="0" y="178594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90" name="Google Shape;2690;p39"/>
                  <p:cNvSpPr/>
                  <p:nvPr/>
                </p:nvSpPr>
                <p:spPr>
                  <a:xfrm>
                    <a:off x="5469731" y="4202905"/>
                    <a:ext cx="29718" cy="119062"/>
                  </a:xfrm>
                  <a:custGeom>
                    <a:rect b="b" l="l" r="r" t="t"/>
                    <a:pathLst>
                      <a:path extrusionOk="0" h="119062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19063"/>
                        </a:lnTo>
                        <a:lnTo>
                          <a:pt x="0" y="119063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91" name="Google Shape;2691;p39"/>
                  <p:cNvSpPr/>
                  <p:nvPr/>
                </p:nvSpPr>
                <p:spPr>
                  <a:xfrm>
                    <a:off x="5737669" y="3696842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5"/>
                        </a:lnTo>
                        <a:lnTo>
                          <a:pt x="0" y="89345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92" name="Google Shape;2692;p39"/>
                  <p:cNvSpPr/>
                  <p:nvPr/>
                </p:nvSpPr>
                <p:spPr>
                  <a:xfrm>
                    <a:off x="5707856" y="3786187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5"/>
                        </a:lnTo>
                        <a:lnTo>
                          <a:pt x="0" y="89345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93" name="Google Shape;2693;p39"/>
                  <p:cNvSpPr/>
                  <p:nvPr/>
                </p:nvSpPr>
                <p:spPr>
                  <a:xfrm>
                    <a:off x="5558980" y="3548062"/>
                    <a:ext cx="59531" cy="29718"/>
                  </a:xfrm>
                  <a:custGeom>
                    <a:rect b="b" l="l" r="r" t="t"/>
                    <a:pathLst>
                      <a:path extrusionOk="0" h="29718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94" name="Google Shape;2694;p39"/>
                  <p:cNvSpPr/>
                  <p:nvPr/>
                </p:nvSpPr>
                <p:spPr>
                  <a:xfrm>
                    <a:off x="5529262" y="357778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95" name="Google Shape;2695;p39"/>
                  <p:cNvSpPr/>
                  <p:nvPr/>
                </p:nvSpPr>
                <p:spPr>
                  <a:xfrm>
                    <a:off x="5529262" y="447084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96" name="Google Shape;2696;p39"/>
                  <p:cNvSpPr/>
                  <p:nvPr/>
                </p:nvSpPr>
                <p:spPr>
                  <a:xfrm>
                    <a:off x="5618607" y="4738687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97" name="Google Shape;2697;p39"/>
                  <p:cNvSpPr/>
                  <p:nvPr/>
                </p:nvSpPr>
                <p:spPr>
                  <a:xfrm>
                    <a:off x="5648325" y="4768405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98" name="Google Shape;2698;p39"/>
                  <p:cNvSpPr/>
                  <p:nvPr/>
                </p:nvSpPr>
                <p:spPr>
                  <a:xfrm>
                    <a:off x="5678043" y="4679155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5"/>
                        </a:lnTo>
                        <a:lnTo>
                          <a:pt x="0" y="89345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99" name="Google Shape;2699;p39"/>
                  <p:cNvSpPr/>
                  <p:nvPr/>
                </p:nvSpPr>
                <p:spPr>
                  <a:xfrm>
                    <a:off x="5707856" y="4530280"/>
                    <a:ext cx="29718" cy="119062"/>
                  </a:xfrm>
                  <a:custGeom>
                    <a:rect b="b" l="l" r="r" t="t"/>
                    <a:pathLst>
                      <a:path extrusionOk="0" h="119062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19062"/>
                        </a:lnTo>
                        <a:lnTo>
                          <a:pt x="0" y="119062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00" name="Google Shape;2700;p39"/>
                  <p:cNvSpPr/>
                  <p:nvPr/>
                </p:nvSpPr>
                <p:spPr>
                  <a:xfrm>
                    <a:off x="5737669" y="4321968"/>
                    <a:ext cx="29718" cy="208406"/>
                  </a:xfrm>
                  <a:custGeom>
                    <a:rect b="b" l="l" r="r" t="t"/>
                    <a:pathLst>
                      <a:path extrusionOk="0" h="208406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08407"/>
                        </a:lnTo>
                        <a:lnTo>
                          <a:pt x="0" y="208407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01" name="Google Shape;2701;p39"/>
                  <p:cNvSpPr/>
                  <p:nvPr/>
                </p:nvSpPr>
                <p:spPr>
                  <a:xfrm>
                    <a:off x="5767387" y="4143374"/>
                    <a:ext cx="29718" cy="178593"/>
                  </a:xfrm>
                  <a:custGeom>
                    <a:rect b="b" l="l" r="r" t="t"/>
                    <a:pathLst>
                      <a:path extrusionOk="0" h="178593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78594"/>
                        </a:lnTo>
                        <a:lnTo>
                          <a:pt x="0" y="178594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02" name="Google Shape;2702;p39"/>
                  <p:cNvSpPr/>
                  <p:nvPr/>
                </p:nvSpPr>
                <p:spPr>
                  <a:xfrm>
                    <a:off x="5737669" y="4054030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5"/>
                        </a:lnTo>
                        <a:lnTo>
                          <a:pt x="0" y="89345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03" name="Google Shape;2703;p39"/>
                  <p:cNvSpPr/>
                  <p:nvPr/>
                </p:nvSpPr>
                <p:spPr>
                  <a:xfrm>
                    <a:off x="5707856" y="3934967"/>
                    <a:ext cx="29718" cy="119062"/>
                  </a:xfrm>
                  <a:custGeom>
                    <a:rect b="b" l="l" r="r" t="t"/>
                    <a:pathLst>
                      <a:path extrusionOk="0" h="119062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19062"/>
                        </a:lnTo>
                        <a:lnTo>
                          <a:pt x="0" y="119062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04" name="Google Shape;2704;p39"/>
                  <p:cNvSpPr/>
                  <p:nvPr/>
                </p:nvSpPr>
                <p:spPr>
                  <a:xfrm>
                    <a:off x="5678043" y="3875531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05" name="Google Shape;2705;p39"/>
                  <p:cNvSpPr/>
                  <p:nvPr/>
                </p:nvSpPr>
                <p:spPr>
                  <a:xfrm>
                    <a:off x="5558980" y="4262437"/>
                    <a:ext cx="29718" cy="208406"/>
                  </a:xfrm>
                  <a:custGeom>
                    <a:rect b="b" l="l" r="r" t="t"/>
                    <a:pathLst>
                      <a:path extrusionOk="0" h="208406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08407"/>
                        </a:lnTo>
                        <a:lnTo>
                          <a:pt x="0" y="208407"/>
                        </a:lnTo>
                        <a:close/>
                      </a:path>
                    </a:pathLst>
                  </a:custGeom>
                  <a:solidFill>
                    <a:srgbClr val="CC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06" name="Google Shape;2706;p39"/>
                  <p:cNvSpPr/>
                  <p:nvPr/>
                </p:nvSpPr>
                <p:spPr>
                  <a:xfrm>
                    <a:off x="5588793" y="4232719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CC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07" name="Google Shape;2707;p39"/>
                  <p:cNvSpPr/>
                  <p:nvPr/>
                </p:nvSpPr>
                <p:spPr>
                  <a:xfrm>
                    <a:off x="5588793" y="4173092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FF99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08" name="Google Shape;2708;p39"/>
                  <p:cNvSpPr/>
                  <p:nvPr/>
                </p:nvSpPr>
                <p:spPr>
                  <a:xfrm>
                    <a:off x="5618607" y="4262437"/>
                    <a:ext cx="29718" cy="119062"/>
                  </a:xfrm>
                  <a:custGeom>
                    <a:rect b="b" l="l" r="r" t="t"/>
                    <a:pathLst>
                      <a:path extrusionOk="0" h="119062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19063"/>
                        </a:lnTo>
                        <a:lnTo>
                          <a:pt x="0" y="119063"/>
                        </a:lnTo>
                        <a:close/>
                      </a:path>
                    </a:pathLst>
                  </a:custGeom>
                  <a:solidFill>
                    <a:srgbClr val="CC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09" name="Google Shape;2709;p39"/>
                  <p:cNvSpPr/>
                  <p:nvPr/>
                </p:nvSpPr>
                <p:spPr>
                  <a:xfrm>
                    <a:off x="5648325" y="4381499"/>
                    <a:ext cx="29718" cy="119062"/>
                  </a:xfrm>
                  <a:custGeom>
                    <a:rect b="b" l="l" r="r" t="t"/>
                    <a:pathLst>
                      <a:path extrusionOk="0" h="119062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19063"/>
                        </a:lnTo>
                        <a:lnTo>
                          <a:pt x="0" y="119063"/>
                        </a:lnTo>
                        <a:close/>
                      </a:path>
                    </a:pathLst>
                  </a:custGeom>
                  <a:solidFill>
                    <a:srgbClr val="FF99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0" name="Google Shape;2710;p39"/>
                  <p:cNvSpPr/>
                  <p:nvPr/>
                </p:nvSpPr>
                <p:spPr>
                  <a:xfrm>
                    <a:off x="5618607" y="4500562"/>
                    <a:ext cx="29718" cy="119062"/>
                  </a:xfrm>
                  <a:custGeom>
                    <a:rect b="b" l="l" r="r" t="t"/>
                    <a:pathLst>
                      <a:path extrusionOk="0" h="119062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19063"/>
                        </a:lnTo>
                        <a:lnTo>
                          <a:pt x="0" y="119063"/>
                        </a:lnTo>
                        <a:close/>
                      </a:path>
                    </a:pathLst>
                  </a:custGeom>
                  <a:solidFill>
                    <a:srgbClr val="FF99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1" name="Google Shape;2711;p39"/>
                  <p:cNvSpPr/>
                  <p:nvPr/>
                </p:nvSpPr>
                <p:spPr>
                  <a:xfrm>
                    <a:off x="5558980" y="4500562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2" name="Google Shape;2712;p39"/>
                  <p:cNvSpPr/>
                  <p:nvPr/>
                </p:nvSpPr>
                <p:spPr>
                  <a:xfrm>
                    <a:off x="5439918" y="447084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3" name="Google Shape;2713;p39"/>
                  <p:cNvSpPr/>
                  <p:nvPr/>
                </p:nvSpPr>
                <p:spPr>
                  <a:xfrm>
                    <a:off x="5469731" y="444103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4" name="Google Shape;2714;p39"/>
                  <p:cNvSpPr/>
                  <p:nvPr/>
                </p:nvSpPr>
                <p:spPr>
                  <a:xfrm>
                    <a:off x="5439918" y="4321968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5" name="Google Shape;2715;p39"/>
                  <p:cNvSpPr/>
                  <p:nvPr/>
                </p:nvSpPr>
                <p:spPr>
                  <a:xfrm>
                    <a:off x="5350668" y="4381499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6" name="Google Shape;2716;p39"/>
                  <p:cNvSpPr/>
                  <p:nvPr/>
                </p:nvSpPr>
                <p:spPr>
                  <a:xfrm>
                    <a:off x="5380482" y="444103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7" name="Google Shape;2717;p39"/>
                  <p:cNvSpPr/>
                  <p:nvPr/>
                </p:nvSpPr>
                <p:spPr>
                  <a:xfrm>
                    <a:off x="5410200" y="4411217"/>
                    <a:ext cx="59531" cy="29718"/>
                  </a:xfrm>
                  <a:custGeom>
                    <a:rect b="b" l="l" r="r" t="t"/>
                    <a:pathLst>
                      <a:path extrusionOk="0" h="29718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8" name="Google Shape;2718;p39"/>
                  <p:cNvSpPr/>
                  <p:nvPr/>
                </p:nvSpPr>
                <p:spPr>
                  <a:xfrm>
                    <a:off x="5291137" y="444103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9" name="Google Shape;2719;p39"/>
                  <p:cNvSpPr/>
                  <p:nvPr/>
                </p:nvSpPr>
                <p:spPr>
                  <a:xfrm>
                    <a:off x="5320855" y="4470844"/>
                    <a:ext cx="59531" cy="29718"/>
                  </a:xfrm>
                  <a:custGeom>
                    <a:rect b="b" l="l" r="r" t="t"/>
                    <a:pathLst>
                      <a:path extrusionOk="0" h="29718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20" name="Google Shape;2720;p39"/>
                  <p:cNvSpPr/>
                  <p:nvPr/>
                </p:nvSpPr>
                <p:spPr>
                  <a:xfrm>
                    <a:off x="5380482" y="4351781"/>
                    <a:ext cx="59531" cy="29718"/>
                  </a:xfrm>
                  <a:custGeom>
                    <a:rect b="b" l="l" r="r" t="t"/>
                    <a:pathLst>
                      <a:path extrusionOk="0" h="29718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21" name="Google Shape;2721;p39"/>
                  <p:cNvSpPr/>
                  <p:nvPr/>
                </p:nvSpPr>
                <p:spPr>
                  <a:xfrm>
                    <a:off x="5320855" y="4351781"/>
                    <a:ext cx="148875" cy="119062"/>
                  </a:xfrm>
                  <a:custGeom>
                    <a:rect b="b" l="l" r="r" t="t"/>
                    <a:pathLst>
                      <a:path extrusionOk="0" h="119062" w="148875">
                        <a:moveTo>
                          <a:pt x="0" y="119063"/>
                        </a:moveTo>
                        <a:lnTo>
                          <a:pt x="0" y="89249"/>
                        </a:lnTo>
                        <a:lnTo>
                          <a:pt x="29813" y="89249"/>
                        </a:lnTo>
                        <a:lnTo>
                          <a:pt x="29813" y="59436"/>
                        </a:lnTo>
                        <a:lnTo>
                          <a:pt x="59627" y="59436"/>
                        </a:lnTo>
                        <a:lnTo>
                          <a:pt x="59627" y="29718"/>
                        </a:lnTo>
                        <a:lnTo>
                          <a:pt x="119063" y="29718"/>
                        </a:lnTo>
                        <a:lnTo>
                          <a:pt x="119063" y="0"/>
                        </a:lnTo>
                        <a:lnTo>
                          <a:pt x="148876" y="0"/>
                        </a:lnTo>
                        <a:lnTo>
                          <a:pt x="148876" y="59436"/>
                        </a:lnTo>
                        <a:lnTo>
                          <a:pt x="89345" y="59436"/>
                        </a:lnTo>
                        <a:lnTo>
                          <a:pt x="89345" y="89249"/>
                        </a:lnTo>
                        <a:lnTo>
                          <a:pt x="59627" y="89249"/>
                        </a:lnTo>
                        <a:lnTo>
                          <a:pt x="59627" y="119063"/>
                        </a:lnTo>
                        <a:lnTo>
                          <a:pt x="0" y="119063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22" name="Google Shape;2722;p39"/>
                  <p:cNvSpPr/>
                  <p:nvPr/>
                </p:nvSpPr>
                <p:spPr>
                  <a:xfrm>
                    <a:off x="5320855" y="4411217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23" name="Google Shape;2723;p39"/>
                  <p:cNvSpPr/>
                  <p:nvPr/>
                </p:nvSpPr>
                <p:spPr>
                  <a:xfrm>
                    <a:off x="5410200" y="4500562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24" name="Google Shape;2724;p39"/>
                  <p:cNvSpPr/>
                  <p:nvPr/>
                </p:nvSpPr>
                <p:spPr>
                  <a:xfrm>
                    <a:off x="5380482" y="453028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25" name="Google Shape;2725;p39"/>
                  <p:cNvSpPr/>
                  <p:nvPr/>
                </p:nvSpPr>
                <p:spPr>
                  <a:xfrm>
                    <a:off x="5350668" y="4560093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26" name="Google Shape;2726;p39"/>
                  <p:cNvSpPr/>
                  <p:nvPr/>
                </p:nvSpPr>
                <p:spPr>
                  <a:xfrm>
                    <a:off x="5529262" y="453028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27" name="Google Shape;2727;p39"/>
                  <p:cNvSpPr/>
                  <p:nvPr/>
                </p:nvSpPr>
                <p:spPr>
                  <a:xfrm>
                    <a:off x="5499544" y="4560093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28" name="Google Shape;2728;p39"/>
                  <p:cNvSpPr/>
                  <p:nvPr/>
                </p:nvSpPr>
                <p:spPr>
                  <a:xfrm>
                    <a:off x="5469731" y="4589906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29" name="Google Shape;2729;p39"/>
                  <p:cNvSpPr/>
                  <p:nvPr/>
                </p:nvSpPr>
                <p:spPr>
                  <a:xfrm>
                    <a:off x="5439918" y="461962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30" name="Google Shape;2730;p39"/>
                  <p:cNvSpPr/>
                  <p:nvPr/>
                </p:nvSpPr>
                <p:spPr>
                  <a:xfrm>
                    <a:off x="5410200" y="4649342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31" name="Google Shape;2731;p39"/>
                  <p:cNvSpPr/>
                  <p:nvPr/>
                </p:nvSpPr>
                <p:spPr>
                  <a:xfrm>
                    <a:off x="5439918" y="4708969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32" name="Google Shape;2732;p39"/>
                  <p:cNvSpPr/>
                  <p:nvPr/>
                </p:nvSpPr>
                <p:spPr>
                  <a:xfrm>
                    <a:off x="5380482" y="461962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33" name="Google Shape;2733;p39"/>
                  <p:cNvSpPr/>
                  <p:nvPr/>
                </p:nvSpPr>
                <p:spPr>
                  <a:xfrm>
                    <a:off x="5410200" y="4589906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34" name="Google Shape;2734;p39"/>
                  <p:cNvSpPr/>
                  <p:nvPr/>
                </p:nvSpPr>
                <p:spPr>
                  <a:xfrm>
                    <a:off x="5439918" y="4560093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35" name="Google Shape;2735;p39"/>
                  <p:cNvSpPr/>
                  <p:nvPr/>
                </p:nvSpPr>
                <p:spPr>
                  <a:xfrm>
                    <a:off x="5469731" y="453028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36" name="Google Shape;2736;p39"/>
                  <p:cNvSpPr/>
                  <p:nvPr/>
                </p:nvSpPr>
                <p:spPr>
                  <a:xfrm>
                    <a:off x="5380482" y="4470844"/>
                    <a:ext cx="148780" cy="148780"/>
                  </a:xfrm>
                  <a:custGeom>
                    <a:rect b="b" l="l" r="r" t="t"/>
                    <a:pathLst>
                      <a:path extrusionOk="0" h="148780" w="148780">
                        <a:moveTo>
                          <a:pt x="0" y="148780"/>
                        </a:moveTo>
                        <a:lnTo>
                          <a:pt x="0" y="89249"/>
                        </a:lnTo>
                        <a:lnTo>
                          <a:pt x="29718" y="89249"/>
                        </a:lnTo>
                        <a:lnTo>
                          <a:pt x="29718" y="59436"/>
                        </a:lnTo>
                        <a:lnTo>
                          <a:pt x="59436" y="59436"/>
                        </a:lnTo>
                        <a:lnTo>
                          <a:pt x="59436" y="29718"/>
                        </a:lnTo>
                        <a:lnTo>
                          <a:pt x="89249" y="29718"/>
                        </a:lnTo>
                        <a:lnTo>
                          <a:pt x="89249" y="0"/>
                        </a:lnTo>
                        <a:lnTo>
                          <a:pt x="148780" y="0"/>
                        </a:lnTo>
                        <a:lnTo>
                          <a:pt x="148780" y="29718"/>
                        </a:lnTo>
                        <a:lnTo>
                          <a:pt x="119063" y="29718"/>
                        </a:lnTo>
                        <a:lnTo>
                          <a:pt x="119063" y="59436"/>
                        </a:lnTo>
                        <a:lnTo>
                          <a:pt x="89249" y="59436"/>
                        </a:lnTo>
                        <a:lnTo>
                          <a:pt x="89249" y="89249"/>
                        </a:lnTo>
                        <a:lnTo>
                          <a:pt x="59436" y="89249"/>
                        </a:lnTo>
                        <a:lnTo>
                          <a:pt x="59436" y="119063"/>
                        </a:lnTo>
                        <a:lnTo>
                          <a:pt x="29718" y="119063"/>
                        </a:lnTo>
                        <a:lnTo>
                          <a:pt x="29718" y="148780"/>
                        </a:lnTo>
                        <a:lnTo>
                          <a:pt x="0" y="148780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37" name="Google Shape;2737;p39"/>
                  <p:cNvSpPr/>
                  <p:nvPr/>
                </p:nvSpPr>
                <p:spPr>
                  <a:xfrm>
                    <a:off x="5499544" y="4500562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38" name="Google Shape;2738;p39"/>
                  <p:cNvSpPr/>
                  <p:nvPr/>
                </p:nvSpPr>
                <p:spPr>
                  <a:xfrm>
                    <a:off x="5469731" y="4679155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39" name="Google Shape;2739;p39"/>
                  <p:cNvSpPr/>
                  <p:nvPr/>
                </p:nvSpPr>
                <p:spPr>
                  <a:xfrm>
                    <a:off x="5499544" y="4649342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40" name="Google Shape;2740;p39"/>
                  <p:cNvSpPr/>
                  <p:nvPr/>
                </p:nvSpPr>
                <p:spPr>
                  <a:xfrm>
                    <a:off x="5529262" y="461962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41" name="Google Shape;2741;p39"/>
                  <p:cNvSpPr/>
                  <p:nvPr/>
                </p:nvSpPr>
                <p:spPr>
                  <a:xfrm>
                    <a:off x="5558980" y="4589906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42" name="Google Shape;2742;p39"/>
                  <p:cNvSpPr/>
                  <p:nvPr/>
                </p:nvSpPr>
                <p:spPr>
                  <a:xfrm>
                    <a:off x="5469731" y="3548062"/>
                    <a:ext cx="297656" cy="1220342"/>
                  </a:xfrm>
                  <a:custGeom>
                    <a:rect b="b" l="l" r="r" t="t"/>
                    <a:pathLst>
                      <a:path extrusionOk="0" h="1220342" w="297656">
                        <a:moveTo>
                          <a:pt x="0" y="654844"/>
                        </a:moveTo>
                        <a:lnTo>
                          <a:pt x="0" y="476250"/>
                        </a:lnTo>
                        <a:lnTo>
                          <a:pt x="29813" y="476250"/>
                        </a:lnTo>
                        <a:lnTo>
                          <a:pt x="29813" y="386905"/>
                        </a:lnTo>
                        <a:lnTo>
                          <a:pt x="59531" y="386905"/>
                        </a:lnTo>
                        <a:lnTo>
                          <a:pt x="59531" y="59531"/>
                        </a:lnTo>
                        <a:lnTo>
                          <a:pt x="89249" y="59531"/>
                        </a:lnTo>
                        <a:lnTo>
                          <a:pt x="89249" y="29718"/>
                        </a:lnTo>
                        <a:lnTo>
                          <a:pt x="148876" y="29718"/>
                        </a:lnTo>
                        <a:lnTo>
                          <a:pt x="148876" y="0"/>
                        </a:lnTo>
                        <a:lnTo>
                          <a:pt x="208312" y="0"/>
                        </a:lnTo>
                        <a:lnTo>
                          <a:pt x="208312" y="29718"/>
                        </a:lnTo>
                        <a:lnTo>
                          <a:pt x="267938" y="29718"/>
                        </a:lnTo>
                        <a:lnTo>
                          <a:pt x="267938" y="59531"/>
                        </a:lnTo>
                        <a:lnTo>
                          <a:pt x="297656" y="59531"/>
                        </a:lnTo>
                        <a:lnTo>
                          <a:pt x="297656" y="148780"/>
                        </a:lnTo>
                        <a:lnTo>
                          <a:pt x="267938" y="148780"/>
                        </a:lnTo>
                        <a:lnTo>
                          <a:pt x="267938" y="238125"/>
                        </a:lnTo>
                        <a:lnTo>
                          <a:pt x="238125" y="238125"/>
                        </a:lnTo>
                        <a:lnTo>
                          <a:pt x="238125" y="327470"/>
                        </a:lnTo>
                        <a:lnTo>
                          <a:pt x="208312" y="327470"/>
                        </a:lnTo>
                        <a:lnTo>
                          <a:pt x="208312" y="386905"/>
                        </a:lnTo>
                        <a:lnTo>
                          <a:pt x="238125" y="386905"/>
                        </a:lnTo>
                        <a:lnTo>
                          <a:pt x="238125" y="505968"/>
                        </a:lnTo>
                        <a:lnTo>
                          <a:pt x="267938" y="505968"/>
                        </a:lnTo>
                        <a:lnTo>
                          <a:pt x="267938" y="595313"/>
                        </a:lnTo>
                        <a:lnTo>
                          <a:pt x="297656" y="595313"/>
                        </a:lnTo>
                        <a:lnTo>
                          <a:pt x="297656" y="773906"/>
                        </a:lnTo>
                        <a:lnTo>
                          <a:pt x="267938" y="773906"/>
                        </a:lnTo>
                        <a:lnTo>
                          <a:pt x="267938" y="982218"/>
                        </a:lnTo>
                        <a:lnTo>
                          <a:pt x="238125" y="982218"/>
                        </a:lnTo>
                        <a:lnTo>
                          <a:pt x="238125" y="1101281"/>
                        </a:lnTo>
                        <a:lnTo>
                          <a:pt x="208312" y="1101281"/>
                        </a:lnTo>
                        <a:lnTo>
                          <a:pt x="208312" y="1220343"/>
                        </a:lnTo>
                        <a:lnTo>
                          <a:pt x="178594" y="1220343"/>
                        </a:lnTo>
                        <a:lnTo>
                          <a:pt x="178594" y="1190625"/>
                        </a:lnTo>
                        <a:lnTo>
                          <a:pt x="148876" y="1190625"/>
                        </a:lnTo>
                        <a:lnTo>
                          <a:pt x="148876" y="1071563"/>
                        </a:lnTo>
                        <a:lnTo>
                          <a:pt x="178594" y="1071563"/>
                        </a:lnTo>
                        <a:lnTo>
                          <a:pt x="178594" y="952500"/>
                        </a:lnTo>
                        <a:lnTo>
                          <a:pt x="208312" y="952500"/>
                        </a:lnTo>
                        <a:lnTo>
                          <a:pt x="208312" y="833438"/>
                        </a:lnTo>
                        <a:lnTo>
                          <a:pt x="178594" y="833438"/>
                        </a:lnTo>
                        <a:lnTo>
                          <a:pt x="178594" y="714375"/>
                        </a:lnTo>
                        <a:lnTo>
                          <a:pt x="148876" y="714375"/>
                        </a:lnTo>
                        <a:lnTo>
                          <a:pt x="148876" y="625030"/>
                        </a:lnTo>
                        <a:lnTo>
                          <a:pt x="119063" y="625030"/>
                        </a:lnTo>
                        <a:lnTo>
                          <a:pt x="119063" y="714375"/>
                        </a:lnTo>
                        <a:lnTo>
                          <a:pt x="89249" y="714375"/>
                        </a:lnTo>
                        <a:lnTo>
                          <a:pt x="89249" y="922782"/>
                        </a:lnTo>
                        <a:lnTo>
                          <a:pt x="59531" y="922782"/>
                        </a:lnTo>
                        <a:lnTo>
                          <a:pt x="29813" y="922782"/>
                        </a:lnTo>
                        <a:lnTo>
                          <a:pt x="29813" y="654844"/>
                        </a:lnTo>
                        <a:lnTo>
                          <a:pt x="0" y="654844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43" name="Google Shape;2743;p39"/>
                  <p:cNvSpPr/>
                  <p:nvPr/>
                </p:nvSpPr>
                <p:spPr>
                  <a:xfrm>
                    <a:off x="5439917" y="4262437"/>
                    <a:ext cx="208407" cy="446532"/>
                  </a:xfrm>
                  <a:custGeom>
                    <a:rect b="b" l="l" r="r" t="t"/>
                    <a:pathLst>
                      <a:path extrusionOk="0" h="446532" w="208407">
                        <a:moveTo>
                          <a:pt x="0" y="446532"/>
                        </a:moveTo>
                        <a:lnTo>
                          <a:pt x="0" y="386905"/>
                        </a:lnTo>
                        <a:lnTo>
                          <a:pt x="29813" y="386905"/>
                        </a:lnTo>
                        <a:lnTo>
                          <a:pt x="29813" y="357188"/>
                        </a:lnTo>
                        <a:lnTo>
                          <a:pt x="59627" y="357188"/>
                        </a:lnTo>
                        <a:lnTo>
                          <a:pt x="59627" y="327470"/>
                        </a:lnTo>
                        <a:lnTo>
                          <a:pt x="89345" y="327470"/>
                        </a:lnTo>
                        <a:lnTo>
                          <a:pt x="89345" y="297656"/>
                        </a:lnTo>
                        <a:lnTo>
                          <a:pt x="119063" y="297656"/>
                        </a:lnTo>
                        <a:lnTo>
                          <a:pt x="119063" y="267843"/>
                        </a:lnTo>
                        <a:lnTo>
                          <a:pt x="148876" y="267843"/>
                        </a:lnTo>
                        <a:lnTo>
                          <a:pt x="148876" y="238125"/>
                        </a:lnTo>
                        <a:lnTo>
                          <a:pt x="119063" y="238125"/>
                        </a:lnTo>
                        <a:lnTo>
                          <a:pt x="119063" y="208407"/>
                        </a:lnTo>
                        <a:lnTo>
                          <a:pt x="148876" y="208407"/>
                        </a:lnTo>
                        <a:lnTo>
                          <a:pt x="148876" y="0"/>
                        </a:lnTo>
                        <a:lnTo>
                          <a:pt x="178689" y="0"/>
                        </a:lnTo>
                        <a:lnTo>
                          <a:pt x="178689" y="119063"/>
                        </a:lnTo>
                        <a:lnTo>
                          <a:pt x="208407" y="119063"/>
                        </a:lnTo>
                        <a:lnTo>
                          <a:pt x="208407" y="238125"/>
                        </a:lnTo>
                        <a:lnTo>
                          <a:pt x="178689" y="238125"/>
                        </a:lnTo>
                        <a:lnTo>
                          <a:pt x="178689" y="357188"/>
                        </a:lnTo>
                        <a:lnTo>
                          <a:pt x="148876" y="357188"/>
                        </a:lnTo>
                        <a:lnTo>
                          <a:pt x="148876" y="327470"/>
                        </a:lnTo>
                        <a:lnTo>
                          <a:pt x="119063" y="327470"/>
                        </a:lnTo>
                        <a:lnTo>
                          <a:pt x="119063" y="357188"/>
                        </a:lnTo>
                        <a:lnTo>
                          <a:pt x="89345" y="357188"/>
                        </a:lnTo>
                        <a:lnTo>
                          <a:pt x="89345" y="386905"/>
                        </a:lnTo>
                        <a:lnTo>
                          <a:pt x="59627" y="386905"/>
                        </a:lnTo>
                        <a:lnTo>
                          <a:pt x="59627" y="416719"/>
                        </a:lnTo>
                        <a:lnTo>
                          <a:pt x="29813" y="416719"/>
                        </a:lnTo>
                        <a:lnTo>
                          <a:pt x="29813" y="446532"/>
                        </a:lnTo>
                        <a:lnTo>
                          <a:pt x="0" y="446532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44" name="Google Shape;2744;p39"/>
                  <p:cNvSpPr/>
                  <p:nvPr/>
                </p:nvSpPr>
                <p:spPr>
                  <a:xfrm>
                    <a:off x="5588793" y="4619624"/>
                    <a:ext cx="29718" cy="119062"/>
                  </a:xfrm>
                  <a:custGeom>
                    <a:rect b="b" l="l" r="r" t="t"/>
                    <a:pathLst>
                      <a:path extrusionOk="0" h="119062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19063"/>
                        </a:lnTo>
                        <a:lnTo>
                          <a:pt x="0" y="119063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745" name="Google Shape;2745;p39"/>
                <p:cNvSpPr/>
                <p:nvPr/>
              </p:nvSpPr>
              <p:spPr>
                <a:xfrm>
                  <a:off x="5648325" y="470896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46" name="Google Shape;2746;p39"/>
                <p:cNvSpPr/>
                <p:nvPr/>
              </p:nvSpPr>
              <p:spPr>
                <a:xfrm>
                  <a:off x="5439918" y="4679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47" name="Google Shape;2747;p39"/>
                <p:cNvSpPr/>
                <p:nvPr/>
              </p:nvSpPr>
              <p:spPr>
                <a:xfrm>
                  <a:off x="5380482" y="4589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48" name="Google Shape;2748;p39"/>
                <p:cNvSpPr/>
                <p:nvPr/>
              </p:nvSpPr>
              <p:spPr>
                <a:xfrm>
                  <a:off x="5469731" y="46493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49" name="Google Shape;2749;p39"/>
                <p:cNvSpPr/>
                <p:nvPr/>
              </p:nvSpPr>
              <p:spPr>
                <a:xfrm>
                  <a:off x="5410200" y="45600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50" name="Google Shape;2750;p39"/>
                <p:cNvSpPr/>
                <p:nvPr/>
              </p:nvSpPr>
              <p:spPr>
                <a:xfrm>
                  <a:off x="5529262" y="4411217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51" name="Google Shape;2751;p39"/>
                <p:cNvSpPr/>
                <p:nvPr/>
              </p:nvSpPr>
              <p:spPr>
                <a:xfrm rot="10800000">
                  <a:off x="5648325" y="38457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52" name="Google Shape;2752;p39"/>
                <p:cNvSpPr/>
                <p:nvPr/>
              </p:nvSpPr>
              <p:spPr>
                <a:xfrm rot="10800000">
                  <a:off x="5588793" y="3816095"/>
                  <a:ext cx="59531" cy="29717"/>
                </a:xfrm>
                <a:custGeom>
                  <a:rect b="b" l="l" r="r" t="t"/>
                  <a:pathLst>
                    <a:path extrusionOk="0" h="29717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53" name="Google Shape;2753;p39"/>
                <p:cNvSpPr/>
                <p:nvPr/>
              </p:nvSpPr>
              <p:spPr>
                <a:xfrm rot="10800000">
                  <a:off x="5529262" y="3845718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54" name="Google Shape;2754;p39"/>
                <p:cNvSpPr/>
                <p:nvPr/>
              </p:nvSpPr>
              <p:spPr>
                <a:xfrm rot="10800000">
                  <a:off x="5559171" y="453047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55" name="Google Shape;2755;p39"/>
                <p:cNvSpPr/>
                <p:nvPr/>
              </p:nvSpPr>
              <p:spPr>
                <a:xfrm rot="10800000">
                  <a:off x="5559171" y="447084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56" name="Google Shape;2756;p39"/>
                <p:cNvSpPr/>
                <p:nvPr/>
              </p:nvSpPr>
              <p:spPr>
                <a:xfrm rot="10800000">
                  <a:off x="5588793" y="4560093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57" name="Google Shape;2757;p39"/>
                <p:cNvSpPr/>
                <p:nvPr/>
              </p:nvSpPr>
              <p:spPr>
                <a:xfrm rot="10800000">
                  <a:off x="5707856" y="464953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58" name="Google Shape;2758;p39"/>
                <p:cNvSpPr/>
                <p:nvPr/>
              </p:nvSpPr>
              <p:spPr>
                <a:xfrm rot="10800000">
                  <a:off x="5737669" y="4679155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59" name="Google Shape;2759;p39"/>
                <p:cNvSpPr/>
                <p:nvPr/>
              </p:nvSpPr>
              <p:spPr>
                <a:xfrm rot="10800000">
                  <a:off x="5678233" y="48280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60" name="Google Shape;2760;p39"/>
                <p:cNvSpPr/>
                <p:nvPr/>
              </p:nvSpPr>
              <p:spPr>
                <a:xfrm rot="10800000">
                  <a:off x="5707951" y="476850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61" name="Google Shape;2761;p39"/>
                <p:cNvSpPr/>
                <p:nvPr/>
              </p:nvSpPr>
              <p:spPr>
                <a:xfrm>
                  <a:off x="5678043" y="4917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62" name="Google Shape;2762;p39"/>
                <p:cNvSpPr/>
                <p:nvPr/>
              </p:nvSpPr>
              <p:spPr>
                <a:xfrm>
                  <a:off x="5916168" y="4917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63" name="Google Shape;2763;p39"/>
                <p:cNvSpPr/>
                <p:nvPr/>
              </p:nvSpPr>
              <p:spPr>
                <a:xfrm>
                  <a:off x="5856732" y="488746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64" name="Google Shape;2764;p39"/>
                <p:cNvSpPr/>
                <p:nvPr/>
              </p:nvSpPr>
              <p:spPr>
                <a:xfrm>
                  <a:off x="5707856" y="494709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65" name="Google Shape;2765;p39"/>
                <p:cNvSpPr/>
                <p:nvPr/>
              </p:nvSpPr>
              <p:spPr>
                <a:xfrm>
                  <a:off x="5707856" y="488746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66" name="Google Shape;2766;p39"/>
                <p:cNvSpPr/>
                <p:nvPr/>
              </p:nvSpPr>
              <p:spPr>
                <a:xfrm>
                  <a:off x="5856732" y="494709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67" name="Google Shape;2767;p39"/>
                <p:cNvSpPr/>
                <p:nvPr/>
              </p:nvSpPr>
              <p:spPr>
                <a:xfrm>
                  <a:off x="5767387" y="4976812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68" name="Google Shape;2768;p39"/>
                <p:cNvSpPr/>
                <p:nvPr/>
              </p:nvSpPr>
              <p:spPr>
                <a:xfrm>
                  <a:off x="5707856" y="4887467"/>
                  <a:ext cx="208311" cy="89344"/>
                </a:xfrm>
                <a:custGeom>
                  <a:rect b="b" l="l" r="r" t="t"/>
                  <a:pathLst>
                    <a:path extrusionOk="0" h="89344" w="208311">
                      <a:moveTo>
                        <a:pt x="0" y="59627"/>
                      </a:moveTo>
                      <a:lnTo>
                        <a:pt x="0" y="29813"/>
                      </a:lnTo>
                      <a:lnTo>
                        <a:pt x="59531" y="29813"/>
                      </a:lnTo>
                      <a:lnTo>
                        <a:pt x="59531" y="0"/>
                      </a:lnTo>
                      <a:lnTo>
                        <a:pt x="148876" y="0"/>
                      </a:lnTo>
                      <a:lnTo>
                        <a:pt x="148876" y="29813"/>
                      </a:lnTo>
                      <a:lnTo>
                        <a:pt x="208312" y="29813"/>
                      </a:lnTo>
                      <a:lnTo>
                        <a:pt x="208312" y="59627"/>
                      </a:lnTo>
                      <a:lnTo>
                        <a:pt x="148876" y="59627"/>
                      </a:lnTo>
                      <a:lnTo>
                        <a:pt x="148876" y="89345"/>
                      </a:lnTo>
                      <a:lnTo>
                        <a:pt x="59531" y="89345"/>
                      </a:lnTo>
                      <a:lnTo>
                        <a:pt x="59531" y="59627"/>
                      </a:lnTo>
                      <a:lnTo>
                        <a:pt x="0" y="59627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69" name="Google Shape;2769;p39"/>
                <p:cNvSpPr/>
                <p:nvPr/>
              </p:nvSpPr>
              <p:spPr>
                <a:xfrm>
                  <a:off x="5767387" y="4857749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70" name="Google Shape;2770;p39"/>
                <p:cNvSpPr/>
                <p:nvPr/>
              </p:nvSpPr>
              <p:spPr>
                <a:xfrm>
                  <a:off x="5588793" y="488746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71" name="Google Shape;2771;p39"/>
                <p:cNvSpPr/>
                <p:nvPr/>
              </p:nvSpPr>
              <p:spPr>
                <a:xfrm>
                  <a:off x="5350668" y="488746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72" name="Google Shape;2772;p39"/>
                <p:cNvSpPr/>
                <p:nvPr/>
              </p:nvSpPr>
              <p:spPr>
                <a:xfrm>
                  <a:off x="5380482" y="485774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73" name="Google Shape;2773;p39"/>
                <p:cNvSpPr/>
                <p:nvPr/>
              </p:nvSpPr>
              <p:spPr>
                <a:xfrm>
                  <a:off x="5529262" y="491728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74" name="Google Shape;2774;p39"/>
                <p:cNvSpPr/>
                <p:nvPr/>
              </p:nvSpPr>
              <p:spPr>
                <a:xfrm>
                  <a:off x="5529262" y="485774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75" name="Google Shape;2775;p39"/>
                <p:cNvSpPr/>
                <p:nvPr/>
              </p:nvSpPr>
              <p:spPr>
                <a:xfrm>
                  <a:off x="5380482" y="491728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76" name="Google Shape;2776;p39"/>
                <p:cNvSpPr/>
                <p:nvPr/>
              </p:nvSpPr>
              <p:spPr>
                <a:xfrm>
                  <a:off x="5439918" y="4947094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77" name="Google Shape;2777;p39"/>
                <p:cNvSpPr/>
                <p:nvPr/>
              </p:nvSpPr>
              <p:spPr>
                <a:xfrm>
                  <a:off x="5380482" y="4857749"/>
                  <a:ext cx="208311" cy="89344"/>
                </a:xfrm>
                <a:custGeom>
                  <a:rect b="b" l="l" r="r" t="t"/>
                  <a:pathLst>
                    <a:path extrusionOk="0" h="89344" w="208311">
                      <a:moveTo>
                        <a:pt x="0" y="59531"/>
                      </a:moveTo>
                      <a:lnTo>
                        <a:pt x="0" y="29718"/>
                      </a:lnTo>
                      <a:lnTo>
                        <a:pt x="59436" y="29718"/>
                      </a:lnTo>
                      <a:lnTo>
                        <a:pt x="59436" y="0"/>
                      </a:lnTo>
                      <a:lnTo>
                        <a:pt x="148780" y="0"/>
                      </a:lnTo>
                      <a:lnTo>
                        <a:pt x="148780" y="29718"/>
                      </a:lnTo>
                      <a:lnTo>
                        <a:pt x="208312" y="29718"/>
                      </a:lnTo>
                      <a:lnTo>
                        <a:pt x="208312" y="59531"/>
                      </a:lnTo>
                      <a:lnTo>
                        <a:pt x="148780" y="59531"/>
                      </a:lnTo>
                      <a:lnTo>
                        <a:pt x="148780" y="89345"/>
                      </a:lnTo>
                      <a:lnTo>
                        <a:pt x="59436" y="89345"/>
                      </a:lnTo>
                      <a:lnTo>
                        <a:pt x="59436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78" name="Google Shape;2778;p39"/>
                <p:cNvSpPr/>
                <p:nvPr/>
              </p:nvSpPr>
              <p:spPr>
                <a:xfrm>
                  <a:off x="5439918" y="4828031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79" name="Google Shape;2779;p39"/>
                <p:cNvSpPr/>
                <p:nvPr/>
              </p:nvSpPr>
              <p:spPr>
                <a:xfrm rot="10800000">
                  <a:off x="5648420" y="485774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80" name="Google Shape;2780;p39"/>
                <p:cNvSpPr/>
                <p:nvPr/>
              </p:nvSpPr>
              <p:spPr>
                <a:xfrm rot="10800000">
                  <a:off x="5618606" y="491728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81" name="Google Shape;2781;p39"/>
                <p:cNvSpPr/>
                <p:nvPr/>
              </p:nvSpPr>
              <p:spPr>
                <a:xfrm>
                  <a:off x="5648325" y="49768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82" name="Google Shape;2782;p39"/>
                <p:cNvSpPr/>
                <p:nvPr/>
              </p:nvSpPr>
              <p:spPr>
                <a:xfrm>
                  <a:off x="5618607" y="500653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83" name="Google Shape;2783;p39"/>
                <p:cNvSpPr/>
                <p:nvPr/>
              </p:nvSpPr>
              <p:spPr>
                <a:xfrm>
                  <a:off x="5678043" y="5155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84" name="Google Shape;2784;p39"/>
                <p:cNvSpPr/>
                <p:nvPr/>
              </p:nvSpPr>
              <p:spPr>
                <a:xfrm>
                  <a:off x="5767387" y="50661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85" name="Google Shape;2785;p39"/>
                <p:cNvSpPr/>
                <p:nvPr/>
              </p:nvSpPr>
              <p:spPr>
                <a:xfrm>
                  <a:off x="5707856" y="5036343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86" name="Google Shape;2786;p39"/>
                <p:cNvSpPr/>
                <p:nvPr/>
              </p:nvSpPr>
              <p:spPr>
                <a:xfrm>
                  <a:off x="5678043" y="5006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87" name="Google Shape;2787;p39"/>
                <p:cNvSpPr/>
                <p:nvPr/>
              </p:nvSpPr>
              <p:spPr>
                <a:xfrm>
                  <a:off x="5767387" y="5155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88" name="Google Shape;2788;p39"/>
                <p:cNvSpPr/>
                <p:nvPr/>
              </p:nvSpPr>
              <p:spPr>
                <a:xfrm>
                  <a:off x="5707856" y="518521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89" name="Google Shape;2789;p39"/>
                <p:cNvSpPr/>
                <p:nvPr/>
              </p:nvSpPr>
              <p:spPr>
                <a:xfrm>
                  <a:off x="5797105" y="509587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90" name="Google Shape;2790;p39"/>
                <p:cNvSpPr/>
                <p:nvPr/>
              </p:nvSpPr>
              <p:spPr>
                <a:xfrm>
                  <a:off x="5648325" y="5006529"/>
                  <a:ext cx="148780" cy="178689"/>
                </a:xfrm>
                <a:custGeom>
                  <a:rect b="b" l="l" r="r" t="t"/>
                  <a:pathLst>
                    <a:path extrusionOk="0" h="178689" w="148780">
                      <a:moveTo>
                        <a:pt x="0" y="59627"/>
                      </a:moveTo>
                      <a:lnTo>
                        <a:pt x="0" y="0"/>
                      </a:lnTo>
                      <a:lnTo>
                        <a:pt x="29718" y="0"/>
                      </a:lnTo>
                      <a:lnTo>
                        <a:pt x="29718" y="29813"/>
                      </a:lnTo>
                      <a:lnTo>
                        <a:pt x="59531" y="29813"/>
                      </a:lnTo>
                      <a:lnTo>
                        <a:pt x="59531" y="59627"/>
                      </a:lnTo>
                      <a:lnTo>
                        <a:pt x="119063" y="59627"/>
                      </a:lnTo>
                      <a:lnTo>
                        <a:pt x="119063" y="89345"/>
                      </a:lnTo>
                      <a:lnTo>
                        <a:pt x="148780" y="89345"/>
                      </a:lnTo>
                      <a:lnTo>
                        <a:pt x="148780" y="148876"/>
                      </a:lnTo>
                      <a:lnTo>
                        <a:pt x="119063" y="148876"/>
                      </a:lnTo>
                      <a:lnTo>
                        <a:pt x="119063" y="178689"/>
                      </a:lnTo>
                      <a:lnTo>
                        <a:pt x="59531" y="178689"/>
                      </a:lnTo>
                      <a:lnTo>
                        <a:pt x="59531" y="148876"/>
                      </a:lnTo>
                      <a:lnTo>
                        <a:pt x="29718" y="148876"/>
                      </a:lnTo>
                      <a:lnTo>
                        <a:pt x="29718" y="59627"/>
                      </a:lnTo>
                      <a:lnTo>
                        <a:pt x="0" y="59627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91" name="Google Shape;2791;p39"/>
                <p:cNvSpPr/>
                <p:nvPr/>
              </p:nvSpPr>
              <p:spPr>
                <a:xfrm>
                  <a:off x="5648325" y="5066156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92" name="Google Shape;2792;p39"/>
                <p:cNvSpPr/>
                <p:nvPr/>
              </p:nvSpPr>
              <p:spPr>
                <a:xfrm>
                  <a:off x="5588793" y="49768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93" name="Google Shape;2793;p39"/>
                <p:cNvSpPr/>
                <p:nvPr/>
              </p:nvSpPr>
              <p:spPr>
                <a:xfrm>
                  <a:off x="5558980" y="5155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94" name="Google Shape;2794;p39"/>
                <p:cNvSpPr/>
                <p:nvPr/>
              </p:nvSpPr>
              <p:spPr>
                <a:xfrm>
                  <a:off x="5469731" y="50661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95" name="Google Shape;2795;p39"/>
                <p:cNvSpPr/>
                <p:nvPr/>
              </p:nvSpPr>
              <p:spPr>
                <a:xfrm>
                  <a:off x="5499544" y="5036343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96" name="Google Shape;2796;p39"/>
                <p:cNvSpPr/>
                <p:nvPr/>
              </p:nvSpPr>
              <p:spPr>
                <a:xfrm>
                  <a:off x="5558980" y="5006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97" name="Google Shape;2797;p39"/>
                <p:cNvSpPr/>
                <p:nvPr/>
              </p:nvSpPr>
              <p:spPr>
                <a:xfrm>
                  <a:off x="5469731" y="5155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98" name="Google Shape;2798;p39"/>
                <p:cNvSpPr/>
                <p:nvPr/>
              </p:nvSpPr>
              <p:spPr>
                <a:xfrm>
                  <a:off x="5499544" y="518521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99" name="Google Shape;2799;p39"/>
                <p:cNvSpPr/>
                <p:nvPr/>
              </p:nvSpPr>
              <p:spPr>
                <a:xfrm>
                  <a:off x="5439918" y="509587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0" name="Google Shape;2800;p39"/>
                <p:cNvSpPr/>
                <p:nvPr/>
              </p:nvSpPr>
              <p:spPr>
                <a:xfrm>
                  <a:off x="5469731" y="5006529"/>
                  <a:ext cx="148875" cy="178689"/>
                </a:xfrm>
                <a:custGeom>
                  <a:rect b="b" l="l" r="r" t="t"/>
                  <a:pathLst>
                    <a:path extrusionOk="0" h="178689" w="148875">
                      <a:moveTo>
                        <a:pt x="0" y="148876"/>
                      </a:moveTo>
                      <a:lnTo>
                        <a:pt x="0" y="89345"/>
                      </a:lnTo>
                      <a:lnTo>
                        <a:pt x="29813" y="89345"/>
                      </a:lnTo>
                      <a:lnTo>
                        <a:pt x="29813" y="59627"/>
                      </a:lnTo>
                      <a:lnTo>
                        <a:pt x="89249" y="59627"/>
                      </a:lnTo>
                      <a:lnTo>
                        <a:pt x="89249" y="29813"/>
                      </a:lnTo>
                      <a:lnTo>
                        <a:pt x="119063" y="29813"/>
                      </a:lnTo>
                      <a:lnTo>
                        <a:pt x="119063" y="0"/>
                      </a:lnTo>
                      <a:lnTo>
                        <a:pt x="148876" y="0"/>
                      </a:lnTo>
                      <a:lnTo>
                        <a:pt x="148876" y="59627"/>
                      </a:lnTo>
                      <a:lnTo>
                        <a:pt x="119063" y="59627"/>
                      </a:lnTo>
                      <a:lnTo>
                        <a:pt x="119063" y="148876"/>
                      </a:lnTo>
                      <a:lnTo>
                        <a:pt x="89249" y="148876"/>
                      </a:lnTo>
                      <a:lnTo>
                        <a:pt x="89249" y="178689"/>
                      </a:lnTo>
                      <a:lnTo>
                        <a:pt x="29813" y="178689"/>
                      </a:lnTo>
                      <a:lnTo>
                        <a:pt x="29813" y="148876"/>
                      </a:lnTo>
                      <a:lnTo>
                        <a:pt x="0" y="148876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1" name="Google Shape;2801;p39"/>
                <p:cNvSpPr/>
                <p:nvPr/>
              </p:nvSpPr>
              <p:spPr>
                <a:xfrm>
                  <a:off x="5588793" y="5066156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2" name="Google Shape;2802;p39"/>
                <p:cNvSpPr/>
                <p:nvPr/>
              </p:nvSpPr>
              <p:spPr>
                <a:xfrm>
                  <a:off x="5320855" y="444103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3" name="Google Shape;2803;p39"/>
                <p:cNvSpPr/>
                <p:nvPr/>
              </p:nvSpPr>
              <p:spPr>
                <a:xfrm rot="10800000">
                  <a:off x="5440108" y="464953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4" name="Google Shape;2804;p39"/>
                <p:cNvSpPr/>
                <p:nvPr/>
              </p:nvSpPr>
              <p:spPr>
                <a:xfrm rot="10800000">
                  <a:off x="5380482" y="45600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5" name="Google Shape;2805;p39"/>
                <p:cNvSpPr/>
                <p:nvPr/>
              </p:nvSpPr>
              <p:spPr>
                <a:xfrm rot="10800000">
                  <a:off x="5410200" y="453047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6" name="Google Shape;2806;p39"/>
                <p:cNvSpPr/>
                <p:nvPr/>
              </p:nvSpPr>
              <p:spPr>
                <a:xfrm rot="10800000">
                  <a:off x="5440108" y="450056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7" name="Google Shape;2807;p39"/>
                <p:cNvSpPr/>
                <p:nvPr/>
              </p:nvSpPr>
              <p:spPr>
                <a:xfrm rot="10800000">
                  <a:off x="5469731" y="447084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8" name="Google Shape;2808;p39"/>
                <p:cNvSpPr/>
                <p:nvPr/>
              </p:nvSpPr>
              <p:spPr>
                <a:xfrm rot="10800000">
                  <a:off x="5469731" y="461962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9" name="Google Shape;2809;p39"/>
                <p:cNvSpPr/>
                <p:nvPr/>
              </p:nvSpPr>
              <p:spPr>
                <a:xfrm rot="10800000">
                  <a:off x="5499544" y="4589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0" name="Google Shape;2810;p39"/>
                <p:cNvSpPr/>
                <p:nvPr/>
              </p:nvSpPr>
              <p:spPr>
                <a:xfrm rot="10800000">
                  <a:off x="5529262" y="45600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1" name="Google Shape;2811;p39"/>
                <p:cNvSpPr/>
                <p:nvPr/>
              </p:nvSpPr>
              <p:spPr>
                <a:xfrm>
                  <a:off x="5499544" y="447084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2" name="Google Shape;2812;p39"/>
                <p:cNvSpPr/>
                <p:nvPr/>
              </p:nvSpPr>
              <p:spPr>
                <a:xfrm rot="10800000">
                  <a:off x="5588793" y="4262437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3" name="Google Shape;2813;p39"/>
                <p:cNvSpPr/>
                <p:nvPr/>
              </p:nvSpPr>
              <p:spPr>
                <a:xfrm rot="10800000">
                  <a:off x="5618607" y="4411217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4" name="Google Shape;2814;p39"/>
                <p:cNvSpPr/>
                <p:nvPr/>
              </p:nvSpPr>
              <p:spPr>
                <a:xfrm rot="10800000">
                  <a:off x="5588793" y="438149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5" name="Google Shape;2815;p39"/>
                <p:cNvSpPr/>
                <p:nvPr/>
              </p:nvSpPr>
              <p:spPr>
                <a:xfrm rot="10800000">
                  <a:off x="5440108" y="435178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6" name="Google Shape;2816;p39"/>
                <p:cNvSpPr/>
                <p:nvPr/>
              </p:nvSpPr>
              <p:spPr>
                <a:xfrm rot="10800000">
                  <a:off x="5350668" y="441140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7" name="Google Shape;2817;p39"/>
                <p:cNvSpPr/>
                <p:nvPr/>
              </p:nvSpPr>
              <p:spPr>
                <a:xfrm rot="10800000">
                  <a:off x="5380386" y="438149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8" name="Google Shape;2818;p39"/>
                <p:cNvSpPr/>
                <p:nvPr/>
              </p:nvSpPr>
              <p:spPr>
                <a:xfrm rot="10800000">
                  <a:off x="5588793" y="4441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9" name="Google Shape;2819;p39"/>
                <p:cNvSpPr/>
                <p:nvPr/>
              </p:nvSpPr>
              <p:spPr>
                <a:xfrm rot="10800000">
                  <a:off x="5588793" y="4470748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0" name="Google Shape;2820;p39"/>
                <p:cNvSpPr/>
                <p:nvPr/>
              </p:nvSpPr>
              <p:spPr>
                <a:xfrm rot="10800000">
                  <a:off x="5648325" y="4500562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1" name="Google Shape;2821;p39"/>
                <p:cNvSpPr/>
                <p:nvPr/>
              </p:nvSpPr>
              <p:spPr>
                <a:xfrm rot="10800000">
                  <a:off x="5618607" y="4649342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2" name="Google Shape;2822;p39"/>
                <p:cNvSpPr/>
                <p:nvPr/>
              </p:nvSpPr>
              <p:spPr>
                <a:xfrm rot="10800000">
                  <a:off x="5678233" y="464953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3" name="Google Shape;2823;p39"/>
                <p:cNvSpPr/>
                <p:nvPr/>
              </p:nvSpPr>
              <p:spPr>
                <a:xfrm>
                  <a:off x="5469731" y="4321968"/>
                  <a:ext cx="29718" cy="119062"/>
                </a:xfrm>
                <a:custGeom>
                  <a:rect b="b" l="l" r="r" t="t"/>
                  <a:pathLst>
                    <a:path extrusionOk="0" h="119062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19063"/>
                      </a:lnTo>
                      <a:lnTo>
                        <a:pt x="0" y="119063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4" name="Google Shape;2824;p39"/>
                <p:cNvSpPr/>
                <p:nvPr/>
              </p:nvSpPr>
              <p:spPr>
                <a:xfrm>
                  <a:off x="5558980" y="420290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5" name="Google Shape;2825;p39"/>
                <p:cNvSpPr/>
                <p:nvPr/>
              </p:nvSpPr>
              <p:spPr>
                <a:xfrm>
                  <a:off x="5529262" y="4262437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6" name="Google Shape;2826;p39"/>
                <p:cNvSpPr/>
                <p:nvPr/>
              </p:nvSpPr>
              <p:spPr>
                <a:xfrm>
                  <a:off x="5469731" y="414337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7" name="Google Shape;2827;p39"/>
                <p:cNvSpPr/>
                <p:nvPr/>
              </p:nvSpPr>
              <p:spPr>
                <a:xfrm>
                  <a:off x="5469731" y="402431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8" name="Google Shape;2828;p39"/>
                <p:cNvSpPr/>
                <p:nvPr/>
              </p:nvSpPr>
              <p:spPr>
                <a:xfrm>
                  <a:off x="5499544" y="3934967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9" name="Google Shape;2829;p39"/>
                <p:cNvSpPr/>
                <p:nvPr/>
              </p:nvSpPr>
              <p:spPr>
                <a:xfrm>
                  <a:off x="5529262" y="3607593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0" name="Google Shape;2830;p39"/>
                <p:cNvSpPr/>
                <p:nvPr/>
              </p:nvSpPr>
              <p:spPr>
                <a:xfrm>
                  <a:off x="5558980" y="357778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1" name="Google Shape;2831;p39"/>
                <p:cNvSpPr/>
                <p:nvPr/>
              </p:nvSpPr>
              <p:spPr>
                <a:xfrm>
                  <a:off x="5618607" y="3548062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2" name="Google Shape;2832;p39"/>
                <p:cNvSpPr/>
                <p:nvPr/>
              </p:nvSpPr>
              <p:spPr>
                <a:xfrm>
                  <a:off x="5737669" y="36374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3" name="Google Shape;2833;p39"/>
                <p:cNvSpPr/>
                <p:nvPr/>
              </p:nvSpPr>
              <p:spPr>
                <a:xfrm>
                  <a:off x="5678043" y="36374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4" name="Google Shape;2834;p39"/>
                <p:cNvSpPr/>
                <p:nvPr/>
              </p:nvSpPr>
              <p:spPr>
                <a:xfrm>
                  <a:off x="5648325" y="36075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5" name="Google Shape;2835;p39"/>
                <p:cNvSpPr/>
                <p:nvPr/>
              </p:nvSpPr>
              <p:spPr>
                <a:xfrm>
                  <a:off x="5588793" y="36075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6" name="Google Shape;2836;p39"/>
                <p:cNvSpPr/>
                <p:nvPr/>
              </p:nvSpPr>
              <p:spPr>
                <a:xfrm>
                  <a:off x="5618607" y="36374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7" name="Google Shape;2837;p39"/>
                <p:cNvSpPr/>
                <p:nvPr/>
              </p:nvSpPr>
              <p:spPr>
                <a:xfrm>
                  <a:off x="5648325" y="36968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8" name="Google Shape;2838;p39"/>
                <p:cNvSpPr/>
                <p:nvPr/>
              </p:nvSpPr>
              <p:spPr>
                <a:xfrm>
                  <a:off x="5678043" y="381590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9" name="Google Shape;2839;p39"/>
                <p:cNvSpPr/>
                <p:nvPr/>
              </p:nvSpPr>
              <p:spPr>
                <a:xfrm>
                  <a:off x="5648325" y="3815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0" name="Google Shape;2840;p39"/>
                <p:cNvSpPr/>
                <p:nvPr/>
              </p:nvSpPr>
              <p:spPr>
                <a:xfrm>
                  <a:off x="5588793" y="378618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1" name="Google Shape;2841;p39"/>
                <p:cNvSpPr/>
                <p:nvPr/>
              </p:nvSpPr>
              <p:spPr>
                <a:xfrm>
                  <a:off x="5558980" y="3815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2" name="Google Shape;2842;p39"/>
                <p:cNvSpPr/>
                <p:nvPr/>
              </p:nvSpPr>
              <p:spPr>
                <a:xfrm>
                  <a:off x="5707856" y="372665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3" name="Google Shape;2843;p39"/>
                <p:cNvSpPr/>
                <p:nvPr/>
              </p:nvSpPr>
              <p:spPr>
                <a:xfrm>
                  <a:off x="5707856" y="366712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4" name="Google Shape;2844;p39"/>
                <p:cNvSpPr/>
                <p:nvPr/>
              </p:nvSpPr>
              <p:spPr>
                <a:xfrm>
                  <a:off x="5707856" y="3607593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5" name="Google Shape;2845;p39"/>
                <p:cNvSpPr/>
                <p:nvPr/>
              </p:nvSpPr>
              <p:spPr>
                <a:xfrm>
                  <a:off x="5618607" y="3577780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6" name="Google Shape;2846;p39"/>
                <p:cNvSpPr/>
                <p:nvPr/>
              </p:nvSpPr>
              <p:spPr>
                <a:xfrm rot="10800000">
                  <a:off x="5440013" y="485774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7" name="Google Shape;2847;p39"/>
                <p:cNvSpPr/>
                <p:nvPr/>
              </p:nvSpPr>
              <p:spPr>
                <a:xfrm rot="10800000">
                  <a:off x="5559170" y="488765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8" name="Google Shape;2848;p39"/>
                <p:cNvSpPr/>
                <p:nvPr/>
              </p:nvSpPr>
              <p:spPr>
                <a:xfrm rot="10800000">
                  <a:off x="5886545" y="4917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9" name="Google Shape;2849;p39"/>
                <p:cNvSpPr/>
                <p:nvPr/>
              </p:nvSpPr>
              <p:spPr>
                <a:xfrm rot="10800000">
                  <a:off x="5648420" y="500662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50" name="Google Shape;2850;p39"/>
                <p:cNvSpPr/>
                <p:nvPr/>
              </p:nvSpPr>
              <p:spPr>
                <a:xfrm rot="10800000">
                  <a:off x="5588888" y="500662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51" name="Google Shape;2851;p39"/>
                <p:cNvSpPr/>
                <p:nvPr/>
              </p:nvSpPr>
              <p:spPr>
                <a:xfrm rot="10800000">
                  <a:off x="5678233" y="5036343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52" name="Google Shape;2852;p39"/>
                <p:cNvSpPr/>
                <p:nvPr/>
              </p:nvSpPr>
              <p:spPr>
                <a:xfrm rot="10800000">
                  <a:off x="5559170" y="5036343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53" name="Google Shape;2853;p39"/>
                <p:cNvSpPr/>
                <p:nvPr/>
              </p:nvSpPr>
              <p:spPr>
                <a:xfrm rot="10800000">
                  <a:off x="5737669" y="50661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54" name="Google Shape;2854;p39"/>
                <p:cNvSpPr/>
                <p:nvPr/>
              </p:nvSpPr>
              <p:spPr>
                <a:xfrm rot="10800000">
                  <a:off x="5499544" y="50661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55" name="Google Shape;2855;p39"/>
                <p:cNvSpPr/>
                <p:nvPr/>
              </p:nvSpPr>
              <p:spPr>
                <a:xfrm rot="10800000">
                  <a:off x="5797200" y="4887658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56" name="Google Shape;2856;p39"/>
                <p:cNvSpPr/>
                <p:nvPr/>
              </p:nvSpPr>
              <p:spPr>
                <a:xfrm rot="10800000">
                  <a:off x="5380481" y="488765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57" name="Google Shape;2857;p39"/>
                <p:cNvSpPr/>
                <p:nvPr/>
              </p:nvSpPr>
              <p:spPr>
                <a:xfrm rot="10800000">
                  <a:off x="5707951" y="4917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58" name="Google Shape;2858;p39"/>
                <p:cNvSpPr/>
                <p:nvPr/>
              </p:nvSpPr>
              <p:spPr>
                <a:xfrm rot="10800000">
                  <a:off x="5529357" y="5155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59" name="Google Shape;2859;p39"/>
                <p:cNvSpPr/>
                <p:nvPr/>
              </p:nvSpPr>
              <p:spPr>
                <a:xfrm rot="10800000">
                  <a:off x="5707856" y="515540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60" name="Google Shape;2860;p39"/>
                <p:cNvSpPr/>
                <p:nvPr/>
              </p:nvSpPr>
              <p:spPr>
                <a:xfrm rot="10800000">
                  <a:off x="5440013" y="491728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61" name="Google Shape;2861;p39"/>
                <p:cNvSpPr/>
                <p:nvPr/>
              </p:nvSpPr>
              <p:spPr>
                <a:xfrm rot="10800000">
                  <a:off x="5767387" y="494709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62" name="Google Shape;2862;p39"/>
                <p:cNvSpPr/>
                <p:nvPr/>
              </p:nvSpPr>
              <p:spPr>
                <a:xfrm rot="10800000">
                  <a:off x="5469826" y="512578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63" name="Google Shape;2863;p39"/>
                <p:cNvSpPr/>
                <p:nvPr/>
              </p:nvSpPr>
              <p:spPr>
                <a:xfrm rot="10800000">
                  <a:off x="5767482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2864" name="Google Shape;2864;p39"/>
          <p:cNvGrpSpPr/>
          <p:nvPr/>
        </p:nvGrpSpPr>
        <p:grpSpPr>
          <a:xfrm>
            <a:off x="7430786" y="3399585"/>
            <a:ext cx="1072382" cy="1114435"/>
            <a:chOff x="6571107" y="1494186"/>
            <a:chExt cx="1518094" cy="1577626"/>
          </a:xfrm>
        </p:grpSpPr>
        <p:grpSp>
          <p:nvGrpSpPr>
            <p:cNvPr id="2865" name="Google Shape;2865;p39"/>
            <p:cNvGrpSpPr/>
            <p:nvPr/>
          </p:nvGrpSpPr>
          <p:grpSpPr>
            <a:xfrm>
              <a:off x="6571107" y="1494281"/>
              <a:ext cx="1517617" cy="1577339"/>
              <a:chOff x="6571107" y="1494281"/>
              <a:chExt cx="1517617" cy="1577339"/>
            </a:xfrm>
          </p:grpSpPr>
          <p:sp>
            <p:nvSpPr>
              <p:cNvPr id="2866" name="Google Shape;2866;p39"/>
              <p:cNvSpPr/>
              <p:nvPr/>
            </p:nvSpPr>
            <p:spPr>
              <a:xfrm>
                <a:off x="7553515" y="1940813"/>
                <a:ext cx="535209" cy="1130807"/>
              </a:xfrm>
              <a:custGeom>
                <a:rect b="b" l="l" r="r" t="t"/>
                <a:pathLst>
                  <a:path extrusionOk="0" h="1130807" w="535209">
                    <a:moveTo>
                      <a:pt x="297466" y="59436"/>
                    </a:moveTo>
                    <a:lnTo>
                      <a:pt x="267748" y="59436"/>
                    </a:lnTo>
                    <a:lnTo>
                      <a:pt x="267748" y="118967"/>
                    </a:lnTo>
                    <a:lnTo>
                      <a:pt x="238030" y="118967"/>
                    </a:lnTo>
                    <a:lnTo>
                      <a:pt x="238030" y="178499"/>
                    </a:lnTo>
                    <a:lnTo>
                      <a:pt x="148685" y="178499"/>
                    </a:lnTo>
                    <a:lnTo>
                      <a:pt x="148685" y="208217"/>
                    </a:lnTo>
                    <a:lnTo>
                      <a:pt x="89154" y="208217"/>
                    </a:lnTo>
                    <a:lnTo>
                      <a:pt x="89154" y="178499"/>
                    </a:lnTo>
                    <a:lnTo>
                      <a:pt x="59436" y="178499"/>
                    </a:lnTo>
                    <a:lnTo>
                      <a:pt x="59436" y="208217"/>
                    </a:lnTo>
                    <a:lnTo>
                      <a:pt x="29718" y="208217"/>
                    </a:lnTo>
                    <a:lnTo>
                      <a:pt x="29718" y="416624"/>
                    </a:lnTo>
                    <a:lnTo>
                      <a:pt x="0" y="416624"/>
                    </a:lnTo>
                    <a:lnTo>
                      <a:pt x="0" y="535686"/>
                    </a:lnTo>
                    <a:lnTo>
                      <a:pt x="29718" y="535686"/>
                    </a:lnTo>
                    <a:lnTo>
                      <a:pt x="29718" y="625031"/>
                    </a:lnTo>
                    <a:lnTo>
                      <a:pt x="59436" y="625031"/>
                    </a:lnTo>
                    <a:lnTo>
                      <a:pt x="59436" y="684562"/>
                    </a:lnTo>
                    <a:lnTo>
                      <a:pt x="89154" y="684562"/>
                    </a:lnTo>
                    <a:lnTo>
                      <a:pt x="89154" y="744093"/>
                    </a:lnTo>
                    <a:lnTo>
                      <a:pt x="118872" y="744093"/>
                    </a:lnTo>
                    <a:lnTo>
                      <a:pt x="118872" y="892874"/>
                    </a:lnTo>
                    <a:lnTo>
                      <a:pt x="148590" y="892874"/>
                    </a:lnTo>
                    <a:lnTo>
                      <a:pt x="148590" y="1041654"/>
                    </a:lnTo>
                    <a:lnTo>
                      <a:pt x="178308" y="1041654"/>
                    </a:lnTo>
                    <a:lnTo>
                      <a:pt x="178308" y="1071372"/>
                    </a:lnTo>
                    <a:lnTo>
                      <a:pt x="208026" y="1071372"/>
                    </a:lnTo>
                    <a:lnTo>
                      <a:pt x="208026" y="1101090"/>
                    </a:lnTo>
                    <a:lnTo>
                      <a:pt x="267557" y="1101090"/>
                    </a:lnTo>
                    <a:lnTo>
                      <a:pt x="267557" y="1130808"/>
                    </a:lnTo>
                    <a:lnTo>
                      <a:pt x="327088" y="1130808"/>
                    </a:lnTo>
                    <a:lnTo>
                      <a:pt x="327088" y="1101090"/>
                    </a:lnTo>
                    <a:lnTo>
                      <a:pt x="386620" y="1101090"/>
                    </a:lnTo>
                    <a:lnTo>
                      <a:pt x="386620" y="1071372"/>
                    </a:lnTo>
                    <a:lnTo>
                      <a:pt x="416338" y="1071372"/>
                    </a:lnTo>
                    <a:lnTo>
                      <a:pt x="416338" y="1041654"/>
                    </a:lnTo>
                    <a:lnTo>
                      <a:pt x="446056" y="1041654"/>
                    </a:lnTo>
                    <a:lnTo>
                      <a:pt x="446056" y="982123"/>
                    </a:lnTo>
                    <a:lnTo>
                      <a:pt x="416338" y="982123"/>
                    </a:lnTo>
                    <a:lnTo>
                      <a:pt x="416338" y="922592"/>
                    </a:lnTo>
                    <a:lnTo>
                      <a:pt x="386620" y="922592"/>
                    </a:lnTo>
                    <a:lnTo>
                      <a:pt x="386620" y="863060"/>
                    </a:lnTo>
                    <a:lnTo>
                      <a:pt x="356902" y="863060"/>
                    </a:lnTo>
                    <a:lnTo>
                      <a:pt x="356902" y="803529"/>
                    </a:lnTo>
                    <a:lnTo>
                      <a:pt x="327184" y="803529"/>
                    </a:lnTo>
                    <a:lnTo>
                      <a:pt x="327184" y="743998"/>
                    </a:lnTo>
                    <a:lnTo>
                      <a:pt x="297466" y="743998"/>
                    </a:lnTo>
                    <a:lnTo>
                      <a:pt x="297466" y="624935"/>
                    </a:lnTo>
                    <a:lnTo>
                      <a:pt x="327184" y="624935"/>
                    </a:lnTo>
                    <a:lnTo>
                      <a:pt x="327184" y="535591"/>
                    </a:lnTo>
                    <a:lnTo>
                      <a:pt x="356902" y="535591"/>
                    </a:lnTo>
                    <a:lnTo>
                      <a:pt x="356902" y="476060"/>
                    </a:lnTo>
                    <a:lnTo>
                      <a:pt x="386620" y="476060"/>
                    </a:lnTo>
                    <a:lnTo>
                      <a:pt x="386620" y="446342"/>
                    </a:lnTo>
                    <a:lnTo>
                      <a:pt x="416338" y="446342"/>
                    </a:lnTo>
                    <a:lnTo>
                      <a:pt x="416338" y="416624"/>
                    </a:lnTo>
                    <a:lnTo>
                      <a:pt x="446056" y="416624"/>
                    </a:lnTo>
                    <a:lnTo>
                      <a:pt x="446056" y="386906"/>
                    </a:lnTo>
                    <a:lnTo>
                      <a:pt x="475774" y="386906"/>
                    </a:lnTo>
                    <a:lnTo>
                      <a:pt x="475774" y="357188"/>
                    </a:lnTo>
                    <a:lnTo>
                      <a:pt x="505492" y="357188"/>
                    </a:lnTo>
                    <a:lnTo>
                      <a:pt x="505492" y="297656"/>
                    </a:lnTo>
                    <a:lnTo>
                      <a:pt x="535210" y="297656"/>
                    </a:lnTo>
                    <a:lnTo>
                      <a:pt x="535210" y="238125"/>
                    </a:lnTo>
                    <a:lnTo>
                      <a:pt x="505492" y="238125"/>
                    </a:lnTo>
                    <a:lnTo>
                      <a:pt x="505492" y="208407"/>
                    </a:lnTo>
                    <a:lnTo>
                      <a:pt x="475774" y="208407"/>
                    </a:lnTo>
                    <a:lnTo>
                      <a:pt x="475774" y="238125"/>
                    </a:lnTo>
                    <a:lnTo>
                      <a:pt x="446056" y="238125"/>
                    </a:lnTo>
                    <a:lnTo>
                      <a:pt x="446056" y="267843"/>
                    </a:lnTo>
                    <a:lnTo>
                      <a:pt x="416338" y="267843"/>
                    </a:lnTo>
                    <a:lnTo>
                      <a:pt x="416338" y="208312"/>
                    </a:lnTo>
                    <a:lnTo>
                      <a:pt x="386620" y="208312"/>
                    </a:lnTo>
                    <a:lnTo>
                      <a:pt x="386620" y="178594"/>
                    </a:lnTo>
                    <a:lnTo>
                      <a:pt x="356902" y="178594"/>
                    </a:lnTo>
                    <a:lnTo>
                      <a:pt x="356902" y="89249"/>
                    </a:lnTo>
                    <a:lnTo>
                      <a:pt x="386620" y="89249"/>
                    </a:lnTo>
                    <a:lnTo>
                      <a:pt x="386620" y="29718"/>
                    </a:lnTo>
                    <a:lnTo>
                      <a:pt x="356902" y="29718"/>
                    </a:lnTo>
                    <a:lnTo>
                      <a:pt x="356902" y="0"/>
                    </a:lnTo>
                    <a:lnTo>
                      <a:pt x="327184" y="0"/>
                    </a:lnTo>
                    <a:lnTo>
                      <a:pt x="327184" y="29718"/>
                    </a:lnTo>
                    <a:lnTo>
                      <a:pt x="297466" y="29718"/>
                    </a:lnTo>
                    <a:lnTo>
                      <a:pt x="297466" y="59436"/>
                    </a:lnTo>
                    <a:close/>
                    <a:moveTo>
                      <a:pt x="118872" y="238030"/>
                    </a:moveTo>
                    <a:lnTo>
                      <a:pt x="148590" y="238030"/>
                    </a:lnTo>
                    <a:lnTo>
                      <a:pt x="148590" y="267748"/>
                    </a:lnTo>
                    <a:lnTo>
                      <a:pt x="208121" y="267748"/>
                    </a:lnTo>
                    <a:lnTo>
                      <a:pt x="208121" y="297466"/>
                    </a:lnTo>
                    <a:lnTo>
                      <a:pt x="178403" y="297466"/>
                    </a:lnTo>
                    <a:lnTo>
                      <a:pt x="178403" y="327184"/>
                    </a:lnTo>
                    <a:lnTo>
                      <a:pt x="148685" y="327184"/>
                    </a:lnTo>
                    <a:lnTo>
                      <a:pt x="148685" y="356902"/>
                    </a:lnTo>
                    <a:lnTo>
                      <a:pt x="118967" y="356902"/>
                    </a:lnTo>
                    <a:lnTo>
                      <a:pt x="118967" y="237839"/>
                    </a:lnTo>
                    <a:close/>
                    <a:moveTo>
                      <a:pt x="416528" y="327374"/>
                    </a:moveTo>
                    <a:lnTo>
                      <a:pt x="386810" y="327374"/>
                    </a:lnTo>
                    <a:lnTo>
                      <a:pt x="386810" y="357092"/>
                    </a:lnTo>
                    <a:lnTo>
                      <a:pt x="357092" y="357092"/>
                    </a:lnTo>
                    <a:lnTo>
                      <a:pt x="357092" y="327374"/>
                    </a:lnTo>
                    <a:lnTo>
                      <a:pt x="386810" y="327374"/>
                    </a:lnTo>
                    <a:lnTo>
                      <a:pt x="386810" y="297656"/>
                    </a:lnTo>
                    <a:lnTo>
                      <a:pt x="416528" y="297656"/>
                    </a:lnTo>
                    <a:lnTo>
                      <a:pt x="416528" y="327374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7" name="Google Shape;2867;p39"/>
              <p:cNvSpPr/>
              <p:nvPr/>
            </p:nvSpPr>
            <p:spPr>
              <a:xfrm>
                <a:off x="7493793" y="1553717"/>
                <a:ext cx="29718" cy="29717"/>
              </a:xfrm>
              <a:custGeom>
                <a:rect b="b" l="l" r="r" t="t"/>
                <a:pathLst>
                  <a:path extrusionOk="0" h="29717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8" name="Google Shape;2868;p39"/>
              <p:cNvSpPr/>
              <p:nvPr/>
            </p:nvSpPr>
            <p:spPr>
              <a:xfrm>
                <a:off x="7374731" y="1523999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9" name="Google Shape;2869;p39"/>
              <p:cNvSpPr/>
              <p:nvPr/>
            </p:nvSpPr>
            <p:spPr>
              <a:xfrm>
                <a:off x="7463980" y="1523999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0" name="Google Shape;2870;p39"/>
              <p:cNvSpPr/>
              <p:nvPr/>
            </p:nvSpPr>
            <p:spPr>
              <a:xfrm>
                <a:off x="7463980" y="1583530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1" name="Google Shape;2871;p39"/>
              <p:cNvSpPr/>
              <p:nvPr/>
            </p:nvSpPr>
            <p:spPr>
              <a:xfrm>
                <a:off x="7404544" y="1494281"/>
                <a:ext cx="59531" cy="29717"/>
              </a:xfrm>
              <a:custGeom>
                <a:rect b="b" l="l" r="r" t="t"/>
                <a:pathLst>
                  <a:path extrusionOk="0" h="29717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2" name="Google Shape;2872;p39"/>
              <p:cNvSpPr/>
              <p:nvPr/>
            </p:nvSpPr>
            <p:spPr>
              <a:xfrm>
                <a:off x="7136606" y="1553717"/>
                <a:ext cx="29718" cy="29717"/>
              </a:xfrm>
              <a:custGeom>
                <a:rect b="b" l="l" r="r" t="t"/>
                <a:pathLst>
                  <a:path extrusionOk="0" h="29717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3" name="Google Shape;2873;p39"/>
              <p:cNvSpPr/>
              <p:nvPr/>
            </p:nvSpPr>
            <p:spPr>
              <a:xfrm>
                <a:off x="7255668" y="1523999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4" name="Google Shape;2874;p39"/>
              <p:cNvSpPr/>
              <p:nvPr/>
            </p:nvSpPr>
            <p:spPr>
              <a:xfrm>
                <a:off x="7166419" y="1523999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5" name="Google Shape;2875;p39"/>
              <p:cNvSpPr/>
              <p:nvPr/>
            </p:nvSpPr>
            <p:spPr>
              <a:xfrm>
                <a:off x="7166419" y="1583530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6" name="Google Shape;2876;p39"/>
              <p:cNvSpPr/>
              <p:nvPr/>
            </p:nvSpPr>
            <p:spPr>
              <a:xfrm>
                <a:off x="7196137" y="1494281"/>
                <a:ext cx="59531" cy="29717"/>
              </a:xfrm>
              <a:custGeom>
                <a:rect b="b" l="l" r="r" t="t"/>
                <a:pathLst>
                  <a:path extrusionOk="0" h="29717" w="59531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7" name="Google Shape;2877;p39"/>
              <p:cNvSpPr/>
              <p:nvPr/>
            </p:nvSpPr>
            <p:spPr>
              <a:xfrm>
                <a:off x="6809232" y="1553717"/>
                <a:ext cx="1041749" cy="625125"/>
              </a:xfrm>
              <a:custGeom>
                <a:rect b="b" l="l" r="r" t="t"/>
                <a:pathLst>
                  <a:path extrusionOk="0" h="625125" w="1041749">
                    <a:moveTo>
                      <a:pt x="29718" y="387001"/>
                    </a:moveTo>
                    <a:lnTo>
                      <a:pt x="89249" y="387001"/>
                    </a:lnTo>
                    <a:lnTo>
                      <a:pt x="89249" y="416814"/>
                    </a:lnTo>
                    <a:lnTo>
                      <a:pt x="178498" y="416814"/>
                    </a:lnTo>
                    <a:lnTo>
                      <a:pt x="178498" y="446532"/>
                    </a:lnTo>
                    <a:lnTo>
                      <a:pt x="267843" y="446532"/>
                    </a:lnTo>
                    <a:lnTo>
                      <a:pt x="267843" y="416814"/>
                    </a:lnTo>
                    <a:lnTo>
                      <a:pt x="357188" y="416814"/>
                    </a:lnTo>
                    <a:lnTo>
                      <a:pt x="357188" y="387001"/>
                    </a:lnTo>
                    <a:lnTo>
                      <a:pt x="386905" y="387001"/>
                    </a:lnTo>
                    <a:lnTo>
                      <a:pt x="386905" y="357188"/>
                    </a:lnTo>
                    <a:lnTo>
                      <a:pt x="416623" y="357188"/>
                    </a:lnTo>
                    <a:lnTo>
                      <a:pt x="416623" y="327470"/>
                    </a:lnTo>
                    <a:lnTo>
                      <a:pt x="446437" y="327470"/>
                    </a:lnTo>
                    <a:lnTo>
                      <a:pt x="446437" y="565595"/>
                    </a:lnTo>
                    <a:lnTo>
                      <a:pt x="476250" y="565595"/>
                    </a:lnTo>
                    <a:lnTo>
                      <a:pt x="476250" y="595313"/>
                    </a:lnTo>
                    <a:lnTo>
                      <a:pt x="505968" y="595313"/>
                    </a:lnTo>
                    <a:lnTo>
                      <a:pt x="505968" y="625126"/>
                    </a:lnTo>
                    <a:lnTo>
                      <a:pt x="535686" y="625126"/>
                    </a:lnTo>
                    <a:lnTo>
                      <a:pt x="535686" y="595313"/>
                    </a:lnTo>
                    <a:lnTo>
                      <a:pt x="565499" y="595313"/>
                    </a:lnTo>
                    <a:lnTo>
                      <a:pt x="565499" y="565595"/>
                    </a:lnTo>
                    <a:lnTo>
                      <a:pt x="595313" y="565595"/>
                    </a:lnTo>
                    <a:lnTo>
                      <a:pt x="595313" y="327470"/>
                    </a:lnTo>
                    <a:lnTo>
                      <a:pt x="625030" y="327470"/>
                    </a:lnTo>
                    <a:lnTo>
                      <a:pt x="625030" y="357188"/>
                    </a:lnTo>
                    <a:lnTo>
                      <a:pt x="654748" y="357188"/>
                    </a:lnTo>
                    <a:lnTo>
                      <a:pt x="654748" y="387001"/>
                    </a:lnTo>
                    <a:lnTo>
                      <a:pt x="684562" y="387001"/>
                    </a:lnTo>
                    <a:lnTo>
                      <a:pt x="684562" y="416814"/>
                    </a:lnTo>
                    <a:lnTo>
                      <a:pt x="773811" y="416814"/>
                    </a:lnTo>
                    <a:lnTo>
                      <a:pt x="773811" y="446532"/>
                    </a:lnTo>
                    <a:lnTo>
                      <a:pt x="863155" y="446532"/>
                    </a:lnTo>
                    <a:lnTo>
                      <a:pt x="863155" y="416814"/>
                    </a:lnTo>
                    <a:lnTo>
                      <a:pt x="952500" y="416814"/>
                    </a:lnTo>
                    <a:lnTo>
                      <a:pt x="952500" y="387001"/>
                    </a:lnTo>
                    <a:lnTo>
                      <a:pt x="1011936" y="387001"/>
                    </a:lnTo>
                    <a:lnTo>
                      <a:pt x="1011936" y="357188"/>
                    </a:lnTo>
                    <a:lnTo>
                      <a:pt x="1041749" y="357188"/>
                    </a:lnTo>
                    <a:lnTo>
                      <a:pt x="1041749" y="327470"/>
                    </a:lnTo>
                    <a:lnTo>
                      <a:pt x="1011936" y="327470"/>
                    </a:lnTo>
                    <a:lnTo>
                      <a:pt x="1011936" y="297752"/>
                    </a:lnTo>
                    <a:lnTo>
                      <a:pt x="982218" y="297752"/>
                    </a:lnTo>
                    <a:lnTo>
                      <a:pt x="982218" y="267938"/>
                    </a:lnTo>
                    <a:lnTo>
                      <a:pt x="952500" y="267938"/>
                    </a:lnTo>
                    <a:lnTo>
                      <a:pt x="952500" y="238125"/>
                    </a:lnTo>
                    <a:lnTo>
                      <a:pt x="982218" y="238125"/>
                    </a:lnTo>
                    <a:lnTo>
                      <a:pt x="982218" y="178689"/>
                    </a:lnTo>
                    <a:lnTo>
                      <a:pt x="1011936" y="178689"/>
                    </a:lnTo>
                    <a:lnTo>
                      <a:pt x="1011936" y="119063"/>
                    </a:lnTo>
                    <a:lnTo>
                      <a:pt x="1041749" y="119063"/>
                    </a:lnTo>
                    <a:lnTo>
                      <a:pt x="1041749" y="59626"/>
                    </a:lnTo>
                    <a:lnTo>
                      <a:pt x="1011936" y="59626"/>
                    </a:lnTo>
                    <a:lnTo>
                      <a:pt x="1011936" y="29813"/>
                    </a:lnTo>
                    <a:lnTo>
                      <a:pt x="982218" y="29813"/>
                    </a:lnTo>
                    <a:lnTo>
                      <a:pt x="982218" y="0"/>
                    </a:lnTo>
                    <a:lnTo>
                      <a:pt x="892873" y="0"/>
                    </a:lnTo>
                    <a:lnTo>
                      <a:pt x="892873" y="29813"/>
                    </a:lnTo>
                    <a:lnTo>
                      <a:pt x="803624" y="29813"/>
                    </a:lnTo>
                    <a:lnTo>
                      <a:pt x="803624" y="59626"/>
                    </a:lnTo>
                    <a:lnTo>
                      <a:pt x="744093" y="59626"/>
                    </a:lnTo>
                    <a:lnTo>
                      <a:pt x="744093" y="89345"/>
                    </a:lnTo>
                    <a:lnTo>
                      <a:pt x="684562" y="89345"/>
                    </a:lnTo>
                    <a:lnTo>
                      <a:pt x="684562" y="119063"/>
                    </a:lnTo>
                    <a:lnTo>
                      <a:pt x="625030" y="119063"/>
                    </a:lnTo>
                    <a:lnTo>
                      <a:pt x="625030" y="148876"/>
                    </a:lnTo>
                    <a:lnTo>
                      <a:pt x="595313" y="148876"/>
                    </a:lnTo>
                    <a:lnTo>
                      <a:pt x="595313" y="59626"/>
                    </a:lnTo>
                    <a:lnTo>
                      <a:pt x="565499" y="59626"/>
                    </a:lnTo>
                    <a:lnTo>
                      <a:pt x="565499" y="0"/>
                    </a:lnTo>
                    <a:lnTo>
                      <a:pt x="535686" y="0"/>
                    </a:lnTo>
                    <a:lnTo>
                      <a:pt x="535686" y="59626"/>
                    </a:lnTo>
                    <a:lnTo>
                      <a:pt x="505968" y="59626"/>
                    </a:lnTo>
                    <a:lnTo>
                      <a:pt x="505968" y="0"/>
                    </a:lnTo>
                    <a:lnTo>
                      <a:pt x="476250" y="0"/>
                    </a:lnTo>
                    <a:lnTo>
                      <a:pt x="476250" y="59626"/>
                    </a:lnTo>
                    <a:lnTo>
                      <a:pt x="446437" y="59626"/>
                    </a:lnTo>
                    <a:lnTo>
                      <a:pt x="446437" y="148876"/>
                    </a:lnTo>
                    <a:lnTo>
                      <a:pt x="416623" y="148876"/>
                    </a:lnTo>
                    <a:lnTo>
                      <a:pt x="416623" y="119063"/>
                    </a:lnTo>
                    <a:lnTo>
                      <a:pt x="357188" y="119063"/>
                    </a:lnTo>
                    <a:lnTo>
                      <a:pt x="357188" y="89345"/>
                    </a:lnTo>
                    <a:lnTo>
                      <a:pt x="297561" y="89345"/>
                    </a:lnTo>
                    <a:lnTo>
                      <a:pt x="297561" y="59626"/>
                    </a:lnTo>
                    <a:lnTo>
                      <a:pt x="238125" y="59626"/>
                    </a:lnTo>
                    <a:lnTo>
                      <a:pt x="238125" y="29813"/>
                    </a:lnTo>
                    <a:lnTo>
                      <a:pt x="148780" y="29813"/>
                    </a:lnTo>
                    <a:lnTo>
                      <a:pt x="148780" y="0"/>
                    </a:lnTo>
                    <a:lnTo>
                      <a:pt x="59436" y="0"/>
                    </a:lnTo>
                    <a:lnTo>
                      <a:pt x="59436" y="29813"/>
                    </a:lnTo>
                    <a:lnTo>
                      <a:pt x="29718" y="29813"/>
                    </a:lnTo>
                    <a:lnTo>
                      <a:pt x="29718" y="59626"/>
                    </a:lnTo>
                    <a:lnTo>
                      <a:pt x="0" y="59626"/>
                    </a:lnTo>
                    <a:lnTo>
                      <a:pt x="0" y="119063"/>
                    </a:lnTo>
                    <a:lnTo>
                      <a:pt x="29718" y="119063"/>
                    </a:lnTo>
                    <a:lnTo>
                      <a:pt x="29718" y="178689"/>
                    </a:lnTo>
                    <a:lnTo>
                      <a:pt x="59436" y="178689"/>
                    </a:lnTo>
                    <a:lnTo>
                      <a:pt x="59436" y="238125"/>
                    </a:lnTo>
                    <a:lnTo>
                      <a:pt x="89249" y="238125"/>
                    </a:lnTo>
                    <a:lnTo>
                      <a:pt x="89249" y="267938"/>
                    </a:lnTo>
                    <a:lnTo>
                      <a:pt x="59436" y="267938"/>
                    </a:lnTo>
                    <a:lnTo>
                      <a:pt x="59436" y="297752"/>
                    </a:lnTo>
                    <a:lnTo>
                      <a:pt x="29718" y="297752"/>
                    </a:lnTo>
                    <a:lnTo>
                      <a:pt x="29718" y="327470"/>
                    </a:lnTo>
                    <a:lnTo>
                      <a:pt x="0" y="327470"/>
                    </a:lnTo>
                    <a:lnTo>
                      <a:pt x="0" y="357188"/>
                    </a:lnTo>
                    <a:lnTo>
                      <a:pt x="29718" y="357188"/>
                    </a:lnTo>
                    <a:lnTo>
                      <a:pt x="29718" y="387001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8" name="Google Shape;2878;p39"/>
              <p:cNvSpPr/>
              <p:nvPr/>
            </p:nvSpPr>
            <p:spPr>
              <a:xfrm>
                <a:off x="7077075" y="2536030"/>
                <a:ext cx="505967" cy="506063"/>
              </a:xfrm>
              <a:custGeom>
                <a:rect b="b" l="l" r="r" t="t"/>
                <a:pathLst>
                  <a:path extrusionOk="0" h="506063" w="505967">
                    <a:moveTo>
                      <a:pt x="386905" y="387001"/>
                    </a:moveTo>
                    <a:lnTo>
                      <a:pt x="416719" y="387001"/>
                    </a:lnTo>
                    <a:lnTo>
                      <a:pt x="416719" y="357188"/>
                    </a:lnTo>
                    <a:lnTo>
                      <a:pt x="476250" y="357188"/>
                    </a:lnTo>
                    <a:lnTo>
                      <a:pt x="476250" y="327374"/>
                    </a:lnTo>
                    <a:lnTo>
                      <a:pt x="505968" y="327374"/>
                    </a:lnTo>
                    <a:lnTo>
                      <a:pt x="505968" y="178594"/>
                    </a:lnTo>
                    <a:lnTo>
                      <a:pt x="476250" y="178594"/>
                    </a:lnTo>
                    <a:lnTo>
                      <a:pt x="476250" y="148876"/>
                    </a:lnTo>
                    <a:lnTo>
                      <a:pt x="416719" y="148876"/>
                    </a:lnTo>
                    <a:lnTo>
                      <a:pt x="416719" y="119063"/>
                    </a:lnTo>
                    <a:lnTo>
                      <a:pt x="386905" y="119063"/>
                    </a:lnTo>
                    <a:lnTo>
                      <a:pt x="386905" y="89249"/>
                    </a:lnTo>
                    <a:lnTo>
                      <a:pt x="357188" y="89249"/>
                    </a:lnTo>
                    <a:lnTo>
                      <a:pt x="357188" y="29813"/>
                    </a:lnTo>
                    <a:lnTo>
                      <a:pt x="327470" y="29813"/>
                    </a:lnTo>
                    <a:lnTo>
                      <a:pt x="327470" y="0"/>
                    </a:lnTo>
                    <a:lnTo>
                      <a:pt x="178594" y="0"/>
                    </a:lnTo>
                    <a:lnTo>
                      <a:pt x="178594" y="29813"/>
                    </a:lnTo>
                    <a:lnTo>
                      <a:pt x="148780" y="29813"/>
                    </a:lnTo>
                    <a:lnTo>
                      <a:pt x="148780" y="89249"/>
                    </a:lnTo>
                    <a:lnTo>
                      <a:pt x="119063" y="89249"/>
                    </a:lnTo>
                    <a:lnTo>
                      <a:pt x="119063" y="119063"/>
                    </a:lnTo>
                    <a:lnTo>
                      <a:pt x="89345" y="119063"/>
                    </a:lnTo>
                    <a:lnTo>
                      <a:pt x="89345" y="148876"/>
                    </a:lnTo>
                    <a:lnTo>
                      <a:pt x="29718" y="148876"/>
                    </a:lnTo>
                    <a:lnTo>
                      <a:pt x="29718" y="178594"/>
                    </a:lnTo>
                    <a:lnTo>
                      <a:pt x="0" y="178594"/>
                    </a:lnTo>
                    <a:lnTo>
                      <a:pt x="0" y="327374"/>
                    </a:lnTo>
                    <a:lnTo>
                      <a:pt x="29718" y="327374"/>
                    </a:lnTo>
                    <a:lnTo>
                      <a:pt x="29718" y="357188"/>
                    </a:lnTo>
                    <a:lnTo>
                      <a:pt x="89345" y="357188"/>
                    </a:lnTo>
                    <a:lnTo>
                      <a:pt x="89345" y="387001"/>
                    </a:lnTo>
                    <a:lnTo>
                      <a:pt x="119063" y="387001"/>
                    </a:lnTo>
                    <a:lnTo>
                      <a:pt x="119063" y="416719"/>
                    </a:lnTo>
                    <a:lnTo>
                      <a:pt x="148780" y="416719"/>
                    </a:lnTo>
                    <a:lnTo>
                      <a:pt x="148780" y="476250"/>
                    </a:lnTo>
                    <a:lnTo>
                      <a:pt x="178594" y="476250"/>
                    </a:lnTo>
                    <a:lnTo>
                      <a:pt x="178594" y="506063"/>
                    </a:lnTo>
                    <a:lnTo>
                      <a:pt x="327470" y="506063"/>
                    </a:lnTo>
                    <a:lnTo>
                      <a:pt x="327470" y="476250"/>
                    </a:lnTo>
                    <a:lnTo>
                      <a:pt x="357188" y="476250"/>
                    </a:lnTo>
                    <a:lnTo>
                      <a:pt x="357188" y="416719"/>
                    </a:lnTo>
                    <a:lnTo>
                      <a:pt x="386905" y="416719"/>
                    </a:lnTo>
                    <a:lnTo>
                      <a:pt x="386905" y="387001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9" name="Google Shape;2879;p39"/>
              <p:cNvSpPr/>
              <p:nvPr/>
            </p:nvSpPr>
            <p:spPr>
              <a:xfrm>
                <a:off x="7255668" y="2268092"/>
                <a:ext cx="148875" cy="148875"/>
              </a:xfrm>
              <a:custGeom>
                <a:rect b="b" l="l" r="r" t="t"/>
                <a:pathLst>
                  <a:path extrusionOk="0" h="148875" w="148875">
                    <a:moveTo>
                      <a:pt x="29813" y="0"/>
                    </a:moveTo>
                    <a:lnTo>
                      <a:pt x="29813" y="29813"/>
                    </a:lnTo>
                    <a:lnTo>
                      <a:pt x="0" y="29813"/>
                    </a:lnTo>
                    <a:lnTo>
                      <a:pt x="0" y="89344"/>
                    </a:lnTo>
                    <a:lnTo>
                      <a:pt x="29813" y="89344"/>
                    </a:lnTo>
                    <a:lnTo>
                      <a:pt x="29813" y="119063"/>
                    </a:lnTo>
                    <a:lnTo>
                      <a:pt x="59531" y="119063"/>
                    </a:lnTo>
                    <a:lnTo>
                      <a:pt x="59531" y="148876"/>
                    </a:lnTo>
                    <a:lnTo>
                      <a:pt x="89249" y="148876"/>
                    </a:lnTo>
                    <a:lnTo>
                      <a:pt x="89249" y="119063"/>
                    </a:lnTo>
                    <a:lnTo>
                      <a:pt x="119063" y="119063"/>
                    </a:lnTo>
                    <a:lnTo>
                      <a:pt x="119063" y="89344"/>
                    </a:lnTo>
                    <a:lnTo>
                      <a:pt x="148876" y="89344"/>
                    </a:lnTo>
                    <a:lnTo>
                      <a:pt x="148876" y="29813"/>
                    </a:lnTo>
                    <a:lnTo>
                      <a:pt x="119063" y="29813"/>
                    </a:lnTo>
                    <a:lnTo>
                      <a:pt x="119063" y="0"/>
                    </a:lnTo>
                    <a:lnTo>
                      <a:pt x="89249" y="0"/>
                    </a:lnTo>
                    <a:lnTo>
                      <a:pt x="89249" y="29813"/>
                    </a:lnTo>
                    <a:lnTo>
                      <a:pt x="59531" y="29813"/>
                    </a:lnTo>
                    <a:lnTo>
                      <a:pt x="59531" y="0"/>
                    </a:lnTo>
                    <a:lnTo>
                      <a:pt x="29813" y="0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0" name="Google Shape;2880;p39"/>
              <p:cNvSpPr/>
              <p:nvPr/>
            </p:nvSpPr>
            <p:spPr>
              <a:xfrm>
                <a:off x="7374731" y="2149030"/>
                <a:ext cx="148875" cy="148875"/>
              </a:xfrm>
              <a:custGeom>
                <a:rect b="b" l="l" r="r" t="t"/>
                <a:pathLst>
                  <a:path extrusionOk="0" h="148875" w="148875">
                    <a:moveTo>
                      <a:pt x="89249" y="0"/>
                    </a:moveTo>
                    <a:lnTo>
                      <a:pt x="59531" y="0"/>
                    </a:lnTo>
                    <a:lnTo>
                      <a:pt x="59531" y="29813"/>
                    </a:lnTo>
                    <a:lnTo>
                      <a:pt x="59531" y="59626"/>
                    </a:lnTo>
                    <a:lnTo>
                      <a:pt x="29813" y="59626"/>
                    </a:lnTo>
                    <a:lnTo>
                      <a:pt x="0" y="59626"/>
                    </a:lnTo>
                    <a:lnTo>
                      <a:pt x="0" y="89344"/>
                    </a:lnTo>
                    <a:lnTo>
                      <a:pt x="29813" y="89344"/>
                    </a:lnTo>
                    <a:lnTo>
                      <a:pt x="59531" y="89344"/>
                    </a:lnTo>
                    <a:lnTo>
                      <a:pt x="59531" y="119063"/>
                    </a:lnTo>
                    <a:lnTo>
                      <a:pt x="59531" y="148876"/>
                    </a:lnTo>
                    <a:lnTo>
                      <a:pt x="89249" y="148876"/>
                    </a:lnTo>
                    <a:lnTo>
                      <a:pt x="89249" y="119063"/>
                    </a:lnTo>
                    <a:lnTo>
                      <a:pt x="89249" y="89344"/>
                    </a:lnTo>
                    <a:lnTo>
                      <a:pt x="119063" y="89344"/>
                    </a:lnTo>
                    <a:lnTo>
                      <a:pt x="148876" y="89344"/>
                    </a:lnTo>
                    <a:lnTo>
                      <a:pt x="148876" y="59626"/>
                    </a:lnTo>
                    <a:lnTo>
                      <a:pt x="119063" y="59626"/>
                    </a:lnTo>
                    <a:lnTo>
                      <a:pt x="89249" y="59626"/>
                    </a:lnTo>
                    <a:lnTo>
                      <a:pt x="89249" y="29813"/>
                    </a:lnTo>
                    <a:lnTo>
                      <a:pt x="89249" y="0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1" name="Google Shape;2881;p39"/>
              <p:cNvSpPr/>
              <p:nvPr/>
            </p:nvSpPr>
            <p:spPr>
              <a:xfrm>
                <a:off x="7374766" y="2372319"/>
                <a:ext cx="148875" cy="148780"/>
              </a:xfrm>
              <a:custGeom>
                <a:rect b="b" l="l" r="r" t="t"/>
                <a:pathLst>
                  <a:path extrusionOk="0" h="148780" w="148875">
                    <a:moveTo>
                      <a:pt x="59531" y="148781"/>
                    </a:moveTo>
                    <a:lnTo>
                      <a:pt x="89249" y="148781"/>
                    </a:lnTo>
                    <a:lnTo>
                      <a:pt x="89249" y="119063"/>
                    </a:lnTo>
                    <a:lnTo>
                      <a:pt x="89249" y="89344"/>
                    </a:lnTo>
                    <a:lnTo>
                      <a:pt x="119063" y="89344"/>
                    </a:lnTo>
                    <a:lnTo>
                      <a:pt x="148876" y="89344"/>
                    </a:lnTo>
                    <a:lnTo>
                      <a:pt x="148876" y="59531"/>
                    </a:lnTo>
                    <a:lnTo>
                      <a:pt x="119063" y="59531"/>
                    </a:lnTo>
                    <a:lnTo>
                      <a:pt x="89249" y="59531"/>
                    </a:lnTo>
                    <a:lnTo>
                      <a:pt x="89249" y="29718"/>
                    </a:lnTo>
                    <a:lnTo>
                      <a:pt x="89249" y="0"/>
                    </a:lnTo>
                    <a:lnTo>
                      <a:pt x="59531" y="0"/>
                    </a:lnTo>
                    <a:lnTo>
                      <a:pt x="59531" y="29718"/>
                    </a:lnTo>
                    <a:lnTo>
                      <a:pt x="59531" y="59531"/>
                    </a:lnTo>
                    <a:lnTo>
                      <a:pt x="29813" y="59531"/>
                    </a:lnTo>
                    <a:lnTo>
                      <a:pt x="0" y="59531"/>
                    </a:lnTo>
                    <a:lnTo>
                      <a:pt x="0" y="89344"/>
                    </a:lnTo>
                    <a:lnTo>
                      <a:pt x="29813" y="89344"/>
                    </a:lnTo>
                    <a:lnTo>
                      <a:pt x="59531" y="89344"/>
                    </a:lnTo>
                    <a:lnTo>
                      <a:pt x="59531" y="119063"/>
                    </a:lnTo>
                    <a:lnTo>
                      <a:pt x="59531" y="148781"/>
                    </a:lnTo>
                    <a:close/>
                  </a:path>
                </a:pathLst>
              </a:custGeom>
              <a:solidFill>
                <a:srgbClr val="F1C232"/>
              </a:solidFill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2" name="Google Shape;2882;p39"/>
              <p:cNvSpPr/>
              <p:nvPr/>
            </p:nvSpPr>
            <p:spPr>
              <a:xfrm>
                <a:off x="7136606" y="2357437"/>
                <a:ext cx="148875" cy="148780"/>
              </a:xfrm>
              <a:custGeom>
                <a:rect b="b" l="l" r="r" t="t"/>
                <a:pathLst>
                  <a:path extrusionOk="0" h="148780" w="148875">
                    <a:moveTo>
                      <a:pt x="0" y="89344"/>
                    </a:moveTo>
                    <a:lnTo>
                      <a:pt x="29813" y="89344"/>
                    </a:lnTo>
                    <a:lnTo>
                      <a:pt x="59531" y="89344"/>
                    </a:lnTo>
                    <a:lnTo>
                      <a:pt x="59531" y="119063"/>
                    </a:lnTo>
                    <a:lnTo>
                      <a:pt x="59531" y="148781"/>
                    </a:lnTo>
                    <a:lnTo>
                      <a:pt x="89249" y="148781"/>
                    </a:lnTo>
                    <a:lnTo>
                      <a:pt x="89249" y="119063"/>
                    </a:lnTo>
                    <a:lnTo>
                      <a:pt x="89249" y="89344"/>
                    </a:lnTo>
                    <a:lnTo>
                      <a:pt x="119063" y="89344"/>
                    </a:lnTo>
                    <a:lnTo>
                      <a:pt x="148876" y="89344"/>
                    </a:lnTo>
                    <a:lnTo>
                      <a:pt x="148876" y="59531"/>
                    </a:lnTo>
                    <a:lnTo>
                      <a:pt x="119063" y="59531"/>
                    </a:lnTo>
                    <a:lnTo>
                      <a:pt x="89249" y="59531"/>
                    </a:lnTo>
                    <a:lnTo>
                      <a:pt x="89249" y="29718"/>
                    </a:lnTo>
                    <a:lnTo>
                      <a:pt x="89249" y="0"/>
                    </a:lnTo>
                    <a:lnTo>
                      <a:pt x="59531" y="0"/>
                    </a:lnTo>
                    <a:lnTo>
                      <a:pt x="59531" y="29718"/>
                    </a:lnTo>
                    <a:lnTo>
                      <a:pt x="59531" y="59531"/>
                    </a:lnTo>
                    <a:lnTo>
                      <a:pt x="29813" y="59531"/>
                    </a:lnTo>
                    <a:lnTo>
                      <a:pt x="0" y="59531"/>
                    </a:lnTo>
                    <a:lnTo>
                      <a:pt x="0" y="89344"/>
                    </a:lnTo>
                    <a:close/>
                  </a:path>
                </a:pathLst>
              </a:custGeom>
              <a:solidFill>
                <a:srgbClr val="F1C232"/>
              </a:solidFill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3" name="Google Shape;2883;p39"/>
              <p:cNvSpPr/>
              <p:nvPr/>
            </p:nvSpPr>
            <p:spPr>
              <a:xfrm>
                <a:off x="7136606" y="2149030"/>
                <a:ext cx="148875" cy="148875"/>
              </a:xfrm>
              <a:custGeom>
                <a:rect b="b" l="l" r="r" t="t"/>
                <a:pathLst>
                  <a:path extrusionOk="0" h="148875" w="148875">
                    <a:moveTo>
                      <a:pt x="89249" y="0"/>
                    </a:moveTo>
                    <a:lnTo>
                      <a:pt x="59531" y="0"/>
                    </a:lnTo>
                    <a:lnTo>
                      <a:pt x="59531" y="29813"/>
                    </a:lnTo>
                    <a:lnTo>
                      <a:pt x="59531" y="59626"/>
                    </a:lnTo>
                    <a:lnTo>
                      <a:pt x="29813" y="59626"/>
                    </a:lnTo>
                    <a:lnTo>
                      <a:pt x="0" y="59626"/>
                    </a:lnTo>
                    <a:lnTo>
                      <a:pt x="0" y="89344"/>
                    </a:lnTo>
                    <a:lnTo>
                      <a:pt x="29813" y="89344"/>
                    </a:lnTo>
                    <a:lnTo>
                      <a:pt x="59531" y="89344"/>
                    </a:lnTo>
                    <a:lnTo>
                      <a:pt x="59531" y="119063"/>
                    </a:lnTo>
                    <a:lnTo>
                      <a:pt x="59531" y="148876"/>
                    </a:lnTo>
                    <a:lnTo>
                      <a:pt x="89249" y="148876"/>
                    </a:lnTo>
                    <a:lnTo>
                      <a:pt x="89249" y="119063"/>
                    </a:lnTo>
                    <a:lnTo>
                      <a:pt x="89249" y="89344"/>
                    </a:lnTo>
                    <a:lnTo>
                      <a:pt x="119063" y="89344"/>
                    </a:lnTo>
                    <a:lnTo>
                      <a:pt x="148876" y="89344"/>
                    </a:lnTo>
                    <a:lnTo>
                      <a:pt x="148876" y="59626"/>
                    </a:lnTo>
                    <a:lnTo>
                      <a:pt x="119063" y="59626"/>
                    </a:lnTo>
                    <a:lnTo>
                      <a:pt x="89249" y="59626"/>
                    </a:lnTo>
                    <a:lnTo>
                      <a:pt x="89249" y="29813"/>
                    </a:lnTo>
                    <a:lnTo>
                      <a:pt x="89249" y="0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4" name="Google Shape;2884;p39"/>
              <p:cNvSpPr/>
              <p:nvPr/>
            </p:nvSpPr>
            <p:spPr>
              <a:xfrm>
                <a:off x="6571107" y="1940718"/>
                <a:ext cx="535209" cy="1130808"/>
              </a:xfrm>
              <a:custGeom>
                <a:rect b="b" l="l" r="r" t="t"/>
                <a:pathLst>
                  <a:path extrusionOk="0" h="1130808" w="535209">
                    <a:moveTo>
                      <a:pt x="29718" y="357188"/>
                    </a:moveTo>
                    <a:lnTo>
                      <a:pt x="59436" y="357188"/>
                    </a:lnTo>
                    <a:lnTo>
                      <a:pt x="59436" y="386906"/>
                    </a:lnTo>
                    <a:lnTo>
                      <a:pt x="89154" y="386906"/>
                    </a:lnTo>
                    <a:lnTo>
                      <a:pt x="89154" y="416623"/>
                    </a:lnTo>
                    <a:lnTo>
                      <a:pt x="118872" y="416623"/>
                    </a:lnTo>
                    <a:lnTo>
                      <a:pt x="118872" y="446342"/>
                    </a:lnTo>
                    <a:lnTo>
                      <a:pt x="148590" y="446342"/>
                    </a:lnTo>
                    <a:lnTo>
                      <a:pt x="148590" y="476060"/>
                    </a:lnTo>
                    <a:lnTo>
                      <a:pt x="178308" y="476060"/>
                    </a:lnTo>
                    <a:lnTo>
                      <a:pt x="178308" y="535591"/>
                    </a:lnTo>
                    <a:lnTo>
                      <a:pt x="208026" y="535591"/>
                    </a:lnTo>
                    <a:lnTo>
                      <a:pt x="208026" y="624935"/>
                    </a:lnTo>
                    <a:lnTo>
                      <a:pt x="237744" y="624935"/>
                    </a:lnTo>
                    <a:lnTo>
                      <a:pt x="237744" y="743998"/>
                    </a:lnTo>
                    <a:lnTo>
                      <a:pt x="208026" y="743998"/>
                    </a:lnTo>
                    <a:lnTo>
                      <a:pt x="208026" y="803529"/>
                    </a:lnTo>
                    <a:lnTo>
                      <a:pt x="178308" y="803529"/>
                    </a:lnTo>
                    <a:lnTo>
                      <a:pt x="178308" y="863060"/>
                    </a:lnTo>
                    <a:lnTo>
                      <a:pt x="148590" y="863060"/>
                    </a:lnTo>
                    <a:lnTo>
                      <a:pt x="148590" y="922592"/>
                    </a:lnTo>
                    <a:lnTo>
                      <a:pt x="118872" y="922592"/>
                    </a:lnTo>
                    <a:lnTo>
                      <a:pt x="118872" y="982123"/>
                    </a:lnTo>
                    <a:lnTo>
                      <a:pt x="89154" y="982123"/>
                    </a:lnTo>
                    <a:lnTo>
                      <a:pt x="89154" y="1041654"/>
                    </a:lnTo>
                    <a:lnTo>
                      <a:pt x="118872" y="1041654"/>
                    </a:lnTo>
                    <a:lnTo>
                      <a:pt x="118872" y="1071372"/>
                    </a:lnTo>
                    <a:lnTo>
                      <a:pt x="148590" y="1071372"/>
                    </a:lnTo>
                    <a:lnTo>
                      <a:pt x="148590" y="1101090"/>
                    </a:lnTo>
                    <a:lnTo>
                      <a:pt x="208121" y="1101090"/>
                    </a:lnTo>
                    <a:lnTo>
                      <a:pt x="208121" y="1130808"/>
                    </a:lnTo>
                    <a:lnTo>
                      <a:pt x="267653" y="1130808"/>
                    </a:lnTo>
                    <a:lnTo>
                      <a:pt x="267653" y="1101090"/>
                    </a:lnTo>
                    <a:lnTo>
                      <a:pt x="327184" y="1101090"/>
                    </a:lnTo>
                    <a:lnTo>
                      <a:pt x="327184" y="1071372"/>
                    </a:lnTo>
                    <a:lnTo>
                      <a:pt x="356902" y="1071372"/>
                    </a:lnTo>
                    <a:lnTo>
                      <a:pt x="356902" y="1041654"/>
                    </a:lnTo>
                    <a:lnTo>
                      <a:pt x="386620" y="1041654"/>
                    </a:lnTo>
                    <a:lnTo>
                      <a:pt x="386620" y="892874"/>
                    </a:lnTo>
                    <a:lnTo>
                      <a:pt x="416338" y="892874"/>
                    </a:lnTo>
                    <a:lnTo>
                      <a:pt x="416338" y="744093"/>
                    </a:lnTo>
                    <a:lnTo>
                      <a:pt x="446056" y="744093"/>
                    </a:lnTo>
                    <a:lnTo>
                      <a:pt x="446056" y="684562"/>
                    </a:lnTo>
                    <a:lnTo>
                      <a:pt x="475774" y="684562"/>
                    </a:lnTo>
                    <a:lnTo>
                      <a:pt x="475774" y="625031"/>
                    </a:lnTo>
                    <a:lnTo>
                      <a:pt x="505492" y="625031"/>
                    </a:lnTo>
                    <a:lnTo>
                      <a:pt x="505492" y="535686"/>
                    </a:lnTo>
                    <a:lnTo>
                      <a:pt x="535210" y="535686"/>
                    </a:lnTo>
                    <a:lnTo>
                      <a:pt x="535210" y="416623"/>
                    </a:lnTo>
                    <a:lnTo>
                      <a:pt x="505492" y="416623"/>
                    </a:lnTo>
                    <a:lnTo>
                      <a:pt x="505492" y="208217"/>
                    </a:lnTo>
                    <a:lnTo>
                      <a:pt x="475774" y="208217"/>
                    </a:lnTo>
                    <a:lnTo>
                      <a:pt x="475774" y="178498"/>
                    </a:lnTo>
                    <a:lnTo>
                      <a:pt x="446056" y="178498"/>
                    </a:lnTo>
                    <a:lnTo>
                      <a:pt x="446056" y="208217"/>
                    </a:lnTo>
                    <a:lnTo>
                      <a:pt x="386524" y="208217"/>
                    </a:lnTo>
                    <a:lnTo>
                      <a:pt x="386524" y="178498"/>
                    </a:lnTo>
                    <a:lnTo>
                      <a:pt x="297180" y="178498"/>
                    </a:lnTo>
                    <a:lnTo>
                      <a:pt x="297180" y="118967"/>
                    </a:lnTo>
                    <a:lnTo>
                      <a:pt x="267462" y="118967"/>
                    </a:lnTo>
                    <a:lnTo>
                      <a:pt x="267462" y="59436"/>
                    </a:lnTo>
                    <a:lnTo>
                      <a:pt x="237744" y="59436"/>
                    </a:lnTo>
                    <a:lnTo>
                      <a:pt x="237744" y="29718"/>
                    </a:lnTo>
                    <a:lnTo>
                      <a:pt x="208026" y="29718"/>
                    </a:lnTo>
                    <a:lnTo>
                      <a:pt x="208026" y="0"/>
                    </a:lnTo>
                    <a:lnTo>
                      <a:pt x="178308" y="0"/>
                    </a:lnTo>
                    <a:lnTo>
                      <a:pt x="178308" y="29718"/>
                    </a:lnTo>
                    <a:lnTo>
                      <a:pt x="148590" y="29718"/>
                    </a:lnTo>
                    <a:lnTo>
                      <a:pt x="148590" y="89249"/>
                    </a:lnTo>
                    <a:lnTo>
                      <a:pt x="178308" y="89249"/>
                    </a:lnTo>
                    <a:lnTo>
                      <a:pt x="178308" y="178594"/>
                    </a:lnTo>
                    <a:lnTo>
                      <a:pt x="148590" y="178594"/>
                    </a:lnTo>
                    <a:lnTo>
                      <a:pt x="148590" y="208312"/>
                    </a:lnTo>
                    <a:lnTo>
                      <a:pt x="118872" y="208312"/>
                    </a:lnTo>
                    <a:lnTo>
                      <a:pt x="118872" y="267843"/>
                    </a:lnTo>
                    <a:lnTo>
                      <a:pt x="89154" y="267843"/>
                    </a:lnTo>
                    <a:lnTo>
                      <a:pt x="89154" y="238125"/>
                    </a:lnTo>
                    <a:lnTo>
                      <a:pt x="59436" y="238125"/>
                    </a:lnTo>
                    <a:lnTo>
                      <a:pt x="59436" y="208407"/>
                    </a:lnTo>
                    <a:lnTo>
                      <a:pt x="29718" y="208407"/>
                    </a:lnTo>
                    <a:lnTo>
                      <a:pt x="29718" y="238125"/>
                    </a:lnTo>
                    <a:lnTo>
                      <a:pt x="0" y="238125"/>
                    </a:lnTo>
                    <a:lnTo>
                      <a:pt x="0" y="297656"/>
                    </a:lnTo>
                    <a:lnTo>
                      <a:pt x="29718" y="297656"/>
                    </a:lnTo>
                    <a:lnTo>
                      <a:pt x="29718" y="357188"/>
                    </a:lnTo>
                    <a:close/>
                    <a:moveTo>
                      <a:pt x="416623" y="238125"/>
                    </a:moveTo>
                    <a:lnTo>
                      <a:pt x="416623" y="357188"/>
                    </a:lnTo>
                    <a:lnTo>
                      <a:pt x="386905" y="357188"/>
                    </a:lnTo>
                    <a:lnTo>
                      <a:pt x="386905" y="327469"/>
                    </a:lnTo>
                    <a:lnTo>
                      <a:pt x="357188" y="327469"/>
                    </a:lnTo>
                    <a:lnTo>
                      <a:pt x="357188" y="297752"/>
                    </a:lnTo>
                    <a:lnTo>
                      <a:pt x="327470" y="297752"/>
                    </a:lnTo>
                    <a:lnTo>
                      <a:pt x="327470" y="268034"/>
                    </a:lnTo>
                    <a:lnTo>
                      <a:pt x="387001" y="268034"/>
                    </a:lnTo>
                    <a:lnTo>
                      <a:pt x="387001" y="238315"/>
                    </a:lnTo>
                    <a:lnTo>
                      <a:pt x="416719" y="238315"/>
                    </a:lnTo>
                    <a:close/>
                    <a:moveTo>
                      <a:pt x="148780" y="297656"/>
                    </a:moveTo>
                    <a:lnTo>
                      <a:pt x="148780" y="327374"/>
                    </a:lnTo>
                    <a:lnTo>
                      <a:pt x="178498" y="327374"/>
                    </a:lnTo>
                    <a:lnTo>
                      <a:pt x="178498" y="357092"/>
                    </a:lnTo>
                    <a:lnTo>
                      <a:pt x="148780" y="357092"/>
                    </a:lnTo>
                    <a:lnTo>
                      <a:pt x="148780" y="327374"/>
                    </a:lnTo>
                    <a:lnTo>
                      <a:pt x="119063" y="327374"/>
                    </a:lnTo>
                    <a:lnTo>
                      <a:pt x="119063" y="297656"/>
                    </a:lnTo>
                    <a:lnTo>
                      <a:pt x="148780" y="297656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85" name="Google Shape;2885;p39"/>
            <p:cNvGrpSpPr/>
            <p:nvPr/>
          </p:nvGrpSpPr>
          <p:grpSpPr>
            <a:xfrm>
              <a:off x="6571107" y="1494186"/>
              <a:ext cx="1518094" cy="1577626"/>
              <a:chOff x="6571107" y="1494186"/>
              <a:chExt cx="1518094" cy="1577626"/>
            </a:xfrm>
          </p:grpSpPr>
          <p:grpSp>
            <p:nvGrpSpPr>
              <p:cNvPr id="2886" name="Google Shape;2886;p39"/>
              <p:cNvGrpSpPr/>
              <p:nvPr/>
            </p:nvGrpSpPr>
            <p:grpSpPr>
              <a:xfrm>
                <a:off x="7553325" y="1940718"/>
                <a:ext cx="535876" cy="1131094"/>
                <a:chOff x="7553325" y="1940718"/>
                <a:chExt cx="535876" cy="1131094"/>
              </a:xfrm>
            </p:grpSpPr>
            <p:sp>
              <p:nvSpPr>
                <p:cNvPr id="2887" name="Google Shape;2887;p39"/>
                <p:cNvSpPr/>
                <p:nvPr/>
              </p:nvSpPr>
              <p:spPr>
                <a:xfrm>
                  <a:off x="7821168" y="304209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88" name="Google Shape;2888;p39"/>
                <p:cNvSpPr/>
                <p:nvPr/>
              </p:nvSpPr>
              <p:spPr>
                <a:xfrm>
                  <a:off x="7880794" y="301228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89" name="Google Shape;2889;p39"/>
                <p:cNvSpPr/>
                <p:nvPr/>
              </p:nvSpPr>
              <p:spPr>
                <a:xfrm>
                  <a:off x="7940230" y="298246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0" name="Google Shape;2890;p39"/>
                <p:cNvSpPr/>
                <p:nvPr/>
              </p:nvSpPr>
              <p:spPr>
                <a:xfrm>
                  <a:off x="7761732" y="301228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1" name="Google Shape;2891;p39"/>
                <p:cNvSpPr/>
                <p:nvPr/>
              </p:nvSpPr>
              <p:spPr>
                <a:xfrm>
                  <a:off x="7970043" y="2923031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2" name="Google Shape;2892;p39"/>
                <p:cNvSpPr/>
                <p:nvPr/>
              </p:nvSpPr>
              <p:spPr>
                <a:xfrm>
                  <a:off x="7940230" y="286340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3" name="Google Shape;2893;p39"/>
                <p:cNvSpPr/>
                <p:nvPr/>
              </p:nvSpPr>
              <p:spPr>
                <a:xfrm>
                  <a:off x="7910512" y="280396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4" name="Google Shape;2894;p39"/>
                <p:cNvSpPr/>
                <p:nvPr/>
              </p:nvSpPr>
              <p:spPr>
                <a:xfrm>
                  <a:off x="7880794" y="274434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5" name="Google Shape;2895;p39"/>
                <p:cNvSpPr/>
                <p:nvPr/>
              </p:nvSpPr>
              <p:spPr>
                <a:xfrm>
                  <a:off x="7850981" y="268490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6" name="Google Shape;2896;p39"/>
                <p:cNvSpPr/>
                <p:nvPr/>
              </p:nvSpPr>
              <p:spPr>
                <a:xfrm>
                  <a:off x="7821168" y="2565844"/>
                  <a:ext cx="29718" cy="119062"/>
                </a:xfrm>
                <a:custGeom>
                  <a:rect b="b" l="l" r="r" t="t"/>
                  <a:pathLst>
                    <a:path extrusionOk="0" h="119062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19063"/>
                      </a:lnTo>
                      <a:lnTo>
                        <a:pt x="0" y="119063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7" name="Google Shape;2897;p39"/>
                <p:cNvSpPr/>
                <p:nvPr/>
              </p:nvSpPr>
              <p:spPr>
                <a:xfrm>
                  <a:off x="7850981" y="2476499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4"/>
                      </a:lnTo>
                      <a:lnTo>
                        <a:pt x="0" y="89344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8" name="Google Shape;2898;p39"/>
                <p:cNvSpPr/>
                <p:nvPr/>
              </p:nvSpPr>
              <p:spPr>
                <a:xfrm>
                  <a:off x="7880794" y="2416968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9" name="Google Shape;2899;p39"/>
                <p:cNvSpPr/>
                <p:nvPr/>
              </p:nvSpPr>
              <p:spPr>
                <a:xfrm>
                  <a:off x="7910512" y="2387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0" name="Google Shape;2900;p39"/>
                <p:cNvSpPr/>
                <p:nvPr/>
              </p:nvSpPr>
              <p:spPr>
                <a:xfrm>
                  <a:off x="7940230" y="23574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1" name="Google Shape;2901;p39"/>
                <p:cNvSpPr/>
                <p:nvPr/>
              </p:nvSpPr>
              <p:spPr>
                <a:xfrm>
                  <a:off x="7970043" y="23277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2" name="Google Shape;2902;p39"/>
                <p:cNvSpPr/>
                <p:nvPr/>
              </p:nvSpPr>
              <p:spPr>
                <a:xfrm>
                  <a:off x="7999857" y="2297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3" name="Google Shape;2903;p39"/>
                <p:cNvSpPr/>
                <p:nvPr/>
              </p:nvSpPr>
              <p:spPr>
                <a:xfrm>
                  <a:off x="8029575" y="223837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4" name="Google Shape;2904;p39"/>
                <p:cNvSpPr/>
                <p:nvPr/>
              </p:nvSpPr>
              <p:spPr>
                <a:xfrm rot="10800000">
                  <a:off x="8059483" y="2178843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5" name="Google Shape;2905;p39"/>
                <p:cNvSpPr/>
                <p:nvPr/>
              </p:nvSpPr>
              <p:spPr>
                <a:xfrm rot="10800000">
                  <a:off x="8029575" y="214912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6" name="Google Shape;2906;p39"/>
                <p:cNvSpPr/>
                <p:nvPr/>
              </p:nvSpPr>
              <p:spPr>
                <a:xfrm>
                  <a:off x="7999857" y="21788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7" name="Google Shape;2907;p39"/>
                <p:cNvSpPr/>
                <p:nvPr/>
              </p:nvSpPr>
              <p:spPr>
                <a:xfrm>
                  <a:off x="7970043" y="220865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8" name="Google Shape;2908;p39"/>
                <p:cNvSpPr/>
                <p:nvPr/>
              </p:nvSpPr>
              <p:spPr>
                <a:xfrm>
                  <a:off x="7940230" y="22680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9" name="Google Shape;2909;p39"/>
                <p:cNvSpPr/>
                <p:nvPr/>
              </p:nvSpPr>
              <p:spPr>
                <a:xfrm>
                  <a:off x="7970043" y="22383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0" name="Google Shape;2910;p39"/>
                <p:cNvSpPr/>
                <p:nvPr/>
              </p:nvSpPr>
              <p:spPr>
                <a:xfrm>
                  <a:off x="7940230" y="22086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1" name="Google Shape;2911;p39"/>
                <p:cNvSpPr/>
                <p:nvPr/>
              </p:nvSpPr>
              <p:spPr>
                <a:xfrm>
                  <a:off x="7910512" y="2297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2" name="Google Shape;2912;p39"/>
                <p:cNvSpPr/>
                <p:nvPr/>
              </p:nvSpPr>
              <p:spPr>
                <a:xfrm>
                  <a:off x="7880794" y="22680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3" name="Google Shape;2913;p39"/>
                <p:cNvSpPr/>
                <p:nvPr/>
              </p:nvSpPr>
              <p:spPr>
                <a:xfrm>
                  <a:off x="7880794" y="2297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4" name="Google Shape;2914;p39"/>
                <p:cNvSpPr/>
                <p:nvPr/>
              </p:nvSpPr>
              <p:spPr>
                <a:xfrm>
                  <a:off x="7850981" y="23277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5" name="Google Shape;2915;p39"/>
                <p:cNvSpPr/>
                <p:nvPr/>
              </p:nvSpPr>
              <p:spPr>
                <a:xfrm>
                  <a:off x="7940230" y="22086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6" name="Google Shape;2916;p39"/>
                <p:cNvSpPr/>
                <p:nvPr/>
              </p:nvSpPr>
              <p:spPr>
                <a:xfrm>
                  <a:off x="7910512" y="22383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7" name="Google Shape;2917;p39"/>
                <p:cNvSpPr/>
                <p:nvPr/>
              </p:nvSpPr>
              <p:spPr>
                <a:xfrm>
                  <a:off x="7791450" y="205978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8" name="Google Shape;2918;p39"/>
                <p:cNvSpPr/>
                <p:nvPr/>
              </p:nvSpPr>
              <p:spPr>
                <a:xfrm>
                  <a:off x="7910512" y="21193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9" name="Google Shape;2919;p39"/>
                <p:cNvSpPr/>
                <p:nvPr/>
              </p:nvSpPr>
              <p:spPr>
                <a:xfrm>
                  <a:off x="7880794" y="20895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0" name="Google Shape;2920;p39"/>
                <p:cNvSpPr/>
                <p:nvPr/>
              </p:nvSpPr>
              <p:spPr>
                <a:xfrm>
                  <a:off x="7850981" y="20597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1" name="Google Shape;2921;p39"/>
                <p:cNvSpPr/>
                <p:nvPr/>
              </p:nvSpPr>
              <p:spPr>
                <a:xfrm>
                  <a:off x="7821168" y="202996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2" name="Google Shape;2922;p39"/>
                <p:cNvSpPr/>
                <p:nvPr/>
              </p:nvSpPr>
              <p:spPr>
                <a:xfrm>
                  <a:off x="7821168" y="21193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3" name="Google Shape;2923;p39"/>
                <p:cNvSpPr/>
                <p:nvPr/>
              </p:nvSpPr>
              <p:spPr>
                <a:xfrm>
                  <a:off x="7702105" y="2119312"/>
                  <a:ext cx="119062" cy="29718"/>
                </a:xfrm>
                <a:custGeom>
                  <a:rect b="b" l="l" r="r" t="t"/>
                  <a:pathLst>
                    <a:path extrusionOk="0" h="29718" w="119062">
                      <a:moveTo>
                        <a:pt x="0" y="0"/>
                      </a:moveTo>
                      <a:lnTo>
                        <a:pt x="119062" y="0"/>
                      </a:lnTo>
                      <a:lnTo>
                        <a:pt x="119062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4" name="Google Shape;2924;p39"/>
                <p:cNvSpPr/>
                <p:nvPr/>
              </p:nvSpPr>
              <p:spPr>
                <a:xfrm>
                  <a:off x="7850981" y="2149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5" name="Google Shape;2925;p39"/>
                <p:cNvSpPr/>
                <p:nvPr/>
              </p:nvSpPr>
              <p:spPr>
                <a:xfrm rot="10800000">
                  <a:off x="7672387" y="214912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6" name="Google Shape;2926;p39"/>
                <p:cNvSpPr/>
                <p:nvPr/>
              </p:nvSpPr>
              <p:spPr>
                <a:xfrm>
                  <a:off x="7761732" y="2178843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7" name="Google Shape;2927;p39"/>
                <p:cNvSpPr/>
                <p:nvPr/>
              </p:nvSpPr>
              <p:spPr>
                <a:xfrm>
                  <a:off x="7761732" y="22086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8" name="Google Shape;2928;p39"/>
                <p:cNvSpPr/>
                <p:nvPr/>
              </p:nvSpPr>
              <p:spPr>
                <a:xfrm>
                  <a:off x="7821168" y="20002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9" name="Google Shape;2929;p39"/>
                <p:cNvSpPr/>
                <p:nvPr/>
              </p:nvSpPr>
              <p:spPr>
                <a:xfrm>
                  <a:off x="7850981" y="1970531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0" name="Google Shape;2930;p39"/>
                <p:cNvSpPr/>
                <p:nvPr/>
              </p:nvSpPr>
              <p:spPr>
                <a:xfrm rot="10800000">
                  <a:off x="7880794" y="1940718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1" name="Google Shape;2931;p39"/>
                <p:cNvSpPr/>
                <p:nvPr/>
              </p:nvSpPr>
              <p:spPr>
                <a:xfrm rot="10800000">
                  <a:off x="7910512" y="197043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2" name="Google Shape;2932;p39"/>
                <p:cNvSpPr/>
                <p:nvPr/>
              </p:nvSpPr>
              <p:spPr>
                <a:xfrm>
                  <a:off x="7880794" y="2029967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3" name="Google Shape;2933;p39"/>
                <p:cNvSpPr/>
                <p:nvPr/>
              </p:nvSpPr>
              <p:spPr>
                <a:xfrm>
                  <a:off x="7731918" y="22383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4" name="Google Shape;2934;p39"/>
                <p:cNvSpPr/>
                <p:nvPr/>
              </p:nvSpPr>
              <p:spPr>
                <a:xfrm>
                  <a:off x="7702105" y="22680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5" name="Google Shape;2935;p39"/>
                <p:cNvSpPr/>
                <p:nvPr/>
              </p:nvSpPr>
              <p:spPr>
                <a:xfrm>
                  <a:off x="7583043" y="2149030"/>
                  <a:ext cx="29718" cy="208406"/>
                </a:xfrm>
                <a:custGeom>
                  <a:rect b="b" l="l" r="r" t="t"/>
                  <a:pathLst>
                    <a:path extrusionOk="0" h="208406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08407"/>
                      </a:lnTo>
                      <a:lnTo>
                        <a:pt x="0" y="208407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6" name="Google Shape;2936;p39"/>
                <p:cNvSpPr/>
                <p:nvPr/>
              </p:nvSpPr>
              <p:spPr>
                <a:xfrm>
                  <a:off x="7672387" y="2297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7" name="Google Shape;2937;p39"/>
                <p:cNvSpPr/>
                <p:nvPr/>
              </p:nvSpPr>
              <p:spPr>
                <a:xfrm>
                  <a:off x="7612856" y="21193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8" name="Google Shape;2938;p39"/>
                <p:cNvSpPr/>
                <p:nvPr/>
              </p:nvSpPr>
              <p:spPr>
                <a:xfrm>
                  <a:off x="7642669" y="2149030"/>
                  <a:ext cx="29718" cy="148780"/>
                </a:xfrm>
                <a:custGeom>
                  <a:rect b="b" l="l" r="r" t="t"/>
                  <a:pathLst>
                    <a:path extrusionOk="0" h="148780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48781"/>
                      </a:lnTo>
                      <a:lnTo>
                        <a:pt x="0" y="14878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9" name="Google Shape;2939;p39"/>
                <p:cNvSpPr/>
                <p:nvPr/>
              </p:nvSpPr>
              <p:spPr>
                <a:xfrm rot="10800000">
                  <a:off x="7702200" y="2178843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0" name="Google Shape;2940;p39"/>
                <p:cNvSpPr/>
                <p:nvPr/>
              </p:nvSpPr>
              <p:spPr>
                <a:xfrm>
                  <a:off x="7880794" y="21788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1" name="Google Shape;2941;p39"/>
                <p:cNvSpPr/>
                <p:nvPr/>
              </p:nvSpPr>
              <p:spPr>
                <a:xfrm>
                  <a:off x="7850981" y="22086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2" name="Google Shape;2942;p39"/>
                <p:cNvSpPr/>
                <p:nvPr/>
              </p:nvSpPr>
              <p:spPr>
                <a:xfrm>
                  <a:off x="7821168" y="22383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3" name="Google Shape;2943;p39"/>
                <p:cNvSpPr/>
                <p:nvPr/>
              </p:nvSpPr>
              <p:spPr>
                <a:xfrm>
                  <a:off x="7791450" y="22680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4" name="Google Shape;2944;p39"/>
                <p:cNvSpPr/>
                <p:nvPr/>
              </p:nvSpPr>
              <p:spPr>
                <a:xfrm rot="10800000">
                  <a:off x="7672387" y="214912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5" name="Google Shape;2945;p39"/>
                <p:cNvSpPr/>
                <p:nvPr/>
              </p:nvSpPr>
              <p:spPr>
                <a:xfrm>
                  <a:off x="7940230" y="214903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6" name="Google Shape;2946;p39"/>
                <p:cNvSpPr/>
                <p:nvPr/>
              </p:nvSpPr>
              <p:spPr>
                <a:xfrm>
                  <a:off x="7731918" y="298246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7" name="Google Shape;2947;p39"/>
                <p:cNvSpPr/>
                <p:nvPr/>
              </p:nvSpPr>
              <p:spPr>
                <a:xfrm>
                  <a:off x="7702105" y="2833687"/>
                  <a:ext cx="29718" cy="148780"/>
                </a:xfrm>
                <a:custGeom>
                  <a:rect b="b" l="l" r="r" t="t"/>
                  <a:pathLst>
                    <a:path extrusionOk="0" h="148780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48780"/>
                      </a:lnTo>
                      <a:lnTo>
                        <a:pt x="0" y="148780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8" name="Google Shape;2948;p39"/>
                <p:cNvSpPr/>
                <p:nvPr/>
              </p:nvSpPr>
              <p:spPr>
                <a:xfrm>
                  <a:off x="7672387" y="2684906"/>
                  <a:ext cx="29718" cy="148780"/>
                </a:xfrm>
                <a:custGeom>
                  <a:rect b="b" l="l" r="r" t="t"/>
                  <a:pathLst>
                    <a:path extrusionOk="0" h="148780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48781"/>
                      </a:lnTo>
                      <a:lnTo>
                        <a:pt x="0" y="14878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9" name="Google Shape;2949;p39"/>
                <p:cNvSpPr/>
                <p:nvPr/>
              </p:nvSpPr>
              <p:spPr>
                <a:xfrm>
                  <a:off x="7642669" y="262528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0" name="Google Shape;2950;p39"/>
                <p:cNvSpPr/>
                <p:nvPr/>
              </p:nvSpPr>
              <p:spPr>
                <a:xfrm>
                  <a:off x="7612856" y="256584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1" name="Google Shape;2951;p39"/>
                <p:cNvSpPr/>
                <p:nvPr/>
              </p:nvSpPr>
              <p:spPr>
                <a:xfrm>
                  <a:off x="7583043" y="2476499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4"/>
                      </a:lnTo>
                      <a:lnTo>
                        <a:pt x="0" y="89344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2" name="Google Shape;2952;p39"/>
                <p:cNvSpPr/>
                <p:nvPr/>
              </p:nvSpPr>
              <p:spPr>
                <a:xfrm>
                  <a:off x="7553325" y="2357437"/>
                  <a:ext cx="29718" cy="119062"/>
                </a:xfrm>
                <a:custGeom>
                  <a:rect b="b" l="l" r="r" t="t"/>
                  <a:pathLst>
                    <a:path extrusionOk="0" h="119062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19063"/>
                      </a:lnTo>
                      <a:lnTo>
                        <a:pt x="0" y="119063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3" name="Google Shape;2953;p39"/>
                <p:cNvSpPr/>
                <p:nvPr/>
              </p:nvSpPr>
              <p:spPr>
                <a:xfrm>
                  <a:off x="8029575" y="2178843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4" name="Google Shape;2954;p39"/>
                <p:cNvSpPr/>
                <p:nvPr/>
              </p:nvSpPr>
              <p:spPr>
                <a:xfrm>
                  <a:off x="7850981" y="200024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5" name="Google Shape;2955;p39"/>
                <p:cNvSpPr/>
                <p:nvPr/>
              </p:nvSpPr>
              <p:spPr>
                <a:xfrm>
                  <a:off x="7880794" y="1970531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6" name="Google Shape;2956;p39"/>
                <p:cNvSpPr/>
                <p:nvPr/>
              </p:nvSpPr>
              <p:spPr>
                <a:xfrm>
                  <a:off x="7821168" y="20597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7" name="Google Shape;2957;p39"/>
                <p:cNvSpPr/>
                <p:nvPr/>
              </p:nvSpPr>
              <p:spPr>
                <a:xfrm>
                  <a:off x="7702105" y="214903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8" name="Google Shape;2958;p39"/>
                <p:cNvSpPr/>
                <p:nvPr/>
              </p:nvSpPr>
              <p:spPr>
                <a:xfrm>
                  <a:off x="7821168" y="20895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9" name="Google Shape;2959;p39"/>
                <p:cNvSpPr/>
                <p:nvPr/>
              </p:nvSpPr>
              <p:spPr>
                <a:xfrm>
                  <a:off x="7850981" y="20895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0" name="Google Shape;2960;p39"/>
                <p:cNvSpPr/>
                <p:nvPr/>
              </p:nvSpPr>
              <p:spPr>
                <a:xfrm>
                  <a:off x="7791450" y="2684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1" name="Google Shape;2961;p39"/>
                <p:cNvSpPr/>
                <p:nvPr/>
              </p:nvSpPr>
              <p:spPr>
                <a:xfrm>
                  <a:off x="7702105" y="2684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2" name="Google Shape;2962;p39"/>
                <p:cNvSpPr/>
                <p:nvPr/>
              </p:nvSpPr>
              <p:spPr>
                <a:xfrm>
                  <a:off x="7702105" y="2684906"/>
                  <a:ext cx="267938" cy="357187"/>
                </a:xfrm>
                <a:custGeom>
                  <a:rect b="b" l="l" r="r" t="t"/>
                  <a:pathLst>
                    <a:path extrusionOk="0" h="357187" w="267938">
                      <a:moveTo>
                        <a:pt x="267938" y="238125"/>
                      </a:moveTo>
                      <a:lnTo>
                        <a:pt x="267938" y="297561"/>
                      </a:lnTo>
                      <a:lnTo>
                        <a:pt x="238125" y="297561"/>
                      </a:lnTo>
                      <a:lnTo>
                        <a:pt x="238125" y="327374"/>
                      </a:lnTo>
                      <a:lnTo>
                        <a:pt x="178689" y="327374"/>
                      </a:lnTo>
                      <a:lnTo>
                        <a:pt x="178689" y="357188"/>
                      </a:lnTo>
                      <a:lnTo>
                        <a:pt x="119063" y="357188"/>
                      </a:lnTo>
                      <a:lnTo>
                        <a:pt x="119063" y="327374"/>
                      </a:lnTo>
                      <a:lnTo>
                        <a:pt x="59627" y="327374"/>
                      </a:lnTo>
                      <a:lnTo>
                        <a:pt x="59627" y="297561"/>
                      </a:lnTo>
                      <a:lnTo>
                        <a:pt x="29813" y="297561"/>
                      </a:lnTo>
                      <a:lnTo>
                        <a:pt x="29813" y="148780"/>
                      </a:lnTo>
                      <a:lnTo>
                        <a:pt x="0" y="148780"/>
                      </a:lnTo>
                      <a:lnTo>
                        <a:pt x="0" y="29718"/>
                      </a:lnTo>
                      <a:lnTo>
                        <a:pt x="29813" y="29718"/>
                      </a:lnTo>
                      <a:lnTo>
                        <a:pt x="29813" y="59436"/>
                      </a:lnTo>
                      <a:lnTo>
                        <a:pt x="89345" y="59436"/>
                      </a:lnTo>
                      <a:lnTo>
                        <a:pt x="89345" y="29718"/>
                      </a:lnTo>
                      <a:lnTo>
                        <a:pt x="119063" y="29718"/>
                      </a:lnTo>
                      <a:lnTo>
                        <a:pt x="119063" y="0"/>
                      </a:lnTo>
                      <a:lnTo>
                        <a:pt x="148876" y="0"/>
                      </a:lnTo>
                      <a:lnTo>
                        <a:pt x="148876" y="59436"/>
                      </a:lnTo>
                      <a:lnTo>
                        <a:pt x="178689" y="59436"/>
                      </a:lnTo>
                      <a:lnTo>
                        <a:pt x="178689" y="119063"/>
                      </a:lnTo>
                      <a:lnTo>
                        <a:pt x="208407" y="119063"/>
                      </a:lnTo>
                      <a:lnTo>
                        <a:pt x="208407" y="178498"/>
                      </a:lnTo>
                      <a:lnTo>
                        <a:pt x="238125" y="178498"/>
                      </a:lnTo>
                      <a:lnTo>
                        <a:pt x="238125" y="238125"/>
                      </a:lnTo>
                      <a:lnTo>
                        <a:pt x="267938" y="238125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3" name="Google Shape;2963;p39"/>
                <p:cNvSpPr/>
                <p:nvPr/>
              </p:nvSpPr>
              <p:spPr>
                <a:xfrm>
                  <a:off x="7731918" y="271462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4" name="Google Shape;2964;p39"/>
                <p:cNvSpPr/>
                <p:nvPr/>
              </p:nvSpPr>
              <p:spPr>
                <a:xfrm>
                  <a:off x="7791450" y="2387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5" name="Google Shape;2965;p39"/>
                <p:cNvSpPr/>
                <p:nvPr/>
              </p:nvSpPr>
              <p:spPr>
                <a:xfrm>
                  <a:off x="7761732" y="24169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6" name="Google Shape;2966;p39"/>
                <p:cNvSpPr/>
                <p:nvPr/>
              </p:nvSpPr>
              <p:spPr>
                <a:xfrm>
                  <a:off x="7583519" y="2119312"/>
                  <a:ext cx="445960" cy="595121"/>
                </a:xfrm>
                <a:custGeom>
                  <a:rect b="b" l="l" r="r" t="t"/>
                  <a:pathLst>
                    <a:path extrusionOk="0" h="595121" w="445960">
                      <a:moveTo>
                        <a:pt x="416338" y="89344"/>
                      </a:moveTo>
                      <a:lnTo>
                        <a:pt x="416338" y="148876"/>
                      </a:lnTo>
                      <a:lnTo>
                        <a:pt x="386620" y="148876"/>
                      </a:lnTo>
                      <a:lnTo>
                        <a:pt x="386620" y="178594"/>
                      </a:lnTo>
                      <a:lnTo>
                        <a:pt x="356902" y="178594"/>
                      </a:lnTo>
                      <a:lnTo>
                        <a:pt x="356902" y="208312"/>
                      </a:lnTo>
                      <a:lnTo>
                        <a:pt x="297371" y="208312"/>
                      </a:lnTo>
                      <a:lnTo>
                        <a:pt x="297371" y="238030"/>
                      </a:lnTo>
                      <a:lnTo>
                        <a:pt x="267652" y="238030"/>
                      </a:lnTo>
                      <a:lnTo>
                        <a:pt x="267652" y="208312"/>
                      </a:lnTo>
                      <a:lnTo>
                        <a:pt x="297371" y="208312"/>
                      </a:lnTo>
                      <a:lnTo>
                        <a:pt x="297371" y="148781"/>
                      </a:lnTo>
                      <a:lnTo>
                        <a:pt x="327088" y="148781"/>
                      </a:lnTo>
                      <a:lnTo>
                        <a:pt x="327088" y="119063"/>
                      </a:lnTo>
                      <a:lnTo>
                        <a:pt x="356806" y="119063"/>
                      </a:lnTo>
                      <a:lnTo>
                        <a:pt x="356806" y="29718"/>
                      </a:lnTo>
                      <a:lnTo>
                        <a:pt x="327088" y="29718"/>
                      </a:lnTo>
                      <a:lnTo>
                        <a:pt x="327088" y="0"/>
                      </a:lnTo>
                      <a:lnTo>
                        <a:pt x="267557" y="0"/>
                      </a:lnTo>
                      <a:lnTo>
                        <a:pt x="267557" y="29718"/>
                      </a:lnTo>
                      <a:lnTo>
                        <a:pt x="297275" y="29718"/>
                      </a:lnTo>
                      <a:lnTo>
                        <a:pt x="297275" y="59436"/>
                      </a:lnTo>
                      <a:lnTo>
                        <a:pt x="326993" y="59436"/>
                      </a:lnTo>
                      <a:lnTo>
                        <a:pt x="326993" y="89154"/>
                      </a:lnTo>
                      <a:lnTo>
                        <a:pt x="297275" y="89154"/>
                      </a:lnTo>
                      <a:lnTo>
                        <a:pt x="297275" y="118872"/>
                      </a:lnTo>
                      <a:lnTo>
                        <a:pt x="267557" y="118872"/>
                      </a:lnTo>
                      <a:lnTo>
                        <a:pt x="267557" y="148590"/>
                      </a:lnTo>
                      <a:lnTo>
                        <a:pt x="237839" y="148590"/>
                      </a:lnTo>
                      <a:lnTo>
                        <a:pt x="237839" y="178308"/>
                      </a:lnTo>
                      <a:lnTo>
                        <a:pt x="208121" y="178308"/>
                      </a:lnTo>
                      <a:lnTo>
                        <a:pt x="208121" y="148590"/>
                      </a:lnTo>
                      <a:lnTo>
                        <a:pt x="237839" y="148590"/>
                      </a:lnTo>
                      <a:lnTo>
                        <a:pt x="237839" y="118872"/>
                      </a:lnTo>
                      <a:lnTo>
                        <a:pt x="267557" y="118872"/>
                      </a:lnTo>
                      <a:lnTo>
                        <a:pt x="267557" y="89154"/>
                      </a:lnTo>
                      <a:lnTo>
                        <a:pt x="297275" y="89154"/>
                      </a:lnTo>
                      <a:lnTo>
                        <a:pt x="297275" y="59436"/>
                      </a:lnTo>
                      <a:lnTo>
                        <a:pt x="267557" y="59436"/>
                      </a:lnTo>
                      <a:lnTo>
                        <a:pt x="267557" y="29718"/>
                      </a:lnTo>
                      <a:lnTo>
                        <a:pt x="178213" y="29718"/>
                      </a:lnTo>
                      <a:lnTo>
                        <a:pt x="178213" y="59436"/>
                      </a:lnTo>
                      <a:lnTo>
                        <a:pt x="237744" y="59436"/>
                      </a:lnTo>
                      <a:lnTo>
                        <a:pt x="237744" y="89154"/>
                      </a:lnTo>
                      <a:lnTo>
                        <a:pt x="208026" y="89154"/>
                      </a:lnTo>
                      <a:lnTo>
                        <a:pt x="208026" y="118872"/>
                      </a:lnTo>
                      <a:lnTo>
                        <a:pt x="178308" y="118872"/>
                      </a:lnTo>
                      <a:lnTo>
                        <a:pt x="178308" y="148590"/>
                      </a:lnTo>
                      <a:lnTo>
                        <a:pt x="148590" y="148590"/>
                      </a:lnTo>
                      <a:lnTo>
                        <a:pt x="148590" y="178308"/>
                      </a:lnTo>
                      <a:lnTo>
                        <a:pt x="118872" y="178308"/>
                      </a:lnTo>
                      <a:lnTo>
                        <a:pt x="118872" y="208026"/>
                      </a:lnTo>
                      <a:lnTo>
                        <a:pt x="89154" y="208026"/>
                      </a:lnTo>
                      <a:lnTo>
                        <a:pt x="89154" y="178308"/>
                      </a:lnTo>
                      <a:lnTo>
                        <a:pt x="59436" y="178308"/>
                      </a:lnTo>
                      <a:lnTo>
                        <a:pt x="59436" y="29527"/>
                      </a:lnTo>
                      <a:lnTo>
                        <a:pt x="29718" y="29527"/>
                      </a:lnTo>
                      <a:lnTo>
                        <a:pt x="29718" y="237935"/>
                      </a:lnTo>
                      <a:lnTo>
                        <a:pt x="0" y="237935"/>
                      </a:lnTo>
                      <a:lnTo>
                        <a:pt x="0" y="356997"/>
                      </a:lnTo>
                      <a:lnTo>
                        <a:pt x="29718" y="356997"/>
                      </a:lnTo>
                      <a:lnTo>
                        <a:pt x="29718" y="446342"/>
                      </a:lnTo>
                      <a:lnTo>
                        <a:pt x="59436" y="446342"/>
                      </a:lnTo>
                      <a:lnTo>
                        <a:pt x="59436" y="505873"/>
                      </a:lnTo>
                      <a:lnTo>
                        <a:pt x="89154" y="505873"/>
                      </a:lnTo>
                      <a:lnTo>
                        <a:pt x="89154" y="565404"/>
                      </a:lnTo>
                      <a:lnTo>
                        <a:pt x="148685" y="565404"/>
                      </a:lnTo>
                      <a:lnTo>
                        <a:pt x="148685" y="595122"/>
                      </a:lnTo>
                      <a:lnTo>
                        <a:pt x="208216" y="595122"/>
                      </a:lnTo>
                      <a:lnTo>
                        <a:pt x="208216" y="565404"/>
                      </a:lnTo>
                      <a:lnTo>
                        <a:pt x="237934" y="565404"/>
                      </a:lnTo>
                      <a:lnTo>
                        <a:pt x="237934" y="446342"/>
                      </a:lnTo>
                      <a:lnTo>
                        <a:pt x="267652" y="446342"/>
                      </a:lnTo>
                      <a:lnTo>
                        <a:pt x="267652" y="356997"/>
                      </a:lnTo>
                      <a:lnTo>
                        <a:pt x="297371" y="356997"/>
                      </a:lnTo>
                      <a:lnTo>
                        <a:pt x="297371" y="297466"/>
                      </a:lnTo>
                      <a:lnTo>
                        <a:pt x="327088" y="297466"/>
                      </a:lnTo>
                      <a:lnTo>
                        <a:pt x="327088" y="267748"/>
                      </a:lnTo>
                      <a:lnTo>
                        <a:pt x="356806" y="267748"/>
                      </a:lnTo>
                      <a:lnTo>
                        <a:pt x="356806" y="238030"/>
                      </a:lnTo>
                      <a:lnTo>
                        <a:pt x="386524" y="238030"/>
                      </a:lnTo>
                      <a:lnTo>
                        <a:pt x="386524" y="208312"/>
                      </a:lnTo>
                      <a:lnTo>
                        <a:pt x="416242" y="208312"/>
                      </a:lnTo>
                      <a:lnTo>
                        <a:pt x="416242" y="178594"/>
                      </a:lnTo>
                      <a:lnTo>
                        <a:pt x="445960" y="178594"/>
                      </a:lnTo>
                      <a:lnTo>
                        <a:pt x="445960" y="89249"/>
                      </a:lnTo>
                      <a:lnTo>
                        <a:pt x="416242" y="89249"/>
                      </a:lnTo>
                      <a:close/>
                      <a:moveTo>
                        <a:pt x="237744" y="297752"/>
                      </a:moveTo>
                      <a:lnTo>
                        <a:pt x="208026" y="297752"/>
                      </a:lnTo>
                      <a:lnTo>
                        <a:pt x="208026" y="327469"/>
                      </a:lnTo>
                      <a:lnTo>
                        <a:pt x="178308" y="327469"/>
                      </a:lnTo>
                      <a:lnTo>
                        <a:pt x="178308" y="387001"/>
                      </a:lnTo>
                      <a:lnTo>
                        <a:pt x="148590" y="387001"/>
                      </a:lnTo>
                      <a:lnTo>
                        <a:pt x="148590" y="327469"/>
                      </a:lnTo>
                      <a:lnTo>
                        <a:pt x="178308" y="327469"/>
                      </a:lnTo>
                      <a:lnTo>
                        <a:pt x="178308" y="297752"/>
                      </a:lnTo>
                      <a:lnTo>
                        <a:pt x="208026" y="297752"/>
                      </a:lnTo>
                      <a:lnTo>
                        <a:pt x="208026" y="268034"/>
                      </a:lnTo>
                      <a:lnTo>
                        <a:pt x="237744" y="268034"/>
                      </a:lnTo>
                      <a:lnTo>
                        <a:pt x="237744" y="297752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7" name="Google Shape;2967;p39"/>
                <p:cNvSpPr/>
                <p:nvPr/>
              </p:nvSpPr>
              <p:spPr>
                <a:xfrm>
                  <a:off x="7731918" y="2446781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8" name="Google Shape;2968;p39"/>
                <p:cNvSpPr/>
                <p:nvPr/>
              </p:nvSpPr>
              <p:spPr>
                <a:xfrm>
                  <a:off x="7761732" y="2387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9" name="Google Shape;2969;p39"/>
                <p:cNvSpPr/>
                <p:nvPr/>
              </p:nvSpPr>
              <p:spPr>
                <a:xfrm>
                  <a:off x="7791450" y="23574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0" name="Google Shape;2970;p39"/>
                <p:cNvSpPr/>
                <p:nvPr/>
              </p:nvSpPr>
              <p:spPr>
                <a:xfrm>
                  <a:off x="7702105" y="2387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1" name="Google Shape;2971;p39"/>
                <p:cNvSpPr/>
                <p:nvPr/>
              </p:nvSpPr>
              <p:spPr>
                <a:xfrm>
                  <a:off x="7672387" y="2387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2" name="Google Shape;2972;p39"/>
                <p:cNvSpPr/>
                <p:nvPr/>
              </p:nvSpPr>
              <p:spPr>
                <a:xfrm>
                  <a:off x="7672387" y="23574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3" name="Google Shape;2973;p39"/>
                <p:cNvSpPr/>
                <p:nvPr/>
              </p:nvSpPr>
              <p:spPr>
                <a:xfrm>
                  <a:off x="7642669" y="2297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4" name="Google Shape;2974;p39"/>
                <p:cNvSpPr/>
                <p:nvPr/>
              </p:nvSpPr>
              <p:spPr>
                <a:xfrm>
                  <a:off x="7850981" y="21788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5" name="Google Shape;2975;p39"/>
                <p:cNvSpPr/>
                <p:nvPr/>
              </p:nvSpPr>
              <p:spPr>
                <a:xfrm>
                  <a:off x="7850981" y="2297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6" name="Google Shape;2976;p39"/>
                <p:cNvSpPr/>
                <p:nvPr/>
              </p:nvSpPr>
              <p:spPr>
                <a:xfrm>
                  <a:off x="7880794" y="22383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7" name="Google Shape;2977;p39"/>
                <p:cNvSpPr/>
                <p:nvPr/>
              </p:nvSpPr>
              <p:spPr>
                <a:xfrm>
                  <a:off x="7880794" y="2387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8" name="Google Shape;2978;p39"/>
                <p:cNvSpPr/>
                <p:nvPr/>
              </p:nvSpPr>
              <p:spPr>
                <a:xfrm>
                  <a:off x="7850981" y="244678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9" name="Google Shape;2979;p39"/>
                <p:cNvSpPr/>
                <p:nvPr/>
              </p:nvSpPr>
              <p:spPr>
                <a:xfrm>
                  <a:off x="7821168" y="2506217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0" name="Google Shape;2980;p39"/>
                <p:cNvSpPr/>
                <p:nvPr/>
              </p:nvSpPr>
              <p:spPr>
                <a:xfrm>
                  <a:off x="7821168" y="2684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1" name="Google Shape;2981;p39"/>
                <p:cNvSpPr/>
                <p:nvPr/>
              </p:nvSpPr>
              <p:spPr>
                <a:xfrm>
                  <a:off x="7791450" y="271462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2" name="Google Shape;2982;p39"/>
                <p:cNvSpPr/>
                <p:nvPr/>
              </p:nvSpPr>
              <p:spPr>
                <a:xfrm>
                  <a:off x="7731918" y="2744342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3" name="Google Shape;2983;p39"/>
                <p:cNvSpPr/>
                <p:nvPr/>
              </p:nvSpPr>
              <p:spPr>
                <a:xfrm>
                  <a:off x="7850981" y="27443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4" name="Google Shape;2984;p39"/>
                <p:cNvSpPr/>
                <p:nvPr/>
              </p:nvSpPr>
              <p:spPr>
                <a:xfrm>
                  <a:off x="7880794" y="2803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5" name="Google Shape;2985;p39"/>
                <p:cNvSpPr/>
                <p:nvPr/>
              </p:nvSpPr>
              <p:spPr>
                <a:xfrm>
                  <a:off x="7910512" y="2863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6" name="Google Shape;2986;p39"/>
                <p:cNvSpPr/>
                <p:nvPr/>
              </p:nvSpPr>
              <p:spPr>
                <a:xfrm>
                  <a:off x="7850981" y="298246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7" name="Google Shape;2987;p39"/>
                <p:cNvSpPr/>
                <p:nvPr/>
              </p:nvSpPr>
              <p:spPr>
                <a:xfrm>
                  <a:off x="7791450" y="298246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8" name="Google Shape;2988;p39"/>
                <p:cNvSpPr/>
                <p:nvPr/>
              </p:nvSpPr>
              <p:spPr>
                <a:xfrm>
                  <a:off x="7821168" y="29527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9" name="Google Shape;2989;p39"/>
                <p:cNvSpPr/>
                <p:nvPr/>
              </p:nvSpPr>
              <p:spPr>
                <a:xfrm>
                  <a:off x="7761732" y="29527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0" name="Google Shape;2990;p39"/>
                <p:cNvSpPr/>
                <p:nvPr/>
              </p:nvSpPr>
              <p:spPr>
                <a:xfrm>
                  <a:off x="7731918" y="29230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1" name="Google Shape;2991;p39"/>
                <p:cNvSpPr/>
                <p:nvPr/>
              </p:nvSpPr>
              <p:spPr>
                <a:xfrm>
                  <a:off x="7880794" y="29527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2" name="Google Shape;2992;p39"/>
                <p:cNvSpPr/>
                <p:nvPr/>
              </p:nvSpPr>
              <p:spPr>
                <a:xfrm>
                  <a:off x="7850981" y="29230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3" name="Google Shape;2993;p39"/>
                <p:cNvSpPr/>
                <p:nvPr/>
              </p:nvSpPr>
              <p:spPr>
                <a:xfrm>
                  <a:off x="7910512" y="29230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4" name="Google Shape;2994;p39"/>
                <p:cNvSpPr/>
                <p:nvPr/>
              </p:nvSpPr>
              <p:spPr>
                <a:xfrm>
                  <a:off x="7940230" y="2923031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5" name="Google Shape;2995;p39"/>
                <p:cNvSpPr/>
                <p:nvPr/>
              </p:nvSpPr>
              <p:spPr>
                <a:xfrm>
                  <a:off x="7910512" y="295274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6" name="Google Shape;2996;p39"/>
                <p:cNvSpPr/>
                <p:nvPr/>
              </p:nvSpPr>
              <p:spPr>
                <a:xfrm>
                  <a:off x="7821168" y="301228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7" name="Google Shape;2997;p39"/>
                <p:cNvSpPr/>
                <p:nvPr/>
              </p:nvSpPr>
              <p:spPr>
                <a:xfrm>
                  <a:off x="7910512" y="23574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8" name="Google Shape;2998;p39"/>
                <p:cNvSpPr/>
                <p:nvPr/>
              </p:nvSpPr>
              <p:spPr>
                <a:xfrm>
                  <a:off x="7940230" y="23277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9" name="Google Shape;2999;p39"/>
                <p:cNvSpPr/>
                <p:nvPr/>
              </p:nvSpPr>
              <p:spPr>
                <a:xfrm>
                  <a:off x="7970043" y="2297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0" name="Google Shape;3000;p39"/>
                <p:cNvSpPr/>
                <p:nvPr/>
              </p:nvSpPr>
              <p:spPr>
                <a:xfrm>
                  <a:off x="7999857" y="223837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1" name="Google Shape;3001;p39"/>
                <p:cNvSpPr/>
                <p:nvPr/>
              </p:nvSpPr>
              <p:spPr>
                <a:xfrm>
                  <a:off x="7910512" y="22086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2" name="Google Shape;3002;p39"/>
                <p:cNvSpPr/>
                <p:nvPr/>
              </p:nvSpPr>
              <p:spPr>
                <a:xfrm>
                  <a:off x="7910512" y="2149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3" name="Google Shape;3003;p39"/>
                <p:cNvSpPr/>
                <p:nvPr/>
              </p:nvSpPr>
              <p:spPr>
                <a:xfrm>
                  <a:off x="7880794" y="21193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4" name="Google Shape;3004;p39"/>
                <p:cNvSpPr/>
                <p:nvPr/>
              </p:nvSpPr>
              <p:spPr>
                <a:xfrm>
                  <a:off x="7702105" y="2416968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005" name="Google Shape;3005;p39"/>
              <p:cNvGrpSpPr/>
              <p:nvPr/>
            </p:nvGrpSpPr>
            <p:grpSpPr>
              <a:xfrm>
                <a:off x="6809232" y="1494186"/>
                <a:ext cx="1041654" cy="684562"/>
                <a:chOff x="6809232" y="1494186"/>
                <a:chExt cx="1041654" cy="684562"/>
              </a:xfrm>
            </p:grpSpPr>
            <p:sp>
              <p:nvSpPr>
                <p:cNvPr id="3006" name="Google Shape;3006;p39"/>
                <p:cNvSpPr/>
                <p:nvPr/>
              </p:nvSpPr>
              <p:spPr>
                <a:xfrm>
                  <a:off x="7315200" y="20597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7" name="Google Shape;3007;p39"/>
                <p:cNvSpPr/>
                <p:nvPr/>
              </p:nvSpPr>
              <p:spPr>
                <a:xfrm>
                  <a:off x="7315200" y="1970531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8" name="Google Shape;3008;p39"/>
                <p:cNvSpPr/>
                <p:nvPr/>
              </p:nvSpPr>
              <p:spPr>
                <a:xfrm>
                  <a:off x="7344918" y="202996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9" name="Google Shape;3009;p39"/>
                <p:cNvSpPr/>
                <p:nvPr/>
              </p:nvSpPr>
              <p:spPr>
                <a:xfrm>
                  <a:off x="7344918" y="1940718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0" name="Google Shape;3010;p39"/>
                <p:cNvSpPr/>
                <p:nvPr/>
              </p:nvSpPr>
              <p:spPr>
                <a:xfrm>
                  <a:off x="7285482" y="202996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1" name="Google Shape;3011;p39"/>
                <p:cNvSpPr/>
                <p:nvPr/>
              </p:nvSpPr>
              <p:spPr>
                <a:xfrm>
                  <a:off x="7315200" y="2149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2" name="Google Shape;3012;p39"/>
                <p:cNvSpPr/>
                <p:nvPr/>
              </p:nvSpPr>
              <p:spPr>
                <a:xfrm>
                  <a:off x="7344918" y="21193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3" name="Google Shape;3013;p39"/>
                <p:cNvSpPr/>
                <p:nvPr/>
              </p:nvSpPr>
              <p:spPr>
                <a:xfrm>
                  <a:off x="7285482" y="21193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4" name="Google Shape;3014;p39"/>
                <p:cNvSpPr/>
                <p:nvPr/>
              </p:nvSpPr>
              <p:spPr>
                <a:xfrm>
                  <a:off x="7285482" y="1940718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5" name="Google Shape;3015;p39"/>
                <p:cNvSpPr/>
                <p:nvPr/>
              </p:nvSpPr>
              <p:spPr>
                <a:xfrm>
                  <a:off x="7315200" y="1881187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6" name="Google Shape;3016;p39"/>
                <p:cNvSpPr/>
                <p:nvPr/>
              </p:nvSpPr>
              <p:spPr>
                <a:xfrm>
                  <a:off x="7344918" y="1851469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7" name="Google Shape;3017;p39"/>
                <p:cNvSpPr/>
                <p:nvPr/>
              </p:nvSpPr>
              <p:spPr>
                <a:xfrm>
                  <a:off x="7285482" y="1851469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8" name="Google Shape;3018;p39"/>
                <p:cNvSpPr/>
                <p:nvPr/>
              </p:nvSpPr>
              <p:spPr>
                <a:xfrm>
                  <a:off x="7315200" y="16727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9" name="Google Shape;3019;p39"/>
                <p:cNvSpPr/>
                <p:nvPr/>
              </p:nvSpPr>
              <p:spPr>
                <a:xfrm>
                  <a:off x="7344918" y="1702593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0" name="Google Shape;3020;p39"/>
                <p:cNvSpPr/>
                <p:nvPr/>
              </p:nvSpPr>
              <p:spPr>
                <a:xfrm>
                  <a:off x="7374731" y="1821655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1" name="Google Shape;3021;p39"/>
                <p:cNvSpPr/>
                <p:nvPr/>
              </p:nvSpPr>
              <p:spPr>
                <a:xfrm>
                  <a:off x="7404544" y="1851469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2" name="Google Shape;3022;p39"/>
                <p:cNvSpPr/>
                <p:nvPr/>
              </p:nvSpPr>
              <p:spPr>
                <a:xfrm>
                  <a:off x="7434262" y="1881187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3" name="Google Shape;3023;p39"/>
                <p:cNvSpPr/>
                <p:nvPr/>
              </p:nvSpPr>
              <p:spPr>
                <a:xfrm>
                  <a:off x="7463980" y="1910905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4" name="Google Shape;3024;p39"/>
                <p:cNvSpPr/>
                <p:nvPr/>
              </p:nvSpPr>
              <p:spPr>
                <a:xfrm>
                  <a:off x="7493793" y="1940718"/>
                  <a:ext cx="89344" cy="29717"/>
                </a:xfrm>
                <a:custGeom>
                  <a:rect b="b" l="l" r="r" t="t"/>
                  <a:pathLst>
                    <a:path extrusionOk="0" h="29717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5" name="Google Shape;3025;p39"/>
                <p:cNvSpPr/>
                <p:nvPr/>
              </p:nvSpPr>
              <p:spPr>
                <a:xfrm>
                  <a:off x="7583043" y="1970531"/>
                  <a:ext cx="89344" cy="29717"/>
                </a:xfrm>
                <a:custGeom>
                  <a:rect b="b" l="l" r="r" t="t"/>
                  <a:pathLst>
                    <a:path extrusionOk="0" h="29717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6" name="Google Shape;3026;p39"/>
                <p:cNvSpPr/>
                <p:nvPr/>
              </p:nvSpPr>
              <p:spPr>
                <a:xfrm>
                  <a:off x="7672387" y="1940718"/>
                  <a:ext cx="89344" cy="29717"/>
                </a:xfrm>
                <a:custGeom>
                  <a:rect b="b" l="l" r="r" t="t"/>
                  <a:pathLst>
                    <a:path extrusionOk="0" h="29717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7" name="Google Shape;3027;p39"/>
                <p:cNvSpPr/>
                <p:nvPr/>
              </p:nvSpPr>
              <p:spPr>
                <a:xfrm>
                  <a:off x="7761732" y="1910905"/>
                  <a:ext cx="59531" cy="29717"/>
                </a:xfrm>
                <a:custGeom>
                  <a:rect b="b" l="l" r="r" t="t"/>
                  <a:pathLst>
                    <a:path extrusionOk="0" h="29717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8" name="Google Shape;3028;p39"/>
                <p:cNvSpPr/>
                <p:nvPr/>
              </p:nvSpPr>
              <p:spPr>
                <a:xfrm>
                  <a:off x="7821168" y="1881187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9" name="Google Shape;3029;p39"/>
                <p:cNvSpPr/>
                <p:nvPr/>
              </p:nvSpPr>
              <p:spPr>
                <a:xfrm>
                  <a:off x="7791450" y="1851469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0" name="Google Shape;3030;p39"/>
                <p:cNvSpPr/>
                <p:nvPr/>
              </p:nvSpPr>
              <p:spPr>
                <a:xfrm>
                  <a:off x="7761732" y="1821655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1" name="Google Shape;3031;p39"/>
                <p:cNvSpPr/>
                <p:nvPr/>
              </p:nvSpPr>
              <p:spPr>
                <a:xfrm>
                  <a:off x="7374731" y="1613344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4"/>
                      </a:lnTo>
                      <a:lnTo>
                        <a:pt x="0" y="89344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2" name="Google Shape;3032;p39"/>
                <p:cNvSpPr/>
                <p:nvPr/>
              </p:nvSpPr>
              <p:spPr>
                <a:xfrm>
                  <a:off x="7404544" y="176212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3" name="Google Shape;3033;p39"/>
                <p:cNvSpPr/>
                <p:nvPr/>
              </p:nvSpPr>
              <p:spPr>
                <a:xfrm rot="10800000">
                  <a:off x="7255668" y="1821655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4" name="Google Shape;3034;p39"/>
                <p:cNvSpPr/>
                <p:nvPr/>
              </p:nvSpPr>
              <p:spPr>
                <a:xfrm>
                  <a:off x="7255668" y="1613344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4"/>
                      </a:lnTo>
                      <a:lnTo>
                        <a:pt x="0" y="89344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5" name="Google Shape;3035;p39"/>
                <p:cNvSpPr/>
                <p:nvPr/>
              </p:nvSpPr>
              <p:spPr>
                <a:xfrm>
                  <a:off x="7225855" y="176212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6" name="Google Shape;3036;p39"/>
                <p:cNvSpPr/>
                <p:nvPr/>
              </p:nvSpPr>
              <p:spPr>
                <a:xfrm>
                  <a:off x="7285482" y="1702593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7" name="Google Shape;3037;p39"/>
                <p:cNvSpPr/>
                <p:nvPr/>
              </p:nvSpPr>
              <p:spPr>
                <a:xfrm>
                  <a:off x="7493793" y="1553717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8" name="Google Shape;3038;p39"/>
                <p:cNvSpPr/>
                <p:nvPr/>
              </p:nvSpPr>
              <p:spPr>
                <a:xfrm>
                  <a:off x="7374731" y="152399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9" name="Google Shape;3039;p39"/>
                <p:cNvSpPr/>
                <p:nvPr/>
              </p:nvSpPr>
              <p:spPr>
                <a:xfrm>
                  <a:off x="7463980" y="152399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0" name="Google Shape;3040;p39"/>
                <p:cNvSpPr/>
                <p:nvPr/>
              </p:nvSpPr>
              <p:spPr>
                <a:xfrm>
                  <a:off x="7463980" y="1583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1" name="Google Shape;3041;p39"/>
                <p:cNvSpPr/>
                <p:nvPr/>
              </p:nvSpPr>
              <p:spPr>
                <a:xfrm>
                  <a:off x="7404544" y="1494281"/>
                  <a:ext cx="59531" cy="29717"/>
                </a:xfrm>
                <a:custGeom>
                  <a:rect b="b" l="l" r="r" t="t"/>
                  <a:pathLst>
                    <a:path extrusionOk="0" h="29717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2" name="Google Shape;3042;p39"/>
                <p:cNvSpPr/>
                <p:nvPr/>
              </p:nvSpPr>
              <p:spPr>
                <a:xfrm rot="10800000">
                  <a:off x="7136606" y="1553812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3" name="Google Shape;3043;p39"/>
                <p:cNvSpPr/>
                <p:nvPr/>
              </p:nvSpPr>
              <p:spPr>
                <a:xfrm rot="10800000">
                  <a:off x="7255668" y="152399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4" name="Google Shape;3044;p39"/>
                <p:cNvSpPr/>
                <p:nvPr/>
              </p:nvSpPr>
              <p:spPr>
                <a:xfrm rot="10800000">
                  <a:off x="7166419" y="152399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5" name="Google Shape;3045;p39"/>
                <p:cNvSpPr/>
                <p:nvPr/>
              </p:nvSpPr>
              <p:spPr>
                <a:xfrm rot="10800000">
                  <a:off x="7166419" y="1583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6" name="Google Shape;3046;p39"/>
                <p:cNvSpPr/>
                <p:nvPr/>
              </p:nvSpPr>
              <p:spPr>
                <a:xfrm rot="10800000">
                  <a:off x="7196137" y="1494186"/>
                  <a:ext cx="59531" cy="29717"/>
                </a:xfrm>
                <a:custGeom>
                  <a:rect b="b" l="l" r="r" t="t"/>
                  <a:pathLst>
                    <a:path extrusionOk="0" h="29717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7" name="Google Shape;3047;p39"/>
                <p:cNvSpPr/>
                <p:nvPr/>
              </p:nvSpPr>
              <p:spPr>
                <a:xfrm>
                  <a:off x="7315200" y="161334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8" name="Google Shape;3048;p39"/>
                <p:cNvSpPr/>
                <p:nvPr/>
              </p:nvSpPr>
              <p:spPr>
                <a:xfrm>
                  <a:off x="7374731" y="1732406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9" name="Google Shape;3049;p39"/>
                <p:cNvSpPr/>
                <p:nvPr/>
              </p:nvSpPr>
              <p:spPr>
                <a:xfrm>
                  <a:off x="7404544" y="1702593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50" name="Google Shape;3050;p39"/>
                <p:cNvSpPr/>
                <p:nvPr/>
              </p:nvSpPr>
              <p:spPr>
                <a:xfrm>
                  <a:off x="7434262" y="167278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51" name="Google Shape;3051;p39"/>
                <p:cNvSpPr/>
                <p:nvPr/>
              </p:nvSpPr>
              <p:spPr>
                <a:xfrm>
                  <a:off x="7493793" y="1643062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52" name="Google Shape;3052;p39"/>
                <p:cNvSpPr/>
                <p:nvPr/>
              </p:nvSpPr>
              <p:spPr>
                <a:xfrm>
                  <a:off x="7553325" y="161334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53" name="Google Shape;3053;p39"/>
                <p:cNvSpPr/>
                <p:nvPr/>
              </p:nvSpPr>
              <p:spPr>
                <a:xfrm>
                  <a:off x="7821168" y="161334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54" name="Google Shape;3054;p39"/>
                <p:cNvSpPr/>
                <p:nvPr/>
              </p:nvSpPr>
              <p:spPr>
                <a:xfrm>
                  <a:off x="7791450" y="167278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55" name="Google Shape;3055;p39"/>
                <p:cNvSpPr/>
                <p:nvPr/>
              </p:nvSpPr>
              <p:spPr>
                <a:xfrm>
                  <a:off x="7761732" y="173240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56" name="Google Shape;3056;p39"/>
                <p:cNvSpPr/>
                <p:nvPr/>
              </p:nvSpPr>
              <p:spPr>
                <a:xfrm>
                  <a:off x="7791450" y="1583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57" name="Google Shape;3057;p39"/>
                <p:cNvSpPr/>
                <p:nvPr/>
              </p:nvSpPr>
              <p:spPr>
                <a:xfrm>
                  <a:off x="7702105" y="1791842"/>
                  <a:ext cx="59531" cy="29717"/>
                </a:xfrm>
                <a:custGeom>
                  <a:rect b="b" l="l" r="r" t="t"/>
                  <a:pathLst>
                    <a:path extrusionOk="0" h="29717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58" name="Google Shape;3058;p39"/>
                <p:cNvSpPr/>
                <p:nvPr/>
              </p:nvSpPr>
              <p:spPr>
                <a:xfrm>
                  <a:off x="7642669" y="1821655"/>
                  <a:ext cx="59531" cy="29717"/>
                </a:xfrm>
                <a:custGeom>
                  <a:rect b="b" l="l" r="r" t="t"/>
                  <a:pathLst>
                    <a:path extrusionOk="0" h="29717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59" name="Google Shape;3059;p39"/>
                <p:cNvSpPr/>
                <p:nvPr/>
              </p:nvSpPr>
              <p:spPr>
                <a:xfrm>
                  <a:off x="7523607" y="1851469"/>
                  <a:ext cx="119062" cy="29717"/>
                </a:xfrm>
                <a:custGeom>
                  <a:rect b="b" l="l" r="r" t="t"/>
                  <a:pathLst>
                    <a:path extrusionOk="0" h="29717" w="119062">
                      <a:moveTo>
                        <a:pt x="0" y="0"/>
                      </a:moveTo>
                      <a:lnTo>
                        <a:pt x="119063" y="0"/>
                      </a:lnTo>
                      <a:lnTo>
                        <a:pt x="11906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60" name="Google Shape;3060;p39"/>
                <p:cNvSpPr/>
                <p:nvPr/>
              </p:nvSpPr>
              <p:spPr>
                <a:xfrm>
                  <a:off x="7434262" y="1821655"/>
                  <a:ext cx="89344" cy="29717"/>
                </a:xfrm>
                <a:custGeom>
                  <a:rect b="b" l="l" r="r" t="t"/>
                  <a:pathLst>
                    <a:path extrusionOk="0" h="29717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61" name="Google Shape;3061;p39"/>
                <p:cNvSpPr/>
                <p:nvPr/>
              </p:nvSpPr>
              <p:spPr>
                <a:xfrm>
                  <a:off x="7612856" y="1583530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62" name="Google Shape;3062;p39"/>
                <p:cNvSpPr/>
                <p:nvPr/>
              </p:nvSpPr>
              <p:spPr>
                <a:xfrm>
                  <a:off x="7702105" y="1553717"/>
                  <a:ext cx="89344" cy="29717"/>
                </a:xfrm>
                <a:custGeom>
                  <a:rect b="b" l="l" r="r" t="t"/>
                  <a:pathLst>
                    <a:path extrusionOk="0" h="29717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63" name="Google Shape;3063;p39"/>
                <p:cNvSpPr/>
                <p:nvPr/>
              </p:nvSpPr>
              <p:spPr>
                <a:xfrm>
                  <a:off x="7255668" y="1732406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64" name="Google Shape;3064;p39"/>
                <p:cNvSpPr/>
                <p:nvPr/>
              </p:nvSpPr>
              <p:spPr>
                <a:xfrm>
                  <a:off x="7374731" y="1881187"/>
                  <a:ext cx="29718" cy="238125"/>
                </a:xfrm>
                <a:custGeom>
                  <a:rect b="b" l="l" r="r" t="t"/>
                  <a:pathLst>
                    <a:path extrusionOk="0" h="238125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38125"/>
                      </a:lnTo>
                      <a:lnTo>
                        <a:pt x="0" y="238125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65" name="Google Shape;3065;p39"/>
                <p:cNvSpPr/>
                <p:nvPr/>
              </p:nvSpPr>
              <p:spPr>
                <a:xfrm>
                  <a:off x="7285482" y="1881187"/>
                  <a:ext cx="89249" cy="89344"/>
                </a:xfrm>
                <a:custGeom>
                  <a:rect b="b" l="l" r="r" t="t"/>
                  <a:pathLst>
                    <a:path extrusionOk="0" h="89344" w="89249">
                      <a:moveTo>
                        <a:pt x="89249" y="0"/>
                      </a:moveTo>
                      <a:lnTo>
                        <a:pt x="89249" y="59531"/>
                      </a:lnTo>
                      <a:lnTo>
                        <a:pt x="59436" y="59531"/>
                      </a:lnTo>
                      <a:lnTo>
                        <a:pt x="59436" y="89345"/>
                      </a:lnTo>
                      <a:lnTo>
                        <a:pt x="29718" y="89345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lnTo>
                        <a:pt x="0" y="0"/>
                      </a:ln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59436" y="29718"/>
                      </a:lnTo>
                      <a:lnTo>
                        <a:pt x="59436" y="0"/>
                      </a:lnTo>
                      <a:lnTo>
                        <a:pt x="89249" y="0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66" name="Google Shape;3066;p39"/>
                <p:cNvSpPr/>
                <p:nvPr/>
              </p:nvSpPr>
              <p:spPr>
                <a:xfrm>
                  <a:off x="7285482" y="1970531"/>
                  <a:ext cx="89249" cy="89249"/>
                </a:xfrm>
                <a:custGeom>
                  <a:rect b="b" l="l" r="r" t="t"/>
                  <a:pathLst>
                    <a:path extrusionOk="0" h="89249" w="89249">
                      <a:moveTo>
                        <a:pt x="89249" y="0"/>
                      </a:moveTo>
                      <a:lnTo>
                        <a:pt x="89249" y="59436"/>
                      </a:lnTo>
                      <a:lnTo>
                        <a:pt x="59436" y="59436"/>
                      </a:lnTo>
                      <a:lnTo>
                        <a:pt x="59436" y="89249"/>
                      </a:lnTo>
                      <a:lnTo>
                        <a:pt x="29718" y="89249"/>
                      </a:lnTo>
                      <a:lnTo>
                        <a:pt x="29718" y="59436"/>
                      </a:lnTo>
                      <a:lnTo>
                        <a:pt x="0" y="59436"/>
                      </a:lnTo>
                      <a:lnTo>
                        <a:pt x="0" y="0"/>
                      </a:ln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59436" y="29718"/>
                      </a:lnTo>
                      <a:lnTo>
                        <a:pt x="59436" y="0"/>
                      </a:lnTo>
                      <a:lnTo>
                        <a:pt x="89249" y="0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67" name="Google Shape;3067;p39"/>
                <p:cNvSpPr/>
                <p:nvPr/>
              </p:nvSpPr>
              <p:spPr>
                <a:xfrm>
                  <a:off x="7285482" y="2059780"/>
                  <a:ext cx="89249" cy="89249"/>
                </a:xfrm>
                <a:custGeom>
                  <a:rect b="b" l="l" r="r" t="t"/>
                  <a:pathLst>
                    <a:path extrusionOk="0" h="89249" w="89249">
                      <a:moveTo>
                        <a:pt x="89249" y="0"/>
                      </a:moveTo>
                      <a:lnTo>
                        <a:pt x="89249" y="59531"/>
                      </a:lnTo>
                      <a:lnTo>
                        <a:pt x="59436" y="59531"/>
                      </a:lnTo>
                      <a:lnTo>
                        <a:pt x="59436" y="89249"/>
                      </a:lnTo>
                      <a:lnTo>
                        <a:pt x="29718" y="89249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lnTo>
                        <a:pt x="0" y="0"/>
                      </a:lnTo>
                      <a:lnTo>
                        <a:pt x="29718" y="0"/>
                      </a:lnTo>
                      <a:lnTo>
                        <a:pt x="29718" y="29813"/>
                      </a:lnTo>
                      <a:lnTo>
                        <a:pt x="59436" y="29813"/>
                      </a:lnTo>
                      <a:lnTo>
                        <a:pt x="59436" y="0"/>
                      </a:lnTo>
                      <a:lnTo>
                        <a:pt x="89249" y="0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68" name="Google Shape;3068;p39"/>
                <p:cNvSpPr/>
                <p:nvPr/>
              </p:nvSpPr>
              <p:spPr>
                <a:xfrm>
                  <a:off x="7255668" y="1881187"/>
                  <a:ext cx="29718" cy="238125"/>
                </a:xfrm>
                <a:custGeom>
                  <a:rect b="b" l="l" r="r" t="t"/>
                  <a:pathLst>
                    <a:path extrusionOk="0" h="238125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38125"/>
                      </a:lnTo>
                      <a:lnTo>
                        <a:pt x="0" y="238125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69" name="Google Shape;3069;p39"/>
                <p:cNvSpPr/>
                <p:nvPr/>
              </p:nvSpPr>
              <p:spPr>
                <a:xfrm>
                  <a:off x="7315200" y="176212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0" name="Google Shape;3070;p39"/>
                <p:cNvSpPr/>
                <p:nvPr/>
              </p:nvSpPr>
              <p:spPr>
                <a:xfrm>
                  <a:off x="7285482" y="1821655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1" name="Google Shape;3071;p39"/>
                <p:cNvSpPr/>
                <p:nvPr/>
              </p:nvSpPr>
              <p:spPr>
                <a:xfrm>
                  <a:off x="7285482" y="1732406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2" name="Google Shape;3072;p39"/>
                <p:cNvSpPr/>
                <p:nvPr/>
              </p:nvSpPr>
              <p:spPr>
                <a:xfrm>
                  <a:off x="7344918" y="1732406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3" name="Google Shape;3073;p39"/>
                <p:cNvSpPr/>
                <p:nvPr/>
              </p:nvSpPr>
              <p:spPr>
                <a:xfrm>
                  <a:off x="7344918" y="1821655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4" name="Google Shape;3074;p39"/>
                <p:cNvSpPr/>
                <p:nvPr/>
              </p:nvSpPr>
              <p:spPr>
                <a:xfrm>
                  <a:off x="7642669" y="1702593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5" name="Google Shape;3075;p39"/>
                <p:cNvSpPr/>
                <p:nvPr/>
              </p:nvSpPr>
              <p:spPr>
                <a:xfrm>
                  <a:off x="7583043" y="167278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6" name="Google Shape;3076;p39"/>
                <p:cNvSpPr/>
                <p:nvPr/>
              </p:nvSpPr>
              <p:spPr>
                <a:xfrm>
                  <a:off x="7553325" y="1762124"/>
                  <a:ext cx="119062" cy="29717"/>
                </a:xfrm>
                <a:custGeom>
                  <a:rect b="b" l="l" r="r" t="t"/>
                  <a:pathLst>
                    <a:path extrusionOk="0" h="29717" w="119062">
                      <a:moveTo>
                        <a:pt x="0" y="0"/>
                      </a:moveTo>
                      <a:lnTo>
                        <a:pt x="119063" y="0"/>
                      </a:lnTo>
                      <a:lnTo>
                        <a:pt x="11906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7" name="Google Shape;3077;p39"/>
                <p:cNvSpPr/>
                <p:nvPr/>
              </p:nvSpPr>
              <p:spPr>
                <a:xfrm>
                  <a:off x="7553325" y="1702593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8" name="Google Shape;3078;p39"/>
                <p:cNvSpPr/>
                <p:nvPr/>
              </p:nvSpPr>
              <p:spPr>
                <a:xfrm>
                  <a:off x="7583043" y="1702593"/>
                  <a:ext cx="59531" cy="59531"/>
                </a:xfrm>
                <a:custGeom>
                  <a:rect b="b" l="l" r="r" t="t"/>
                  <a:pathLst>
                    <a:path extrusionOk="0" h="59531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9" name="Google Shape;3079;p39"/>
                <p:cNvSpPr/>
                <p:nvPr/>
              </p:nvSpPr>
              <p:spPr>
                <a:xfrm>
                  <a:off x="7523607" y="1732406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80" name="Google Shape;3080;p39"/>
                <p:cNvSpPr/>
                <p:nvPr/>
              </p:nvSpPr>
              <p:spPr>
                <a:xfrm>
                  <a:off x="7672387" y="1732406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81" name="Google Shape;3081;p39"/>
                <p:cNvSpPr/>
                <p:nvPr/>
              </p:nvSpPr>
              <p:spPr>
                <a:xfrm>
                  <a:off x="7225855" y="1851469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82" name="Google Shape;3082;p39"/>
                <p:cNvSpPr/>
                <p:nvPr/>
              </p:nvSpPr>
              <p:spPr>
                <a:xfrm>
                  <a:off x="7196137" y="1881187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83" name="Google Shape;3083;p39"/>
                <p:cNvSpPr/>
                <p:nvPr/>
              </p:nvSpPr>
              <p:spPr>
                <a:xfrm>
                  <a:off x="7166419" y="1910905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84" name="Google Shape;3084;p39"/>
                <p:cNvSpPr/>
                <p:nvPr/>
              </p:nvSpPr>
              <p:spPr>
                <a:xfrm>
                  <a:off x="7077075" y="1940718"/>
                  <a:ext cx="89344" cy="29717"/>
                </a:xfrm>
                <a:custGeom>
                  <a:rect b="b" l="l" r="r" t="t"/>
                  <a:pathLst>
                    <a:path extrusionOk="0" h="29717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85" name="Google Shape;3085;p39"/>
                <p:cNvSpPr/>
                <p:nvPr/>
              </p:nvSpPr>
              <p:spPr>
                <a:xfrm>
                  <a:off x="6987730" y="1970531"/>
                  <a:ext cx="89344" cy="29717"/>
                </a:xfrm>
                <a:custGeom>
                  <a:rect b="b" l="l" r="r" t="t"/>
                  <a:pathLst>
                    <a:path extrusionOk="0" h="29717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86" name="Google Shape;3086;p39"/>
                <p:cNvSpPr/>
                <p:nvPr/>
              </p:nvSpPr>
              <p:spPr>
                <a:xfrm>
                  <a:off x="6898481" y="1940718"/>
                  <a:ext cx="89344" cy="29717"/>
                </a:xfrm>
                <a:custGeom>
                  <a:rect b="b" l="l" r="r" t="t"/>
                  <a:pathLst>
                    <a:path extrusionOk="0" h="29717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87" name="Google Shape;3087;p39"/>
                <p:cNvSpPr/>
                <p:nvPr/>
              </p:nvSpPr>
              <p:spPr>
                <a:xfrm>
                  <a:off x="6838950" y="1910905"/>
                  <a:ext cx="59531" cy="29717"/>
                </a:xfrm>
                <a:custGeom>
                  <a:rect b="b" l="l" r="r" t="t"/>
                  <a:pathLst>
                    <a:path extrusionOk="0" h="29717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88" name="Google Shape;3088;p39"/>
                <p:cNvSpPr/>
                <p:nvPr/>
              </p:nvSpPr>
              <p:spPr>
                <a:xfrm>
                  <a:off x="6809232" y="1881187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89" name="Google Shape;3089;p39"/>
                <p:cNvSpPr/>
                <p:nvPr/>
              </p:nvSpPr>
              <p:spPr>
                <a:xfrm>
                  <a:off x="6838950" y="1851469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90" name="Google Shape;3090;p39"/>
                <p:cNvSpPr/>
                <p:nvPr/>
              </p:nvSpPr>
              <p:spPr>
                <a:xfrm>
                  <a:off x="6868668" y="1821655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91" name="Google Shape;3091;p39"/>
                <p:cNvSpPr/>
                <p:nvPr/>
              </p:nvSpPr>
              <p:spPr>
                <a:xfrm>
                  <a:off x="7225855" y="1702593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92" name="Google Shape;3092;p39"/>
                <p:cNvSpPr/>
                <p:nvPr/>
              </p:nvSpPr>
              <p:spPr>
                <a:xfrm>
                  <a:off x="7166419" y="167278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93" name="Google Shape;3093;p39"/>
                <p:cNvSpPr/>
                <p:nvPr/>
              </p:nvSpPr>
              <p:spPr>
                <a:xfrm>
                  <a:off x="7106793" y="1643062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94" name="Google Shape;3094;p39"/>
                <p:cNvSpPr/>
                <p:nvPr/>
              </p:nvSpPr>
              <p:spPr>
                <a:xfrm>
                  <a:off x="7047357" y="161334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95" name="Google Shape;3095;p39"/>
                <p:cNvSpPr/>
                <p:nvPr/>
              </p:nvSpPr>
              <p:spPr>
                <a:xfrm>
                  <a:off x="6809232" y="161334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96" name="Google Shape;3096;p39"/>
                <p:cNvSpPr/>
                <p:nvPr/>
              </p:nvSpPr>
              <p:spPr>
                <a:xfrm>
                  <a:off x="6838950" y="167278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97" name="Google Shape;3097;p39"/>
                <p:cNvSpPr/>
                <p:nvPr/>
              </p:nvSpPr>
              <p:spPr>
                <a:xfrm>
                  <a:off x="6868668" y="173240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98" name="Google Shape;3098;p39"/>
                <p:cNvSpPr/>
                <p:nvPr/>
              </p:nvSpPr>
              <p:spPr>
                <a:xfrm>
                  <a:off x="6838950" y="1583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99" name="Google Shape;3099;p39"/>
                <p:cNvSpPr/>
                <p:nvPr/>
              </p:nvSpPr>
              <p:spPr>
                <a:xfrm>
                  <a:off x="6898481" y="1791842"/>
                  <a:ext cx="59531" cy="29717"/>
                </a:xfrm>
                <a:custGeom>
                  <a:rect b="b" l="l" r="r" t="t"/>
                  <a:pathLst>
                    <a:path extrusionOk="0" h="29717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0" name="Google Shape;3100;p39"/>
                <p:cNvSpPr/>
                <p:nvPr/>
              </p:nvSpPr>
              <p:spPr>
                <a:xfrm>
                  <a:off x="6958012" y="1821655"/>
                  <a:ext cx="59531" cy="29717"/>
                </a:xfrm>
                <a:custGeom>
                  <a:rect b="b" l="l" r="r" t="t"/>
                  <a:pathLst>
                    <a:path extrusionOk="0" h="29717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1" name="Google Shape;3101;p39"/>
                <p:cNvSpPr/>
                <p:nvPr/>
              </p:nvSpPr>
              <p:spPr>
                <a:xfrm>
                  <a:off x="7017543" y="1851469"/>
                  <a:ext cx="119062" cy="29717"/>
                </a:xfrm>
                <a:custGeom>
                  <a:rect b="b" l="l" r="r" t="t"/>
                  <a:pathLst>
                    <a:path extrusionOk="0" h="29717" w="119062">
                      <a:moveTo>
                        <a:pt x="0" y="0"/>
                      </a:moveTo>
                      <a:lnTo>
                        <a:pt x="119063" y="0"/>
                      </a:lnTo>
                      <a:lnTo>
                        <a:pt x="11906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2" name="Google Shape;3102;p39"/>
                <p:cNvSpPr/>
                <p:nvPr/>
              </p:nvSpPr>
              <p:spPr>
                <a:xfrm>
                  <a:off x="7136606" y="1821655"/>
                  <a:ext cx="89344" cy="29717"/>
                </a:xfrm>
                <a:custGeom>
                  <a:rect b="b" l="l" r="r" t="t"/>
                  <a:pathLst>
                    <a:path extrusionOk="0" h="29717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3" name="Google Shape;3103;p39"/>
                <p:cNvSpPr/>
                <p:nvPr/>
              </p:nvSpPr>
              <p:spPr>
                <a:xfrm>
                  <a:off x="6958012" y="1583530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4" name="Google Shape;3104;p39"/>
                <p:cNvSpPr/>
                <p:nvPr/>
              </p:nvSpPr>
              <p:spPr>
                <a:xfrm>
                  <a:off x="6868668" y="1553717"/>
                  <a:ext cx="89344" cy="29717"/>
                </a:xfrm>
                <a:custGeom>
                  <a:rect b="b" l="l" r="r" t="t"/>
                  <a:pathLst>
                    <a:path extrusionOk="0" h="29717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5" name="Google Shape;3105;p39"/>
                <p:cNvSpPr/>
                <p:nvPr/>
              </p:nvSpPr>
              <p:spPr>
                <a:xfrm>
                  <a:off x="6987730" y="1702593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6" name="Google Shape;3106;p39"/>
                <p:cNvSpPr/>
                <p:nvPr/>
              </p:nvSpPr>
              <p:spPr>
                <a:xfrm>
                  <a:off x="7017543" y="167278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7" name="Google Shape;3107;p39"/>
                <p:cNvSpPr/>
                <p:nvPr/>
              </p:nvSpPr>
              <p:spPr>
                <a:xfrm>
                  <a:off x="6987730" y="1762124"/>
                  <a:ext cx="119062" cy="29717"/>
                </a:xfrm>
                <a:custGeom>
                  <a:rect b="b" l="l" r="r" t="t"/>
                  <a:pathLst>
                    <a:path extrusionOk="0" h="29717" w="119062">
                      <a:moveTo>
                        <a:pt x="0" y="0"/>
                      </a:moveTo>
                      <a:lnTo>
                        <a:pt x="119062" y="0"/>
                      </a:lnTo>
                      <a:lnTo>
                        <a:pt x="119062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8" name="Google Shape;3108;p39"/>
                <p:cNvSpPr/>
                <p:nvPr/>
              </p:nvSpPr>
              <p:spPr>
                <a:xfrm>
                  <a:off x="7077075" y="1702593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9" name="Google Shape;3109;p39"/>
                <p:cNvSpPr/>
                <p:nvPr/>
              </p:nvSpPr>
              <p:spPr>
                <a:xfrm rot="10800000">
                  <a:off x="7017543" y="1702593"/>
                  <a:ext cx="59531" cy="59531"/>
                </a:xfrm>
                <a:custGeom>
                  <a:rect b="b" l="l" r="r" t="t"/>
                  <a:pathLst>
                    <a:path extrusionOk="0" h="59531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0" name="Google Shape;3110;p39"/>
                <p:cNvSpPr/>
                <p:nvPr/>
              </p:nvSpPr>
              <p:spPr>
                <a:xfrm>
                  <a:off x="7106793" y="1732406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1" name="Google Shape;3111;p39"/>
                <p:cNvSpPr/>
                <p:nvPr/>
              </p:nvSpPr>
              <p:spPr>
                <a:xfrm>
                  <a:off x="6958012" y="1732406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2" name="Google Shape;3112;p39"/>
                <p:cNvSpPr/>
                <p:nvPr/>
              </p:nvSpPr>
              <p:spPr>
                <a:xfrm>
                  <a:off x="6838854" y="1583816"/>
                  <a:ext cx="416623" cy="267747"/>
                </a:xfrm>
                <a:custGeom>
                  <a:rect b="b" l="l" r="r" t="t"/>
                  <a:pathLst>
                    <a:path extrusionOk="0" h="267747" w="416623">
                      <a:moveTo>
                        <a:pt x="387001" y="148590"/>
                      </a:moveTo>
                      <a:lnTo>
                        <a:pt x="387001" y="118872"/>
                      </a:lnTo>
                      <a:lnTo>
                        <a:pt x="327470" y="118872"/>
                      </a:lnTo>
                      <a:lnTo>
                        <a:pt x="327470" y="89154"/>
                      </a:lnTo>
                      <a:lnTo>
                        <a:pt x="267938" y="89154"/>
                      </a:lnTo>
                      <a:lnTo>
                        <a:pt x="267938" y="59436"/>
                      </a:lnTo>
                      <a:lnTo>
                        <a:pt x="208407" y="59436"/>
                      </a:lnTo>
                      <a:lnTo>
                        <a:pt x="208407" y="29718"/>
                      </a:lnTo>
                      <a:lnTo>
                        <a:pt x="119063" y="29718"/>
                      </a:lnTo>
                      <a:lnTo>
                        <a:pt x="119063" y="0"/>
                      </a:ln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lnTo>
                        <a:pt x="0" y="89249"/>
                      </a:lnTo>
                      <a:lnTo>
                        <a:pt x="29718" y="89249"/>
                      </a:lnTo>
                      <a:lnTo>
                        <a:pt x="29718" y="148781"/>
                      </a:lnTo>
                      <a:lnTo>
                        <a:pt x="59436" y="148781"/>
                      </a:lnTo>
                      <a:lnTo>
                        <a:pt x="59436" y="208312"/>
                      </a:lnTo>
                      <a:lnTo>
                        <a:pt x="118967" y="208312"/>
                      </a:lnTo>
                      <a:lnTo>
                        <a:pt x="118967" y="238030"/>
                      </a:lnTo>
                      <a:lnTo>
                        <a:pt x="178499" y="238030"/>
                      </a:lnTo>
                      <a:lnTo>
                        <a:pt x="178499" y="267748"/>
                      </a:lnTo>
                      <a:lnTo>
                        <a:pt x="297561" y="267748"/>
                      </a:lnTo>
                      <a:lnTo>
                        <a:pt x="297561" y="238030"/>
                      </a:lnTo>
                      <a:lnTo>
                        <a:pt x="386905" y="238030"/>
                      </a:lnTo>
                      <a:lnTo>
                        <a:pt x="386905" y="178499"/>
                      </a:lnTo>
                      <a:lnTo>
                        <a:pt x="416624" y="178499"/>
                      </a:lnTo>
                      <a:lnTo>
                        <a:pt x="416624" y="148781"/>
                      </a:lnTo>
                      <a:lnTo>
                        <a:pt x="386905" y="148781"/>
                      </a:lnTo>
                      <a:close/>
                      <a:moveTo>
                        <a:pt x="297656" y="178308"/>
                      </a:moveTo>
                      <a:lnTo>
                        <a:pt x="267938" y="178308"/>
                      </a:lnTo>
                      <a:lnTo>
                        <a:pt x="267938" y="208026"/>
                      </a:lnTo>
                      <a:lnTo>
                        <a:pt x="148876" y="208026"/>
                      </a:lnTo>
                      <a:lnTo>
                        <a:pt x="148876" y="178308"/>
                      </a:lnTo>
                      <a:lnTo>
                        <a:pt x="119158" y="178308"/>
                      </a:lnTo>
                      <a:lnTo>
                        <a:pt x="119158" y="148590"/>
                      </a:lnTo>
                      <a:lnTo>
                        <a:pt x="148876" y="148590"/>
                      </a:lnTo>
                      <a:lnTo>
                        <a:pt x="148876" y="118872"/>
                      </a:lnTo>
                      <a:lnTo>
                        <a:pt x="178594" y="118872"/>
                      </a:lnTo>
                      <a:lnTo>
                        <a:pt x="178594" y="89154"/>
                      </a:lnTo>
                      <a:lnTo>
                        <a:pt x="238125" y="89154"/>
                      </a:lnTo>
                      <a:lnTo>
                        <a:pt x="238125" y="118872"/>
                      </a:lnTo>
                      <a:lnTo>
                        <a:pt x="267843" y="118872"/>
                      </a:lnTo>
                      <a:lnTo>
                        <a:pt x="267843" y="148590"/>
                      </a:lnTo>
                      <a:lnTo>
                        <a:pt x="297561" y="148590"/>
                      </a:lnTo>
                      <a:lnTo>
                        <a:pt x="297561" y="17830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3" name="Google Shape;3113;p39"/>
                <p:cNvSpPr/>
                <p:nvPr/>
              </p:nvSpPr>
              <p:spPr>
                <a:xfrm>
                  <a:off x="6838950" y="1821655"/>
                  <a:ext cx="386905" cy="148875"/>
                </a:xfrm>
                <a:custGeom>
                  <a:rect b="b" l="l" r="r" t="t"/>
                  <a:pathLst>
                    <a:path extrusionOk="0" h="148875" w="386905">
                      <a:moveTo>
                        <a:pt x="386905" y="29813"/>
                      </a:moveTo>
                      <a:lnTo>
                        <a:pt x="386905" y="59531"/>
                      </a:lnTo>
                      <a:lnTo>
                        <a:pt x="357188" y="59531"/>
                      </a:lnTo>
                      <a:lnTo>
                        <a:pt x="357188" y="89249"/>
                      </a:lnTo>
                      <a:lnTo>
                        <a:pt x="327470" y="89249"/>
                      </a:lnTo>
                      <a:lnTo>
                        <a:pt x="327470" y="119063"/>
                      </a:lnTo>
                      <a:lnTo>
                        <a:pt x="238125" y="119063"/>
                      </a:lnTo>
                      <a:lnTo>
                        <a:pt x="238125" y="148876"/>
                      </a:lnTo>
                      <a:lnTo>
                        <a:pt x="148780" y="148876"/>
                      </a:lnTo>
                      <a:lnTo>
                        <a:pt x="148780" y="119063"/>
                      </a:lnTo>
                      <a:lnTo>
                        <a:pt x="59531" y="119063"/>
                      </a:lnTo>
                      <a:lnTo>
                        <a:pt x="59531" y="89249"/>
                      </a:lnTo>
                      <a:lnTo>
                        <a:pt x="0" y="89249"/>
                      </a:lnTo>
                      <a:lnTo>
                        <a:pt x="0" y="59531"/>
                      </a:lnTo>
                      <a:lnTo>
                        <a:pt x="29718" y="59531"/>
                      </a:lnTo>
                      <a:lnTo>
                        <a:pt x="29718" y="29813"/>
                      </a:lnTo>
                      <a:lnTo>
                        <a:pt x="59531" y="29813"/>
                      </a:lnTo>
                      <a:lnTo>
                        <a:pt x="59531" y="0"/>
                      </a:lnTo>
                      <a:lnTo>
                        <a:pt x="119063" y="0"/>
                      </a:lnTo>
                      <a:lnTo>
                        <a:pt x="119063" y="29813"/>
                      </a:lnTo>
                      <a:lnTo>
                        <a:pt x="178594" y="29813"/>
                      </a:lnTo>
                      <a:lnTo>
                        <a:pt x="178594" y="59531"/>
                      </a:lnTo>
                      <a:lnTo>
                        <a:pt x="297656" y="59531"/>
                      </a:lnTo>
                      <a:lnTo>
                        <a:pt x="297656" y="29813"/>
                      </a:lnTo>
                      <a:lnTo>
                        <a:pt x="386905" y="29813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4" name="Google Shape;3114;p39"/>
                <p:cNvSpPr/>
                <p:nvPr/>
              </p:nvSpPr>
              <p:spPr>
                <a:xfrm>
                  <a:off x="6898481" y="1791842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5" name="Google Shape;3115;p39"/>
                <p:cNvSpPr/>
                <p:nvPr/>
              </p:nvSpPr>
              <p:spPr>
                <a:xfrm>
                  <a:off x="7434262" y="1821655"/>
                  <a:ext cx="386905" cy="148875"/>
                </a:xfrm>
                <a:custGeom>
                  <a:rect b="b" l="l" r="r" t="t"/>
                  <a:pathLst>
                    <a:path extrusionOk="0" h="148875" w="386905">
                      <a:moveTo>
                        <a:pt x="386905" y="59531"/>
                      </a:moveTo>
                      <a:lnTo>
                        <a:pt x="386905" y="89249"/>
                      </a:lnTo>
                      <a:lnTo>
                        <a:pt x="327470" y="89249"/>
                      </a:lnTo>
                      <a:lnTo>
                        <a:pt x="327470" y="119063"/>
                      </a:lnTo>
                      <a:lnTo>
                        <a:pt x="238125" y="119063"/>
                      </a:lnTo>
                      <a:lnTo>
                        <a:pt x="238125" y="148876"/>
                      </a:lnTo>
                      <a:lnTo>
                        <a:pt x="148780" y="148876"/>
                      </a:lnTo>
                      <a:lnTo>
                        <a:pt x="148780" y="119063"/>
                      </a:lnTo>
                      <a:lnTo>
                        <a:pt x="59531" y="119063"/>
                      </a:lnTo>
                      <a:lnTo>
                        <a:pt x="59531" y="89249"/>
                      </a:lnTo>
                      <a:lnTo>
                        <a:pt x="29718" y="89249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lnTo>
                        <a:pt x="0" y="29813"/>
                      </a:lnTo>
                      <a:lnTo>
                        <a:pt x="89345" y="29813"/>
                      </a:lnTo>
                      <a:lnTo>
                        <a:pt x="89345" y="59531"/>
                      </a:lnTo>
                      <a:lnTo>
                        <a:pt x="208407" y="59531"/>
                      </a:lnTo>
                      <a:lnTo>
                        <a:pt x="208407" y="29813"/>
                      </a:lnTo>
                      <a:lnTo>
                        <a:pt x="267843" y="29813"/>
                      </a:lnTo>
                      <a:lnTo>
                        <a:pt x="267843" y="0"/>
                      </a:lnTo>
                      <a:lnTo>
                        <a:pt x="327470" y="0"/>
                      </a:lnTo>
                      <a:lnTo>
                        <a:pt x="327470" y="29813"/>
                      </a:lnTo>
                      <a:lnTo>
                        <a:pt x="357188" y="29813"/>
                      </a:lnTo>
                      <a:lnTo>
                        <a:pt x="357188" y="59531"/>
                      </a:lnTo>
                      <a:lnTo>
                        <a:pt x="386905" y="59531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6" name="Google Shape;3116;p39"/>
                <p:cNvSpPr/>
                <p:nvPr/>
              </p:nvSpPr>
              <p:spPr>
                <a:xfrm>
                  <a:off x="7404449" y="1583626"/>
                  <a:ext cx="416623" cy="267557"/>
                </a:xfrm>
                <a:custGeom>
                  <a:rect b="b" l="l" r="r" t="t"/>
                  <a:pathLst>
                    <a:path extrusionOk="0" h="267557" w="416623">
                      <a:moveTo>
                        <a:pt x="387001" y="29718"/>
                      </a:moveTo>
                      <a:lnTo>
                        <a:pt x="387001" y="0"/>
                      </a:lnTo>
                      <a:lnTo>
                        <a:pt x="297656" y="0"/>
                      </a:lnTo>
                      <a:lnTo>
                        <a:pt x="297656" y="29718"/>
                      </a:lnTo>
                      <a:lnTo>
                        <a:pt x="208312" y="29718"/>
                      </a:lnTo>
                      <a:lnTo>
                        <a:pt x="208312" y="59436"/>
                      </a:lnTo>
                      <a:lnTo>
                        <a:pt x="148780" y="59436"/>
                      </a:lnTo>
                      <a:lnTo>
                        <a:pt x="148780" y="89154"/>
                      </a:lnTo>
                      <a:lnTo>
                        <a:pt x="89249" y="89154"/>
                      </a:lnTo>
                      <a:lnTo>
                        <a:pt x="89249" y="118872"/>
                      </a:lnTo>
                      <a:lnTo>
                        <a:pt x="29718" y="118872"/>
                      </a:lnTo>
                      <a:lnTo>
                        <a:pt x="29718" y="148590"/>
                      </a:lnTo>
                      <a:lnTo>
                        <a:pt x="0" y="148590"/>
                      </a:lnTo>
                      <a:lnTo>
                        <a:pt x="0" y="178308"/>
                      </a:lnTo>
                      <a:lnTo>
                        <a:pt x="29718" y="178308"/>
                      </a:lnTo>
                      <a:lnTo>
                        <a:pt x="29718" y="237839"/>
                      </a:lnTo>
                      <a:lnTo>
                        <a:pt x="119063" y="237839"/>
                      </a:lnTo>
                      <a:lnTo>
                        <a:pt x="119063" y="267557"/>
                      </a:lnTo>
                      <a:lnTo>
                        <a:pt x="238125" y="267557"/>
                      </a:lnTo>
                      <a:lnTo>
                        <a:pt x="238125" y="237839"/>
                      </a:lnTo>
                      <a:lnTo>
                        <a:pt x="297656" y="237839"/>
                      </a:lnTo>
                      <a:lnTo>
                        <a:pt x="297656" y="208121"/>
                      </a:lnTo>
                      <a:lnTo>
                        <a:pt x="357188" y="208121"/>
                      </a:lnTo>
                      <a:lnTo>
                        <a:pt x="357188" y="148590"/>
                      </a:lnTo>
                      <a:lnTo>
                        <a:pt x="386905" y="148590"/>
                      </a:lnTo>
                      <a:lnTo>
                        <a:pt x="386905" y="89059"/>
                      </a:lnTo>
                      <a:lnTo>
                        <a:pt x="416623" y="89059"/>
                      </a:lnTo>
                      <a:lnTo>
                        <a:pt x="416623" y="29528"/>
                      </a:lnTo>
                      <a:lnTo>
                        <a:pt x="386905" y="29528"/>
                      </a:lnTo>
                      <a:close/>
                      <a:moveTo>
                        <a:pt x="297656" y="178499"/>
                      </a:moveTo>
                      <a:lnTo>
                        <a:pt x="267938" y="178499"/>
                      </a:lnTo>
                      <a:lnTo>
                        <a:pt x="267938" y="208216"/>
                      </a:lnTo>
                      <a:lnTo>
                        <a:pt x="148876" y="208216"/>
                      </a:lnTo>
                      <a:lnTo>
                        <a:pt x="148876" y="178499"/>
                      </a:lnTo>
                      <a:lnTo>
                        <a:pt x="119158" y="178499"/>
                      </a:lnTo>
                      <a:lnTo>
                        <a:pt x="119158" y="148781"/>
                      </a:lnTo>
                      <a:lnTo>
                        <a:pt x="148876" y="148781"/>
                      </a:lnTo>
                      <a:lnTo>
                        <a:pt x="148876" y="119063"/>
                      </a:lnTo>
                      <a:lnTo>
                        <a:pt x="178594" y="119063"/>
                      </a:lnTo>
                      <a:lnTo>
                        <a:pt x="178594" y="89344"/>
                      </a:lnTo>
                      <a:lnTo>
                        <a:pt x="238125" y="89344"/>
                      </a:lnTo>
                      <a:lnTo>
                        <a:pt x="238125" y="119063"/>
                      </a:lnTo>
                      <a:lnTo>
                        <a:pt x="267843" y="119063"/>
                      </a:lnTo>
                      <a:lnTo>
                        <a:pt x="267843" y="148781"/>
                      </a:lnTo>
                      <a:lnTo>
                        <a:pt x="297561" y="148781"/>
                      </a:lnTo>
                      <a:lnTo>
                        <a:pt x="297561" y="178499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7" name="Google Shape;3117;p39"/>
                <p:cNvSpPr/>
                <p:nvPr/>
              </p:nvSpPr>
              <p:spPr>
                <a:xfrm>
                  <a:off x="7731918" y="1791842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8" name="Google Shape;3118;p39"/>
                <p:cNvSpPr/>
                <p:nvPr/>
              </p:nvSpPr>
              <p:spPr>
                <a:xfrm>
                  <a:off x="7285482" y="1553717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9" name="Google Shape;3119;p39"/>
                <p:cNvSpPr/>
                <p:nvPr/>
              </p:nvSpPr>
              <p:spPr>
                <a:xfrm>
                  <a:off x="7285482" y="1613343"/>
                  <a:ext cx="89249" cy="89249"/>
                </a:xfrm>
                <a:custGeom>
                  <a:rect b="b" l="l" r="r" t="t"/>
                  <a:pathLst>
                    <a:path extrusionOk="0" h="89249" w="89249">
                      <a:moveTo>
                        <a:pt x="89249" y="0"/>
                      </a:moveTo>
                      <a:lnTo>
                        <a:pt x="89249" y="89249"/>
                      </a:lnTo>
                      <a:lnTo>
                        <a:pt x="59436" y="89249"/>
                      </a:lnTo>
                      <a:lnTo>
                        <a:pt x="59436" y="59436"/>
                      </a:lnTo>
                      <a:lnTo>
                        <a:pt x="29718" y="59436"/>
                      </a:lnTo>
                      <a:lnTo>
                        <a:pt x="29718" y="89249"/>
                      </a:lnTo>
                      <a:lnTo>
                        <a:pt x="0" y="89249"/>
                      </a:lnTo>
                      <a:lnTo>
                        <a:pt x="0" y="0"/>
                      </a:ln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59436" y="29718"/>
                      </a:lnTo>
                      <a:lnTo>
                        <a:pt x="59436" y="0"/>
                      </a:lnTo>
                      <a:lnTo>
                        <a:pt x="89249" y="0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20" name="Google Shape;3120;p39"/>
                <p:cNvSpPr/>
                <p:nvPr/>
              </p:nvSpPr>
              <p:spPr>
                <a:xfrm>
                  <a:off x="7344918" y="1553717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21" name="Google Shape;3121;p39"/>
                <p:cNvSpPr/>
                <p:nvPr/>
              </p:nvSpPr>
              <p:spPr>
                <a:xfrm>
                  <a:off x="7612856" y="1702593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DAD0F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22" name="Google Shape;3122;p39"/>
                <p:cNvSpPr/>
                <p:nvPr/>
              </p:nvSpPr>
              <p:spPr>
                <a:xfrm>
                  <a:off x="7047357" y="1702593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23" name="Google Shape;3123;p39"/>
                <p:cNvSpPr/>
                <p:nvPr/>
              </p:nvSpPr>
              <p:spPr>
                <a:xfrm>
                  <a:off x="7642669" y="1732406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24" name="Google Shape;3124;p39"/>
                <p:cNvSpPr/>
                <p:nvPr/>
              </p:nvSpPr>
              <p:spPr>
                <a:xfrm>
                  <a:off x="7077075" y="1732406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25" name="Google Shape;3125;p39"/>
                <p:cNvSpPr/>
                <p:nvPr/>
              </p:nvSpPr>
              <p:spPr>
                <a:xfrm>
                  <a:off x="6987730" y="1732406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26" name="Google Shape;3126;p39"/>
                <p:cNvSpPr/>
                <p:nvPr/>
              </p:nvSpPr>
              <p:spPr>
                <a:xfrm>
                  <a:off x="7553325" y="1732406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27" name="Google Shape;3127;p39"/>
                <p:cNvSpPr/>
                <p:nvPr/>
              </p:nvSpPr>
              <p:spPr>
                <a:xfrm>
                  <a:off x="7434262" y="1851469"/>
                  <a:ext cx="89344" cy="29717"/>
                </a:xfrm>
                <a:custGeom>
                  <a:rect b="b" l="l" r="r" t="t"/>
                  <a:pathLst>
                    <a:path extrusionOk="0" h="29717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28" name="Google Shape;3128;p39"/>
                <p:cNvSpPr/>
                <p:nvPr/>
              </p:nvSpPr>
              <p:spPr>
                <a:xfrm>
                  <a:off x="7136606" y="1851469"/>
                  <a:ext cx="89344" cy="29717"/>
                </a:xfrm>
                <a:custGeom>
                  <a:rect b="b" l="l" r="r" t="t"/>
                  <a:pathLst>
                    <a:path extrusionOk="0" h="29717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29" name="Google Shape;3129;p39"/>
                <p:cNvSpPr/>
                <p:nvPr/>
              </p:nvSpPr>
              <p:spPr>
                <a:xfrm>
                  <a:off x="7553325" y="1881187"/>
                  <a:ext cx="89344" cy="29717"/>
                </a:xfrm>
                <a:custGeom>
                  <a:rect b="b" l="l" r="r" t="t"/>
                  <a:pathLst>
                    <a:path extrusionOk="0" h="29717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0" name="Google Shape;3130;p39"/>
                <p:cNvSpPr/>
                <p:nvPr/>
              </p:nvSpPr>
              <p:spPr>
                <a:xfrm>
                  <a:off x="7017543" y="1881187"/>
                  <a:ext cx="89344" cy="29717"/>
                </a:xfrm>
                <a:custGeom>
                  <a:rect b="b" l="l" r="r" t="t"/>
                  <a:pathLst>
                    <a:path extrusionOk="0" h="29717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1" name="Google Shape;3131;p39"/>
                <p:cNvSpPr/>
                <p:nvPr/>
              </p:nvSpPr>
              <p:spPr>
                <a:xfrm>
                  <a:off x="7642669" y="1851469"/>
                  <a:ext cx="59531" cy="29717"/>
                </a:xfrm>
                <a:custGeom>
                  <a:rect b="b" l="l" r="r" t="t"/>
                  <a:pathLst>
                    <a:path extrusionOk="0" h="29717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2" name="Google Shape;3132;p39"/>
                <p:cNvSpPr/>
                <p:nvPr/>
              </p:nvSpPr>
              <p:spPr>
                <a:xfrm>
                  <a:off x="6958012" y="1851469"/>
                  <a:ext cx="59531" cy="29717"/>
                </a:xfrm>
                <a:custGeom>
                  <a:rect b="b" l="l" r="r" t="t"/>
                  <a:pathLst>
                    <a:path extrusionOk="0" h="29717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3" name="Google Shape;3133;p39"/>
                <p:cNvSpPr/>
                <p:nvPr/>
              </p:nvSpPr>
              <p:spPr>
                <a:xfrm>
                  <a:off x="7702105" y="1821655"/>
                  <a:ext cx="59531" cy="29717"/>
                </a:xfrm>
                <a:custGeom>
                  <a:rect b="b" l="l" r="r" t="t"/>
                  <a:pathLst>
                    <a:path extrusionOk="0" h="29717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4" name="Google Shape;3134;p39"/>
                <p:cNvSpPr/>
                <p:nvPr/>
              </p:nvSpPr>
              <p:spPr>
                <a:xfrm>
                  <a:off x="6898481" y="1821655"/>
                  <a:ext cx="59531" cy="29717"/>
                </a:xfrm>
                <a:custGeom>
                  <a:rect b="b" l="l" r="r" t="t"/>
                  <a:pathLst>
                    <a:path extrusionOk="0" h="29717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5" name="Google Shape;3135;p39"/>
                <p:cNvSpPr/>
                <p:nvPr/>
              </p:nvSpPr>
              <p:spPr>
                <a:xfrm>
                  <a:off x="7761732" y="1851469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6" name="Google Shape;3136;p39"/>
                <p:cNvSpPr/>
                <p:nvPr/>
              </p:nvSpPr>
              <p:spPr>
                <a:xfrm>
                  <a:off x="6868668" y="1851469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7" name="Google Shape;3137;p39"/>
                <p:cNvSpPr/>
                <p:nvPr/>
              </p:nvSpPr>
              <p:spPr>
                <a:xfrm>
                  <a:off x="7731918" y="1881187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8" name="Google Shape;3138;p39"/>
                <p:cNvSpPr/>
                <p:nvPr/>
              </p:nvSpPr>
              <p:spPr>
                <a:xfrm>
                  <a:off x="6898481" y="1881187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9" name="Google Shape;3139;p39"/>
                <p:cNvSpPr/>
                <p:nvPr/>
              </p:nvSpPr>
              <p:spPr>
                <a:xfrm>
                  <a:off x="7672387" y="1881187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0" name="Google Shape;3140;p39"/>
                <p:cNvSpPr/>
                <p:nvPr/>
              </p:nvSpPr>
              <p:spPr>
                <a:xfrm>
                  <a:off x="6958012" y="1881187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1" name="Google Shape;3141;p39"/>
                <p:cNvSpPr/>
                <p:nvPr/>
              </p:nvSpPr>
              <p:spPr>
                <a:xfrm>
                  <a:off x="7463980" y="1881187"/>
                  <a:ext cx="59531" cy="29717"/>
                </a:xfrm>
                <a:custGeom>
                  <a:rect b="b" l="l" r="r" t="t"/>
                  <a:pathLst>
                    <a:path extrusionOk="0" h="29717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2" name="Google Shape;3142;p39"/>
                <p:cNvSpPr/>
                <p:nvPr/>
              </p:nvSpPr>
              <p:spPr>
                <a:xfrm>
                  <a:off x="7136606" y="1881187"/>
                  <a:ext cx="59531" cy="29717"/>
                </a:xfrm>
                <a:custGeom>
                  <a:rect b="b" l="l" r="r" t="t"/>
                  <a:pathLst>
                    <a:path extrusionOk="0" h="29717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3" name="Google Shape;3143;p39"/>
                <p:cNvSpPr/>
                <p:nvPr/>
              </p:nvSpPr>
              <p:spPr>
                <a:xfrm>
                  <a:off x="7493793" y="1910905"/>
                  <a:ext cx="59531" cy="29717"/>
                </a:xfrm>
                <a:custGeom>
                  <a:rect b="b" l="l" r="r" t="t"/>
                  <a:pathLst>
                    <a:path extrusionOk="0" h="29717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4" name="Google Shape;3144;p39"/>
                <p:cNvSpPr/>
                <p:nvPr/>
              </p:nvSpPr>
              <p:spPr>
                <a:xfrm>
                  <a:off x="7106793" y="1910905"/>
                  <a:ext cx="59531" cy="29717"/>
                </a:xfrm>
                <a:custGeom>
                  <a:rect b="b" l="l" r="r" t="t"/>
                  <a:pathLst>
                    <a:path extrusionOk="0" h="29717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5" name="Google Shape;3145;p39"/>
                <p:cNvSpPr/>
                <p:nvPr/>
              </p:nvSpPr>
              <p:spPr>
                <a:xfrm>
                  <a:off x="7583043" y="1940718"/>
                  <a:ext cx="59531" cy="29717"/>
                </a:xfrm>
                <a:custGeom>
                  <a:rect b="b" l="l" r="r" t="t"/>
                  <a:pathLst>
                    <a:path extrusionOk="0" h="29717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6" name="Google Shape;3146;p39"/>
                <p:cNvSpPr/>
                <p:nvPr/>
              </p:nvSpPr>
              <p:spPr>
                <a:xfrm>
                  <a:off x="7017543" y="1940718"/>
                  <a:ext cx="59531" cy="29717"/>
                </a:xfrm>
                <a:custGeom>
                  <a:rect b="b" l="l" r="r" t="t"/>
                  <a:pathLst>
                    <a:path extrusionOk="0" h="29717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7" name="Google Shape;3147;p39"/>
                <p:cNvSpPr/>
                <p:nvPr/>
              </p:nvSpPr>
              <p:spPr>
                <a:xfrm>
                  <a:off x="7106793" y="167278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8" name="Google Shape;3148;p39"/>
                <p:cNvSpPr/>
                <p:nvPr/>
              </p:nvSpPr>
              <p:spPr>
                <a:xfrm>
                  <a:off x="7493793" y="167278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9" name="Google Shape;3149;p39"/>
                <p:cNvSpPr/>
                <p:nvPr/>
              </p:nvSpPr>
              <p:spPr>
                <a:xfrm rot="10800000">
                  <a:off x="7196137" y="1702593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0" name="Google Shape;3150;p39"/>
                <p:cNvSpPr/>
                <p:nvPr/>
              </p:nvSpPr>
              <p:spPr>
                <a:xfrm rot="10800000">
                  <a:off x="7434262" y="1702593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1" name="Google Shape;3151;p39"/>
                <p:cNvSpPr/>
                <p:nvPr/>
              </p:nvSpPr>
              <p:spPr>
                <a:xfrm>
                  <a:off x="7077075" y="164306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2" name="Google Shape;3152;p39"/>
                <p:cNvSpPr/>
                <p:nvPr/>
              </p:nvSpPr>
              <p:spPr>
                <a:xfrm>
                  <a:off x="7553325" y="164306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3" name="Google Shape;3153;p39"/>
                <p:cNvSpPr/>
                <p:nvPr/>
              </p:nvSpPr>
              <p:spPr>
                <a:xfrm>
                  <a:off x="6928294" y="1583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4" name="Google Shape;3154;p39"/>
                <p:cNvSpPr/>
                <p:nvPr/>
              </p:nvSpPr>
              <p:spPr>
                <a:xfrm>
                  <a:off x="7702105" y="1583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5" name="Google Shape;3155;p39"/>
                <p:cNvSpPr/>
                <p:nvPr/>
              </p:nvSpPr>
              <p:spPr>
                <a:xfrm>
                  <a:off x="6987730" y="161334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6" name="Google Shape;3156;p39"/>
                <p:cNvSpPr/>
                <p:nvPr/>
              </p:nvSpPr>
              <p:spPr>
                <a:xfrm>
                  <a:off x="7612856" y="161334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7" name="Google Shape;3157;p39"/>
                <p:cNvSpPr/>
                <p:nvPr/>
              </p:nvSpPr>
              <p:spPr>
                <a:xfrm>
                  <a:off x="7255668" y="1702593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8" name="Google Shape;3158;p39"/>
                <p:cNvSpPr/>
                <p:nvPr/>
              </p:nvSpPr>
              <p:spPr>
                <a:xfrm>
                  <a:off x="7374731" y="1851469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9" name="Google Shape;3159;p39"/>
                <p:cNvSpPr/>
                <p:nvPr/>
              </p:nvSpPr>
              <p:spPr>
                <a:xfrm>
                  <a:off x="7404544" y="1821655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0" name="Google Shape;3160;p39"/>
                <p:cNvSpPr/>
                <p:nvPr/>
              </p:nvSpPr>
              <p:spPr>
                <a:xfrm>
                  <a:off x="7255668" y="1851469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1" name="Google Shape;3161;p39"/>
                <p:cNvSpPr/>
                <p:nvPr/>
              </p:nvSpPr>
              <p:spPr>
                <a:xfrm>
                  <a:off x="7225855" y="1821655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2" name="Google Shape;3162;p39"/>
                <p:cNvSpPr/>
                <p:nvPr/>
              </p:nvSpPr>
              <p:spPr>
                <a:xfrm>
                  <a:off x="7374731" y="1702593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3" name="Google Shape;3163;p39"/>
                <p:cNvSpPr/>
                <p:nvPr/>
              </p:nvSpPr>
              <p:spPr>
                <a:xfrm>
                  <a:off x="7344918" y="1762124"/>
                  <a:ext cx="59531" cy="59531"/>
                </a:xfrm>
                <a:custGeom>
                  <a:rect b="b" l="l" r="r" t="t"/>
                  <a:pathLst>
                    <a:path extrusionOk="0" h="59531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4" name="Google Shape;3164;p39"/>
                <p:cNvSpPr/>
                <p:nvPr/>
              </p:nvSpPr>
              <p:spPr>
                <a:xfrm>
                  <a:off x="7255668" y="1762124"/>
                  <a:ext cx="59531" cy="59531"/>
                </a:xfrm>
                <a:custGeom>
                  <a:rect b="b" l="l" r="r" t="t"/>
                  <a:pathLst>
                    <a:path extrusionOk="0" h="59531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5" name="Google Shape;3165;p39"/>
                <p:cNvSpPr/>
                <p:nvPr/>
              </p:nvSpPr>
              <p:spPr>
                <a:xfrm>
                  <a:off x="7315200" y="1702593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6" name="Google Shape;3166;p39"/>
                <p:cNvSpPr/>
                <p:nvPr/>
              </p:nvSpPr>
              <p:spPr>
                <a:xfrm>
                  <a:off x="7315200" y="182165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7" name="Google Shape;3167;p39"/>
                <p:cNvSpPr/>
                <p:nvPr/>
              </p:nvSpPr>
              <p:spPr>
                <a:xfrm>
                  <a:off x="7255668" y="1762124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8" name="Google Shape;3168;p39"/>
                <p:cNvSpPr/>
                <p:nvPr/>
              </p:nvSpPr>
              <p:spPr>
                <a:xfrm>
                  <a:off x="7374731" y="1791842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9" name="Google Shape;3169;p39"/>
                <p:cNvSpPr/>
                <p:nvPr/>
              </p:nvSpPr>
              <p:spPr>
                <a:xfrm>
                  <a:off x="7315200" y="1851469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0" name="Google Shape;3170;p39"/>
                <p:cNvSpPr/>
                <p:nvPr/>
              </p:nvSpPr>
              <p:spPr>
                <a:xfrm>
                  <a:off x="7315200" y="1702593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1" name="Google Shape;3171;p39"/>
                <p:cNvSpPr/>
                <p:nvPr/>
              </p:nvSpPr>
              <p:spPr>
                <a:xfrm>
                  <a:off x="7285482" y="1791842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2" name="Google Shape;3172;p39"/>
                <p:cNvSpPr/>
                <p:nvPr/>
              </p:nvSpPr>
              <p:spPr>
                <a:xfrm>
                  <a:off x="7344918" y="1762124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3" name="Google Shape;3173;p39"/>
                <p:cNvSpPr/>
                <p:nvPr/>
              </p:nvSpPr>
              <p:spPr>
                <a:xfrm>
                  <a:off x="7285482" y="1881187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4" name="Google Shape;3174;p39"/>
                <p:cNvSpPr/>
                <p:nvPr/>
              </p:nvSpPr>
              <p:spPr>
                <a:xfrm>
                  <a:off x="7285482" y="1970531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5" name="Google Shape;3175;p39"/>
                <p:cNvSpPr/>
                <p:nvPr/>
              </p:nvSpPr>
              <p:spPr>
                <a:xfrm>
                  <a:off x="7285482" y="20597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6" name="Google Shape;3176;p39"/>
                <p:cNvSpPr/>
                <p:nvPr/>
              </p:nvSpPr>
              <p:spPr>
                <a:xfrm>
                  <a:off x="7344918" y="161334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7" name="Google Shape;3177;p39"/>
                <p:cNvSpPr/>
                <p:nvPr/>
              </p:nvSpPr>
              <p:spPr>
                <a:xfrm>
                  <a:off x="7285482" y="161334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8" name="Google Shape;3178;p39"/>
                <p:cNvSpPr/>
                <p:nvPr/>
              </p:nvSpPr>
              <p:spPr>
                <a:xfrm>
                  <a:off x="7315200" y="21193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9" name="Google Shape;3179;p39"/>
                <p:cNvSpPr/>
                <p:nvPr/>
              </p:nvSpPr>
              <p:spPr>
                <a:xfrm>
                  <a:off x="7344918" y="20895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0" name="Google Shape;3180;p39"/>
                <p:cNvSpPr/>
                <p:nvPr/>
              </p:nvSpPr>
              <p:spPr>
                <a:xfrm>
                  <a:off x="7344918" y="1881187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81" name="Google Shape;3181;p39"/>
              <p:cNvGrpSpPr/>
              <p:nvPr/>
            </p:nvGrpSpPr>
            <p:grpSpPr>
              <a:xfrm>
                <a:off x="7077075" y="2536030"/>
                <a:ext cx="505968" cy="505968"/>
                <a:chOff x="7077075" y="2536030"/>
                <a:chExt cx="505968" cy="505968"/>
              </a:xfrm>
            </p:grpSpPr>
            <p:sp>
              <p:nvSpPr>
                <p:cNvPr id="3182" name="Google Shape;3182;p39"/>
                <p:cNvSpPr/>
                <p:nvPr/>
              </p:nvSpPr>
              <p:spPr>
                <a:xfrm>
                  <a:off x="7285482" y="2684906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3" name="Google Shape;3183;p39"/>
                <p:cNvSpPr/>
                <p:nvPr/>
              </p:nvSpPr>
              <p:spPr>
                <a:xfrm>
                  <a:off x="7285482" y="2863405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4" name="Google Shape;3184;p39"/>
                <p:cNvSpPr/>
                <p:nvPr/>
              </p:nvSpPr>
              <p:spPr>
                <a:xfrm>
                  <a:off x="7255668" y="271462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5" name="Google Shape;3185;p39"/>
                <p:cNvSpPr/>
                <p:nvPr/>
              </p:nvSpPr>
              <p:spPr>
                <a:xfrm>
                  <a:off x="7225855" y="2684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6" name="Google Shape;3186;p39"/>
                <p:cNvSpPr/>
                <p:nvPr/>
              </p:nvSpPr>
              <p:spPr>
                <a:xfrm>
                  <a:off x="7404544" y="2684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7" name="Google Shape;3187;p39"/>
                <p:cNvSpPr/>
                <p:nvPr/>
              </p:nvSpPr>
              <p:spPr>
                <a:xfrm>
                  <a:off x="7434262" y="262528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8" name="Google Shape;3188;p39"/>
                <p:cNvSpPr/>
                <p:nvPr/>
              </p:nvSpPr>
              <p:spPr>
                <a:xfrm>
                  <a:off x="7196137" y="262528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9" name="Google Shape;3189;p39"/>
                <p:cNvSpPr/>
                <p:nvPr/>
              </p:nvSpPr>
              <p:spPr>
                <a:xfrm>
                  <a:off x="7404544" y="256584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0" name="Google Shape;3190;p39"/>
                <p:cNvSpPr/>
                <p:nvPr/>
              </p:nvSpPr>
              <p:spPr>
                <a:xfrm>
                  <a:off x="7225855" y="256584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1" name="Google Shape;3191;p39"/>
                <p:cNvSpPr/>
                <p:nvPr/>
              </p:nvSpPr>
              <p:spPr>
                <a:xfrm>
                  <a:off x="7255668" y="2536030"/>
                  <a:ext cx="148780" cy="29718"/>
                </a:xfrm>
                <a:custGeom>
                  <a:rect b="b" l="l" r="r" t="t"/>
                  <a:pathLst>
                    <a:path extrusionOk="0" h="29718" w="148780">
                      <a:moveTo>
                        <a:pt x="0" y="0"/>
                      </a:moveTo>
                      <a:lnTo>
                        <a:pt x="148780" y="0"/>
                      </a:lnTo>
                      <a:lnTo>
                        <a:pt x="148780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2" name="Google Shape;3192;p39"/>
                <p:cNvSpPr/>
                <p:nvPr/>
              </p:nvSpPr>
              <p:spPr>
                <a:xfrm>
                  <a:off x="7404544" y="2684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3" name="Google Shape;3193;p39"/>
                <p:cNvSpPr/>
                <p:nvPr/>
              </p:nvSpPr>
              <p:spPr>
                <a:xfrm>
                  <a:off x="7404544" y="2863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4" name="Google Shape;3194;p39"/>
                <p:cNvSpPr/>
                <p:nvPr/>
              </p:nvSpPr>
              <p:spPr>
                <a:xfrm>
                  <a:off x="7434262" y="2893218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5" name="Google Shape;3195;p39"/>
                <p:cNvSpPr/>
                <p:nvPr/>
              </p:nvSpPr>
              <p:spPr>
                <a:xfrm>
                  <a:off x="7434262" y="2655093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6" name="Google Shape;3196;p39"/>
                <p:cNvSpPr/>
                <p:nvPr/>
              </p:nvSpPr>
              <p:spPr>
                <a:xfrm>
                  <a:off x="7493793" y="286340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7" name="Google Shape;3197;p39"/>
                <p:cNvSpPr/>
                <p:nvPr/>
              </p:nvSpPr>
              <p:spPr>
                <a:xfrm>
                  <a:off x="7493793" y="2684906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8" name="Google Shape;3198;p39"/>
                <p:cNvSpPr/>
                <p:nvPr/>
              </p:nvSpPr>
              <p:spPr>
                <a:xfrm>
                  <a:off x="7553325" y="2714624"/>
                  <a:ext cx="29718" cy="148780"/>
                </a:xfrm>
                <a:custGeom>
                  <a:rect b="b" l="l" r="r" t="t"/>
                  <a:pathLst>
                    <a:path extrusionOk="0" h="148780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48780"/>
                      </a:lnTo>
                      <a:lnTo>
                        <a:pt x="0" y="148780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9" name="Google Shape;3199;p39"/>
                <p:cNvSpPr/>
                <p:nvPr/>
              </p:nvSpPr>
              <p:spPr>
                <a:xfrm>
                  <a:off x="7225855" y="2684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0" name="Google Shape;3200;p39"/>
                <p:cNvSpPr/>
                <p:nvPr/>
              </p:nvSpPr>
              <p:spPr>
                <a:xfrm>
                  <a:off x="7225855" y="2863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1" name="Google Shape;3201;p39"/>
                <p:cNvSpPr/>
                <p:nvPr/>
              </p:nvSpPr>
              <p:spPr>
                <a:xfrm>
                  <a:off x="7166419" y="2893218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2" name="Google Shape;3202;p39"/>
                <p:cNvSpPr/>
                <p:nvPr/>
              </p:nvSpPr>
              <p:spPr>
                <a:xfrm>
                  <a:off x="7166419" y="2655093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3" name="Google Shape;3203;p39"/>
                <p:cNvSpPr/>
                <p:nvPr/>
              </p:nvSpPr>
              <p:spPr>
                <a:xfrm>
                  <a:off x="7106793" y="286340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4" name="Google Shape;3204;p39"/>
                <p:cNvSpPr/>
                <p:nvPr/>
              </p:nvSpPr>
              <p:spPr>
                <a:xfrm>
                  <a:off x="7106793" y="2684906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5" name="Google Shape;3205;p39"/>
                <p:cNvSpPr/>
                <p:nvPr/>
              </p:nvSpPr>
              <p:spPr>
                <a:xfrm>
                  <a:off x="7077075" y="2714624"/>
                  <a:ext cx="29718" cy="148780"/>
                </a:xfrm>
                <a:custGeom>
                  <a:rect b="b" l="l" r="r" t="t"/>
                  <a:pathLst>
                    <a:path extrusionOk="0" h="148780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48780"/>
                      </a:lnTo>
                      <a:lnTo>
                        <a:pt x="0" y="148780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6" name="Google Shape;3206;p39"/>
                <p:cNvSpPr/>
                <p:nvPr/>
              </p:nvSpPr>
              <p:spPr>
                <a:xfrm>
                  <a:off x="7404544" y="2863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7" name="Google Shape;3207;p39"/>
                <p:cNvSpPr/>
                <p:nvPr/>
              </p:nvSpPr>
              <p:spPr>
                <a:xfrm>
                  <a:off x="7225855" y="2863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8" name="Google Shape;3208;p39"/>
                <p:cNvSpPr/>
                <p:nvPr/>
              </p:nvSpPr>
              <p:spPr>
                <a:xfrm>
                  <a:off x="7196137" y="2893218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9" name="Google Shape;3209;p39"/>
                <p:cNvSpPr/>
                <p:nvPr/>
              </p:nvSpPr>
              <p:spPr>
                <a:xfrm>
                  <a:off x="7434262" y="2893218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0" name="Google Shape;3210;p39"/>
                <p:cNvSpPr/>
                <p:nvPr/>
              </p:nvSpPr>
              <p:spPr>
                <a:xfrm>
                  <a:off x="7225855" y="295274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1" name="Google Shape;3211;p39"/>
                <p:cNvSpPr/>
                <p:nvPr/>
              </p:nvSpPr>
              <p:spPr>
                <a:xfrm>
                  <a:off x="7404544" y="295274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2" name="Google Shape;3212;p39"/>
                <p:cNvSpPr/>
                <p:nvPr/>
              </p:nvSpPr>
              <p:spPr>
                <a:xfrm>
                  <a:off x="7255668" y="3012280"/>
                  <a:ext cx="148780" cy="29718"/>
                </a:xfrm>
                <a:custGeom>
                  <a:rect b="b" l="l" r="r" t="t"/>
                  <a:pathLst>
                    <a:path extrusionOk="0" h="29718" w="148780">
                      <a:moveTo>
                        <a:pt x="0" y="0"/>
                      </a:moveTo>
                      <a:lnTo>
                        <a:pt x="148780" y="0"/>
                      </a:lnTo>
                      <a:lnTo>
                        <a:pt x="148780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3" name="Google Shape;3213;p39"/>
                <p:cNvSpPr/>
                <p:nvPr/>
              </p:nvSpPr>
              <p:spPr>
                <a:xfrm>
                  <a:off x="7255668" y="2833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4" name="Google Shape;3214;p39"/>
                <p:cNvSpPr/>
                <p:nvPr/>
              </p:nvSpPr>
              <p:spPr>
                <a:xfrm>
                  <a:off x="7225855" y="2744342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5" name="Google Shape;3215;p39"/>
                <p:cNvSpPr/>
                <p:nvPr/>
              </p:nvSpPr>
              <p:spPr>
                <a:xfrm>
                  <a:off x="7404544" y="2744342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6" name="Google Shape;3216;p39"/>
                <p:cNvSpPr/>
                <p:nvPr/>
              </p:nvSpPr>
              <p:spPr>
                <a:xfrm>
                  <a:off x="7374731" y="271462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7" name="Google Shape;3217;p39"/>
                <p:cNvSpPr/>
                <p:nvPr/>
              </p:nvSpPr>
              <p:spPr>
                <a:xfrm>
                  <a:off x="7285482" y="2774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8" name="Google Shape;3218;p39"/>
                <p:cNvSpPr/>
                <p:nvPr/>
              </p:nvSpPr>
              <p:spPr>
                <a:xfrm>
                  <a:off x="7285482" y="27443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9" name="Google Shape;3219;p39"/>
                <p:cNvSpPr/>
                <p:nvPr/>
              </p:nvSpPr>
              <p:spPr>
                <a:xfrm>
                  <a:off x="7344918" y="27443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0" name="Google Shape;3220;p39"/>
                <p:cNvSpPr/>
                <p:nvPr/>
              </p:nvSpPr>
              <p:spPr>
                <a:xfrm>
                  <a:off x="7344918" y="2803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1" name="Google Shape;3221;p39"/>
                <p:cNvSpPr/>
                <p:nvPr/>
              </p:nvSpPr>
              <p:spPr>
                <a:xfrm>
                  <a:off x="7255668" y="2744342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2" name="Google Shape;3222;p39"/>
                <p:cNvSpPr/>
                <p:nvPr/>
              </p:nvSpPr>
              <p:spPr>
                <a:xfrm>
                  <a:off x="7285482" y="2803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3" name="Google Shape;3223;p39"/>
                <p:cNvSpPr/>
                <p:nvPr/>
              </p:nvSpPr>
              <p:spPr>
                <a:xfrm>
                  <a:off x="7255668" y="2774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4" name="Google Shape;3224;p39"/>
                <p:cNvSpPr/>
                <p:nvPr/>
              </p:nvSpPr>
              <p:spPr>
                <a:xfrm>
                  <a:off x="7285482" y="2714624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5" name="Google Shape;3225;p39"/>
                <p:cNvSpPr/>
                <p:nvPr/>
              </p:nvSpPr>
              <p:spPr>
                <a:xfrm>
                  <a:off x="7285482" y="2833687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6" name="Google Shape;3226;p39"/>
                <p:cNvSpPr/>
                <p:nvPr/>
              </p:nvSpPr>
              <p:spPr>
                <a:xfrm>
                  <a:off x="7315200" y="27443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7" name="Google Shape;3227;p39"/>
                <p:cNvSpPr/>
                <p:nvPr/>
              </p:nvSpPr>
              <p:spPr>
                <a:xfrm>
                  <a:off x="7225855" y="2565843"/>
                  <a:ext cx="208407" cy="148780"/>
                </a:xfrm>
                <a:custGeom>
                  <a:rect b="b" l="l" r="r" t="t"/>
                  <a:pathLst>
                    <a:path extrusionOk="0" h="148780" w="208407">
                      <a:moveTo>
                        <a:pt x="208407" y="59436"/>
                      </a:moveTo>
                      <a:lnTo>
                        <a:pt x="208407" y="119063"/>
                      </a:lnTo>
                      <a:lnTo>
                        <a:pt x="178689" y="119063"/>
                      </a:lnTo>
                      <a:lnTo>
                        <a:pt x="178689" y="148781"/>
                      </a:lnTo>
                      <a:lnTo>
                        <a:pt x="148876" y="148781"/>
                      </a:lnTo>
                      <a:lnTo>
                        <a:pt x="148876" y="119063"/>
                      </a:lnTo>
                      <a:lnTo>
                        <a:pt x="119063" y="119063"/>
                      </a:lnTo>
                      <a:lnTo>
                        <a:pt x="119063" y="59436"/>
                      </a:lnTo>
                      <a:lnTo>
                        <a:pt x="89345" y="59436"/>
                      </a:lnTo>
                      <a:lnTo>
                        <a:pt x="89345" y="119063"/>
                      </a:lnTo>
                      <a:lnTo>
                        <a:pt x="59627" y="119063"/>
                      </a:lnTo>
                      <a:lnTo>
                        <a:pt x="59627" y="148781"/>
                      </a:lnTo>
                      <a:lnTo>
                        <a:pt x="29813" y="148781"/>
                      </a:lnTo>
                      <a:lnTo>
                        <a:pt x="29813" y="119063"/>
                      </a:lnTo>
                      <a:lnTo>
                        <a:pt x="0" y="119063"/>
                      </a:lnTo>
                      <a:lnTo>
                        <a:pt x="0" y="59436"/>
                      </a:lnTo>
                      <a:lnTo>
                        <a:pt x="29813" y="59436"/>
                      </a:lnTo>
                      <a:lnTo>
                        <a:pt x="29813" y="0"/>
                      </a:lnTo>
                      <a:lnTo>
                        <a:pt x="178689" y="0"/>
                      </a:lnTo>
                      <a:lnTo>
                        <a:pt x="178689" y="59436"/>
                      </a:lnTo>
                      <a:lnTo>
                        <a:pt x="208407" y="59436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8" name="Google Shape;3228;p39"/>
                <p:cNvSpPr/>
                <p:nvPr/>
              </p:nvSpPr>
              <p:spPr>
                <a:xfrm>
                  <a:off x="7315200" y="262528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9" name="Google Shape;3229;p39"/>
                <p:cNvSpPr/>
                <p:nvPr/>
              </p:nvSpPr>
              <p:spPr>
                <a:xfrm>
                  <a:off x="7315200" y="2893218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30" name="Google Shape;3230;p39"/>
                <p:cNvSpPr/>
                <p:nvPr/>
              </p:nvSpPr>
              <p:spPr>
                <a:xfrm>
                  <a:off x="7434262" y="277415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31" name="Google Shape;3231;p39"/>
                <p:cNvSpPr/>
                <p:nvPr/>
              </p:nvSpPr>
              <p:spPr>
                <a:xfrm>
                  <a:off x="7106792" y="2684906"/>
                  <a:ext cx="148875" cy="208311"/>
                </a:xfrm>
                <a:custGeom>
                  <a:rect b="b" l="l" r="r" t="t"/>
                  <a:pathLst>
                    <a:path extrusionOk="0" h="208311" w="148875">
                      <a:moveTo>
                        <a:pt x="59627" y="89249"/>
                      </a:moveTo>
                      <a:lnTo>
                        <a:pt x="59627" y="119063"/>
                      </a:lnTo>
                      <a:lnTo>
                        <a:pt x="119063" y="119063"/>
                      </a:lnTo>
                      <a:lnTo>
                        <a:pt x="119063" y="148780"/>
                      </a:lnTo>
                      <a:lnTo>
                        <a:pt x="148876" y="148780"/>
                      </a:lnTo>
                      <a:lnTo>
                        <a:pt x="148876" y="178498"/>
                      </a:lnTo>
                      <a:lnTo>
                        <a:pt x="119063" y="178498"/>
                      </a:lnTo>
                      <a:lnTo>
                        <a:pt x="119063" y="208312"/>
                      </a:lnTo>
                      <a:lnTo>
                        <a:pt x="59627" y="208312"/>
                      </a:lnTo>
                      <a:lnTo>
                        <a:pt x="59627" y="178498"/>
                      </a:lnTo>
                      <a:lnTo>
                        <a:pt x="0" y="178498"/>
                      </a:lnTo>
                      <a:lnTo>
                        <a:pt x="0" y="29718"/>
                      </a:lnTo>
                      <a:lnTo>
                        <a:pt x="59627" y="29718"/>
                      </a:lnTo>
                      <a:lnTo>
                        <a:pt x="59627" y="0"/>
                      </a:lnTo>
                      <a:lnTo>
                        <a:pt x="119063" y="0"/>
                      </a:lnTo>
                      <a:lnTo>
                        <a:pt x="119063" y="29718"/>
                      </a:lnTo>
                      <a:lnTo>
                        <a:pt x="148876" y="29718"/>
                      </a:lnTo>
                      <a:lnTo>
                        <a:pt x="148876" y="59436"/>
                      </a:lnTo>
                      <a:lnTo>
                        <a:pt x="119063" y="59436"/>
                      </a:lnTo>
                      <a:lnTo>
                        <a:pt x="119063" y="89249"/>
                      </a:lnTo>
                      <a:lnTo>
                        <a:pt x="59627" y="89249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32" name="Google Shape;3232;p39"/>
                <p:cNvSpPr/>
                <p:nvPr/>
              </p:nvSpPr>
              <p:spPr>
                <a:xfrm>
                  <a:off x="7166419" y="277415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33" name="Google Shape;3233;p39"/>
                <p:cNvSpPr/>
                <p:nvPr/>
              </p:nvSpPr>
              <p:spPr>
                <a:xfrm>
                  <a:off x="7315200" y="2803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34" name="Google Shape;3234;p39"/>
                <p:cNvSpPr/>
                <p:nvPr/>
              </p:nvSpPr>
              <p:spPr>
                <a:xfrm>
                  <a:off x="7315200" y="2774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35" name="Google Shape;3235;p39"/>
                <p:cNvSpPr/>
                <p:nvPr/>
              </p:nvSpPr>
              <p:spPr>
                <a:xfrm>
                  <a:off x="7344918" y="2774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36" name="Google Shape;3236;p39"/>
                <p:cNvSpPr/>
                <p:nvPr/>
              </p:nvSpPr>
              <p:spPr>
                <a:xfrm>
                  <a:off x="7225855" y="2863404"/>
                  <a:ext cx="208407" cy="148875"/>
                </a:xfrm>
                <a:custGeom>
                  <a:rect b="b" l="l" r="r" t="t"/>
                  <a:pathLst>
                    <a:path extrusionOk="0" h="148875" w="208407">
                      <a:moveTo>
                        <a:pt x="208407" y="29813"/>
                      </a:moveTo>
                      <a:lnTo>
                        <a:pt x="208407" y="89345"/>
                      </a:lnTo>
                      <a:lnTo>
                        <a:pt x="178689" y="89345"/>
                      </a:lnTo>
                      <a:lnTo>
                        <a:pt x="178689" y="148876"/>
                      </a:lnTo>
                      <a:lnTo>
                        <a:pt x="29813" y="148876"/>
                      </a:lnTo>
                      <a:lnTo>
                        <a:pt x="29813" y="89345"/>
                      </a:lnTo>
                      <a:lnTo>
                        <a:pt x="0" y="89345"/>
                      </a:lnTo>
                      <a:lnTo>
                        <a:pt x="0" y="29813"/>
                      </a:lnTo>
                      <a:lnTo>
                        <a:pt x="29813" y="29813"/>
                      </a:lnTo>
                      <a:lnTo>
                        <a:pt x="29813" y="0"/>
                      </a:lnTo>
                      <a:lnTo>
                        <a:pt x="59627" y="0"/>
                      </a:lnTo>
                      <a:lnTo>
                        <a:pt x="59627" y="29813"/>
                      </a:lnTo>
                      <a:lnTo>
                        <a:pt x="89345" y="29813"/>
                      </a:lnTo>
                      <a:lnTo>
                        <a:pt x="89345" y="89345"/>
                      </a:lnTo>
                      <a:lnTo>
                        <a:pt x="119063" y="89345"/>
                      </a:lnTo>
                      <a:lnTo>
                        <a:pt x="119063" y="29813"/>
                      </a:lnTo>
                      <a:lnTo>
                        <a:pt x="148876" y="29813"/>
                      </a:lnTo>
                      <a:lnTo>
                        <a:pt x="148876" y="0"/>
                      </a:lnTo>
                      <a:lnTo>
                        <a:pt x="178689" y="0"/>
                      </a:lnTo>
                      <a:lnTo>
                        <a:pt x="178689" y="29813"/>
                      </a:lnTo>
                      <a:lnTo>
                        <a:pt x="208407" y="29813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37" name="Google Shape;3237;p39"/>
                <p:cNvSpPr/>
                <p:nvPr/>
              </p:nvSpPr>
              <p:spPr>
                <a:xfrm>
                  <a:off x="7404544" y="2684906"/>
                  <a:ext cx="148780" cy="208311"/>
                </a:xfrm>
                <a:custGeom>
                  <a:rect b="b" l="l" r="r" t="t"/>
                  <a:pathLst>
                    <a:path extrusionOk="0" h="208311" w="148780">
                      <a:moveTo>
                        <a:pt x="148780" y="29718"/>
                      </a:moveTo>
                      <a:lnTo>
                        <a:pt x="148780" y="178498"/>
                      </a:lnTo>
                      <a:lnTo>
                        <a:pt x="89249" y="178498"/>
                      </a:lnTo>
                      <a:lnTo>
                        <a:pt x="89249" y="208312"/>
                      </a:lnTo>
                      <a:lnTo>
                        <a:pt x="29718" y="208312"/>
                      </a:lnTo>
                      <a:lnTo>
                        <a:pt x="29718" y="178498"/>
                      </a:lnTo>
                      <a:lnTo>
                        <a:pt x="0" y="178498"/>
                      </a:lnTo>
                      <a:lnTo>
                        <a:pt x="0" y="148780"/>
                      </a:lnTo>
                      <a:lnTo>
                        <a:pt x="29718" y="148780"/>
                      </a:lnTo>
                      <a:lnTo>
                        <a:pt x="29718" y="119063"/>
                      </a:lnTo>
                      <a:lnTo>
                        <a:pt x="89249" y="119063"/>
                      </a:lnTo>
                      <a:lnTo>
                        <a:pt x="89249" y="89249"/>
                      </a:lnTo>
                      <a:lnTo>
                        <a:pt x="29718" y="89249"/>
                      </a:lnTo>
                      <a:lnTo>
                        <a:pt x="29718" y="59436"/>
                      </a:lnTo>
                      <a:lnTo>
                        <a:pt x="0" y="59436"/>
                      </a:lnTo>
                      <a:lnTo>
                        <a:pt x="0" y="29718"/>
                      </a:lnTo>
                      <a:lnTo>
                        <a:pt x="29718" y="29718"/>
                      </a:lnTo>
                      <a:lnTo>
                        <a:pt x="29718" y="0"/>
                      </a:lnTo>
                      <a:lnTo>
                        <a:pt x="89249" y="0"/>
                      </a:lnTo>
                      <a:lnTo>
                        <a:pt x="89249" y="29718"/>
                      </a:lnTo>
                      <a:lnTo>
                        <a:pt x="14878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38" name="Google Shape;3238;p39"/>
                <p:cNvSpPr/>
                <p:nvPr/>
              </p:nvSpPr>
              <p:spPr>
                <a:xfrm>
                  <a:off x="7374731" y="2744342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39" name="Google Shape;3239;p39"/>
                <p:cNvSpPr/>
                <p:nvPr/>
              </p:nvSpPr>
              <p:spPr>
                <a:xfrm>
                  <a:off x="7374731" y="2833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0" name="Google Shape;3240;p39"/>
                <p:cNvSpPr/>
                <p:nvPr/>
              </p:nvSpPr>
              <p:spPr>
                <a:xfrm>
                  <a:off x="7196137" y="26550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1" name="Google Shape;3241;p39"/>
                <p:cNvSpPr/>
                <p:nvPr/>
              </p:nvSpPr>
              <p:spPr>
                <a:xfrm>
                  <a:off x="7434262" y="26550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2" name="Google Shape;3242;p39"/>
                <p:cNvSpPr/>
                <p:nvPr/>
              </p:nvSpPr>
              <p:spPr>
                <a:xfrm>
                  <a:off x="7434262" y="28932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3" name="Google Shape;3243;p39"/>
                <p:cNvSpPr/>
                <p:nvPr/>
              </p:nvSpPr>
              <p:spPr>
                <a:xfrm>
                  <a:off x="7196137" y="28932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4" name="Google Shape;3244;p39"/>
                <p:cNvSpPr/>
                <p:nvPr/>
              </p:nvSpPr>
              <p:spPr>
                <a:xfrm>
                  <a:off x="7374731" y="2774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5" name="Google Shape;3245;p39"/>
                <p:cNvSpPr/>
                <p:nvPr/>
              </p:nvSpPr>
              <p:spPr>
                <a:xfrm>
                  <a:off x="7315200" y="2833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6" name="Google Shape;3246;p39"/>
                <p:cNvSpPr/>
                <p:nvPr/>
              </p:nvSpPr>
              <p:spPr>
                <a:xfrm>
                  <a:off x="7315200" y="271462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7" name="Google Shape;3247;p39"/>
                <p:cNvSpPr/>
                <p:nvPr/>
              </p:nvSpPr>
              <p:spPr>
                <a:xfrm>
                  <a:off x="7255668" y="2982467"/>
                  <a:ext cx="148780" cy="29718"/>
                </a:xfrm>
                <a:custGeom>
                  <a:rect b="b" l="l" r="r" t="t"/>
                  <a:pathLst>
                    <a:path extrusionOk="0" h="29718" w="148780">
                      <a:moveTo>
                        <a:pt x="0" y="0"/>
                      </a:moveTo>
                      <a:lnTo>
                        <a:pt x="148780" y="0"/>
                      </a:lnTo>
                      <a:lnTo>
                        <a:pt x="148780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8" name="Google Shape;3248;p39"/>
                <p:cNvSpPr/>
                <p:nvPr/>
              </p:nvSpPr>
              <p:spPr>
                <a:xfrm>
                  <a:off x="7404544" y="29230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9" name="Google Shape;3249;p39"/>
                <p:cNvSpPr/>
                <p:nvPr/>
              </p:nvSpPr>
              <p:spPr>
                <a:xfrm>
                  <a:off x="7225855" y="29230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50" name="Google Shape;3250;p39"/>
                <p:cNvSpPr/>
                <p:nvPr/>
              </p:nvSpPr>
              <p:spPr>
                <a:xfrm>
                  <a:off x="7166419" y="2863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51" name="Google Shape;3251;p39"/>
                <p:cNvSpPr/>
                <p:nvPr/>
              </p:nvSpPr>
              <p:spPr>
                <a:xfrm>
                  <a:off x="7463980" y="2863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52" name="Google Shape;3252;p39"/>
                <p:cNvSpPr/>
                <p:nvPr/>
              </p:nvSpPr>
              <p:spPr>
                <a:xfrm>
                  <a:off x="7404544" y="2833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53" name="Google Shape;3253;p39"/>
                <p:cNvSpPr/>
                <p:nvPr/>
              </p:nvSpPr>
              <p:spPr>
                <a:xfrm>
                  <a:off x="7404544" y="271462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54" name="Google Shape;3254;p39"/>
                <p:cNvSpPr/>
                <p:nvPr/>
              </p:nvSpPr>
              <p:spPr>
                <a:xfrm>
                  <a:off x="7225855" y="2833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55" name="Google Shape;3255;p39"/>
                <p:cNvSpPr/>
                <p:nvPr/>
              </p:nvSpPr>
              <p:spPr>
                <a:xfrm>
                  <a:off x="7166419" y="2684906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56" name="Google Shape;3256;p39"/>
                <p:cNvSpPr/>
                <p:nvPr/>
              </p:nvSpPr>
              <p:spPr>
                <a:xfrm>
                  <a:off x="7434262" y="2684906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57" name="Google Shape;3257;p39"/>
                <p:cNvSpPr/>
                <p:nvPr/>
              </p:nvSpPr>
              <p:spPr>
                <a:xfrm>
                  <a:off x="7493793" y="283368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58" name="Google Shape;3258;p39"/>
                <p:cNvSpPr/>
                <p:nvPr/>
              </p:nvSpPr>
              <p:spPr>
                <a:xfrm>
                  <a:off x="7434262" y="280396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59" name="Google Shape;3259;p39"/>
                <p:cNvSpPr/>
                <p:nvPr/>
              </p:nvSpPr>
              <p:spPr>
                <a:xfrm>
                  <a:off x="7166419" y="280396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60" name="Google Shape;3260;p39"/>
                <p:cNvSpPr/>
                <p:nvPr/>
              </p:nvSpPr>
              <p:spPr>
                <a:xfrm>
                  <a:off x="7106793" y="283368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61" name="Google Shape;3261;p39"/>
                <p:cNvSpPr/>
                <p:nvPr/>
              </p:nvSpPr>
              <p:spPr>
                <a:xfrm>
                  <a:off x="7255668" y="2863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62" name="Google Shape;3262;p39"/>
                <p:cNvSpPr/>
                <p:nvPr/>
              </p:nvSpPr>
              <p:spPr>
                <a:xfrm>
                  <a:off x="7225855" y="271462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63" name="Google Shape;3263;p39"/>
                <p:cNvSpPr/>
                <p:nvPr/>
              </p:nvSpPr>
              <p:spPr>
                <a:xfrm>
                  <a:off x="7285482" y="28932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64" name="Google Shape;3264;p39"/>
                <p:cNvSpPr/>
                <p:nvPr/>
              </p:nvSpPr>
              <p:spPr>
                <a:xfrm>
                  <a:off x="7315200" y="29527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65" name="Google Shape;3265;p39"/>
                <p:cNvSpPr/>
                <p:nvPr/>
              </p:nvSpPr>
              <p:spPr>
                <a:xfrm>
                  <a:off x="7374731" y="2863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66" name="Google Shape;3266;p39"/>
                <p:cNvSpPr/>
                <p:nvPr/>
              </p:nvSpPr>
              <p:spPr>
                <a:xfrm>
                  <a:off x="7344918" y="28932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67" name="Google Shape;3267;p39"/>
                <p:cNvSpPr/>
                <p:nvPr/>
              </p:nvSpPr>
              <p:spPr>
                <a:xfrm>
                  <a:off x="7255668" y="2565844"/>
                  <a:ext cx="148780" cy="29718"/>
                </a:xfrm>
                <a:custGeom>
                  <a:rect b="b" l="l" r="r" t="t"/>
                  <a:pathLst>
                    <a:path extrusionOk="0" h="29718" w="148780">
                      <a:moveTo>
                        <a:pt x="0" y="0"/>
                      </a:moveTo>
                      <a:lnTo>
                        <a:pt x="148780" y="0"/>
                      </a:lnTo>
                      <a:lnTo>
                        <a:pt x="148780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68" name="Google Shape;3268;p39"/>
                <p:cNvSpPr/>
                <p:nvPr/>
              </p:nvSpPr>
              <p:spPr>
                <a:xfrm>
                  <a:off x="7225855" y="2625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69" name="Google Shape;3269;p39"/>
                <p:cNvSpPr/>
                <p:nvPr/>
              </p:nvSpPr>
              <p:spPr>
                <a:xfrm>
                  <a:off x="7404544" y="2625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0" name="Google Shape;3270;p39"/>
                <p:cNvSpPr/>
                <p:nvPr/>
              </p:nvSpPr>
              <p:spPr>
                <a:xfrm>
                  <a:off x="7493793" y="271462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1" name="Google Shape;3271;p39"/>
                <p:cNvSpPr/>
                <p:nvPr/>
              </p:nvSpPr>
              <p:spPr>
                <a:xfrm>
                  <a:off x="7463980" y="2774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2" name="Google Shape;3272;p39"/>
                <p:cNvSpPr/>
                <p:nvPr/>
              </p:nvSpPr>
              <p:spPr>
                <a:xfrm>
                  <a:off x="7166419" y="2774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3" name="Google Shape;3273;p39"/>
                <p:cNvSpPr/>
                <p:nvPr/>
              </p:nvSpPr>
              <p:spPr>
                <a:xfrm>
                  <a:off x="7315200" y="2625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4" name="Google Shape;3274;p39"/>
                <p:cNvSpPr/>
                <p:nvPr/>
              </p:nvSpPr>
              <p:spPr>
                <a:xfrm>
                  <a:off x="7315200" y="2863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5" name="Google Shape;3275;p39"/>
                <p:cNvSpPr/>
                <p:nvPr/>
              </p:nvSpPr>
              <p:spPr>
                <a:xfrm>
                  <a:off x="7106793" y="271462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76" name="Google Shape;3276;p39"/>
              <p:cNvGrpSpPr/>
              <p:nvPr/>
            </p:nvGrpSpPr>
            <p:grpSpPr>
              <a:xfrm>
                <a:off x="7255668" y="2268092"/>
                <a:ext cx="148781" cy="148781"/>
                <a:chOff x="7255668" y="2268092"/>
                <a:chExt cx="148781" cy="148781"/>
              </a:xfrm>
            </p:grpSpPr>
            <p:sp>
              <p:nvSpPr>
                <p:cNvPr id="3277" name="Google Shape;3277;p39"/>
                <p:cNvSpPr/>
                <p:nvPr/>
              </p:nvSpPr>
              <p:spPr>
                <a:xfrm>
                  <a:off x="7315200" y="2387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8" name="Google Shape;3278;p39"/>
                <p:cNvSpPr/>
                <p:nvPr/>
              </p:nvSpPr>
              <p:spPr>
                <a:xfrm>
                  <a:off x="7315200" y="2297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9" name="Google Shape;3279;p39"/>
                <p:cNvSpPr/>
                <p:nvPr/>
              </p:nvSpPr>
              <p:spPr>
                <a:xfrm>
                  <a:off x="7344918" y="23574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0" name="Google Shape;3280;p39"/>
                <p:cNvSpPr/>
                <p:nvPr/>
              </p:nvSpPr>
              <p:spPr>
                <a:xfrm>
                  <a:off x="7344918" y="22680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1" name="Google Shape;3281;p39"/>
                <p:cNvSpPr/>
                <p:nvPr/>
              </p:nvSpPr>
              <p:spPr>
                <a:xfrm>
                  <a:off x="7285482" y="23574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2" name="Google Shape;3282;p39"/>
                <p:cNvSpPr/>
                <p:nvPr/>
              </p:nvSpPr>
              <p:spPr>
                <a:xfrm>
                  <a:off x="7285482" y="22680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3" name="Google Shape;3283;p39"/>
                <p:cNvSpPr/>
                <p:nvPr/>
              </p:nvSpPr>
              <p:spPr>
                <a:xfrm>
                  <a:off x="7374731" y="229790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4" name="Google Shape;3284;p39"/>
                <p:cNvSpPr/>
                <p:nvPr/>
              </p:nvSpPr>
              <p:spPr>
                <a:xfrm>
                  <a:off x="7285482" y="2297905"/>
                  <a:ext cx="89249" cy="89249"/>
                </a:xfrm>
                <a:custGeom>
                  <a:rect b="b" l="l" r="r" t="t"/>
                  <a:pathLst>
                    <a:path extrusionOk="0" h="89249" w="89249">
                      <a:moveTo>
                        <a:pt x="89249" y="0"/>
                      </a:moveTo>
                      <a:lnTo>
                        <a:pt x="89249" y="59531"/>
                      </a:lnTo>
                      <a:lnTo>
                        <a:pt x="59436" y="59531"/>
                      </a:lnTo>
                      <a:lnTo>
                        <a:pt x="59436" y="89249"/>
                      </a:lnTo>
                      <a:lnTo>
                        <a:pt x="29718" y="89249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lnTo>
                        <a:pt x="0" y="0"/>
                      </a:lnTo>
                      <a:lnTo>
                        <a:pt x="29718" y="0"/>
                      </a:lnTo>
                      <a:lnTo>
                        <a:pt x="29718" y="29813"/>
                      </a:lnTo>
                      <a:lnTo>
                        <a:pt x="59436" y="29813"/>
                      </a:lnTo>
                      <a:lnTo>
                        <a:pt x="59436" y="0"/>
                      </a:lnTo>
                      <a:lnTo>
                        <a:pt x="89249" y="0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5" name="Google Shape;3285;p39"/>
                <p:cNvSpPr/>
                <p:nvPr/>
              </p:nvSpPr>
              <p:spPr>
                <a:xfrm>
                  <a:off x="7255668" y="229790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6" name="Google Shape;3286;p39"/>
                <p:cNvSpPr/>
                <p:nvPr/>
              </p:nvSpPr>
              <p:spPr>
                <a:xfrm>
                  <a:off x="7285482" y="2297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7" name="Google Shape;3287;p39"/>
                <p:cNvSpPr/>
                <p:nvPr/>
              </p:nvSpPr>
              <p:spPr>
                <a:xfrm>
                  <a:off x="7315200" y="23574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88" name="Google Shape;3288;p39"/>
              <p:cNvGrpSpPr/>
              <p:nvPr/>
            </p:nvGrpSpPr>
            <p:grpSpPr>
              <a:xfrm>
                <a:off x="7374731" y="2149030"/>
                <a:ext cx="148780" cy="148780"/>
                <a:chOff x="7374731" y="2149030"/>
                <a:chExt cx="148780" cy="148780"/>
              </a:xfrm>
            </p:grpSpPr>
            <p:sp>
              <p:nvSpPr>
                <p:cNvPr id="3289" name="Google Shape;3289;p39"/>
                <p:cNvSpPr/>
                <p:nvPr/>
              </p:nvSpPr>
              <p:spPr>
                <a:xfrm>
                  <a:off x="7434262" y="21788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0" name="Google Shape;3290;p39"/>
                <p:cNvSpPr/>
                <p:nvPr/>
              </p:nvSpPr>
              <p:spPr>
                <a:xfrm>
                  <a:off x="7434262" y="22383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1" name="Google Shape;3291;p39"/>
                <p:cNvSpPr/>
                <p:nvPr/>
              </p:nvSpPr>
              <p:spPr>
                <a:xfrm>
                  <a:off x="7404544" y="22086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2" name="Google Shape;3292;p39"/>
                <p:cNvSpPr/>
                <p:nvPr/>
              </p:nvSpPr>
              <p:spPr>
                <a:xfrm>
                  <a:off x="7434262" y="22086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3" name="Google Shape;3293;p39"/>
                <p:cNvSpPr/>
                <p:nvPr/>
              </p:nvSpPr>
              <p:spPr>
                <a:xfrm>
                  <a:off x="7463980" y="22086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4" name="Google Shape;3294;p39"/>
                <p:cNvSpPr/>
                <p:nvPr/>
              </p:nvSpPr>
              <p:spPr>
                <a:xfrm>
                  <a:off x="7434262" y="2149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5" name="Google Shape;3295;p39"/>
                <p:cNvSpPr/>
                <p:nvPr/>
              </p:nvSpPr>
              <p:spPr>
                <a:xfrm>
                  <a:off x="7493793" y="22086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6" name="Google Shape;3296;p39"/>
                <p:cNvSpPr/>
                <p:nvPr/>
              </p:nvSpPr>
              <p:spPr>
                <a:xfrm>
                  <a:off x="7374731" y="22086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7" name="Google Shape;3297;p39"/>
                <p:cNvSpPr/>
                <p:nvPr/>
              </p:nvSpPr>
              <p:spPr>
                <a:xfrm>
                  <a:off x="7434262" y="22680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98" name="Google Shape;3298;p39"/>
              <p:cNvGrpSpPr/>
              <p:nvPr/>
            </p:nvGrpSpPr>
            <p:grpSpPr>
              <a:xfrm>
                <a:off x="7374731" y="2357437"/>
                <a:ext cx="148780" cy="148780"/>
                <a:chOff x="7374731" y="2357437"/>
                <a:chExt cx="148780" cy="148780"/>
              </a:xfrm>
            </p:grpSpPr>
            <p:sp>
              <p:nvSpPr>
                <p:cNvPr id="3299" name="Google Shape;3299;p39"/>
                <p:cNvSpPr/>
                <p:nvPr/>
              </p:nvSpPr>
              <p:spPr>
                <a:xfrm>
                  <a:off x="7434262" y="2387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0" name="Google Shape;3300;p39"/>
                <p:cNvSpPr/>
                <p:nvPr/>
              </p:nvSpPr>
              <p:spPr>
                <a:xfrm>
                  <a:off x="7434262" y="244678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1" name="Google Shape;3301;p39"/>
                <p:cNvSpPr/>
                <p:nvPr/>
              </p:nvSpPr>
              <p:spPr>
                <a:xfrm>
                  <a:off x="7404544" y="24169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2" name="Google Shape;3302;p39"/>
                <p:cNvSpPr/>
                <p:nvPr/>
              </p:nvSpPr>
              <p:spPr>
                <a:xfrm>
                  <a:off x="7434262" y="24169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3" name="Google Shape;3303;p39"/>
                <p:cNvSpPr/>
                <p:nvPr/>
              </p:nvSpPr>
              <p:spPr>
                <a:xfrm>
                  <a:off x="7463980" y="24169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4" name="Google Shape;3304;p39"/>
                <p:cNvSpPr/>
                <p:nvPr/>
              </p:nvSpPr>
              <p:spPr>
                <a:xfrm>
                  <a:off x="7434262" y="23574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5" name="Google Shape;3305;p39"/>
                <p:cNvSpPr/>
                <p:nvPr/>
              </p:nvSpPr>
              <p:spPr>
                <a:xfrm>
                  <a:off x="7493793" y="24169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6" name="Google Shape;3306;p39"/>
                <p:cNvSpPr/>
                <p:nvPr/>
              </p:nvSpPr>
              <p:spPr>
                <a:xfrm>
                  <a:off x="7374731" y="24169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7" name="Google Shape;3307;p39"/>
                <p:cNvSpPr/>
                <p:nvPr/>
              </p:nvSpPr>
              <p:spPr>
                <a:xfrm>
                  <a:off x="7434262" y="247649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08" name="Google Shape;3308;p39"/>
              <p:cNvGrpSpPr/>
              <p:nvPr/>
            </p:nvGrpSpPr>
            <p:grpSpPr>
              <a:xfrm>
                <a:off x="7136606" y="2357437"/>
                <a:ext cx="148780" cy="148780"/>
                <a:chOff x="7136606" y="2357437"/>
                <a:chExt cx="148780" cy="148780"/>
              </a:xfrm>
            </p:grpSpPr>
            <p:sp>
              <p:nvSpPr>
                <p:cNvPr id="3309" name="Google Shape;3309;p39"/>
                <p:cNvSpPr/>
                <p:nvPr/>
              </p:nvSpPr>
              <p:spPr>
                <a:xfrm>
                  <a:off x="7196137" y="2387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0" name="Google Shape;3310;p39"/>
                <p:cNvSpPr/>
                <p:nvPr/>
              </p:nvSpPr>
              <p:spPr>
                <a:xfrm>
                  <a:off x="7196137" y="244678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1" name="Google Shape;3311;p39"/>
                <p:cNvSpPr/>
                <p:nvPr/>
              </p:nvSpPr>
              <p:spPr>
                <a:xfrm>
                  <a:off x="7166419" y="24169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2" name="Google Shape;3312;p39"/>
                <p:cNvSpPr/>
                <p:nvPr/>
              </p:nvSpPr>
              <p:spPr>
                <a:xfrm>
                  <a:off x="7196137" y="24169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3" name="Google Shape;3313;p39"/>
                <p:cNvSpPr/>
                <p:nvPr/>
              </p:nvSpPr>
              <p:spPr>
                <a:xfrm>
                  <a:off x="7225855" y="24169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4" name="Google Shape;3314;p39"/>
                <p:cNvSpPr/>
                <p:nvPr/>
              </p:nvSpPr>
              <p:spPr>
                <a:xfrm>
                  <a:off x="7196137" y="23574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5" name="Google Shape;3315;p39"/>
                <p:cNvSpPr/>
                <p:nvPr/>
              </p:nvSpPr>
              <p:spPr>
                <a:xfrm>
                  <a:off x="7255668" y="24169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6" name="Google Shape;3316;p39"/>
                <p:cNvSpPr/>
                <p:nvPr/>
              </p:nvSpPr>
              <p:spPr>
                <a:xfrm>
                  <a:off x="7136606" y="24169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7" name="Google Shape;3317;p39"/>
                <p:cNvSpPr/>
                <p:nvPr/>
              </p:nvSpPr>
              <p:spPr>
                <a:xfrm>
                  <a:off x="7196137" y="247649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18" name="Google Shape;3318;p39"/>
              <p:cNvGrpSpPr/>
              <p:nvPr/>
            </p:nvGrpSpPr>
            <p:grpSpPr>
              <a:xfrm>
                <a:off x="7136606" y="2149030"/>
                <a:ext cx="148780" cy="148780"/>
                <a:chOff x="7136606" y="2149030"/>
                <a:chExt cx="148780" cy="148780"/>
              </a:xfrm>
            </p:grpSpPr>
            <p:sp>
              <p:nvSpPr>
                <p:cNvPr id="3319" name="Google Shape;3319;p39"/>
                <p:cNvSpPr/>
                <p:nvPr/>
              </p:nvSpPr>
              <p:spPr>
                <a:xfrm>
                  <a:off x="7196137" y="21788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0" name="Google Shape;3320;p39"/>
                <p:cNvSpPr/>
                <p:nvPr/>
              </p:nvSpPr>
              <p:spPr>
                <a:xfrm>
                  <a:off x="7196137" y="22383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1" name="Google Shape;3321;p39"/>
                <p:cNvSpPr/>
                <p:nvPr/>
              </p:nvSpPr>
              <p:spPr>
                <a:xfrm>
                  <a:off x="7166419" y="22086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2" name="Google Shape;3322;p39"/>
                <p:cNvSpPr/>
                <p:nvPr/>
              </p:nvSpPr>
              <p:spPr>
                <a:xfrm>
                  <a:off x="7196137" y="22086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3" name="Google Shape;3323;p39"/>
                <p:cNvSpPr/>
                <p:nvPr/>
              </p:nvSpPr>
              <p:spPr>
                <a:xfrm>
                  <a:off x="7225855" y="22086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4" name="Google Shape;3324;p39"/>
                <p:cNvSpPr/>
                <p:nvPr/>
              </p:nvSpPr>
              <p:spPr>
                <a:xfrm>
                  <a:off x="7196137" y="2149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5" name="Google Shape;3325;p39"/>
                <p:cNvSpPr/>
                <p:nvPr/>
              </p:nvSpPr>
              <p:spPr>
                <a:xfrm>
                  <a:off x="7255668" y="22086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6" name="Google Shape;3326;p39"/>
                <p:cNvSpPr/>
                <p:nvPr/>
              </p:nvSpPr>
              <p:spPr>
                <a:xfrm>
                  <a:off x="7136606" y="22086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7" name="Google Shape;3327;p39"/>
                <p:cNvSpPr/>
                <p:nvPr/>
              </p:nvSpPr>
              <p:spPr>
                <a:xfrm>
                  <a:off x="7196137" y="22680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28" name="Google Shape;3328;p39"/>
              <p:cNvGrpSpPr/>
              <p:nvPr/>
            </p:nvGrpSpPr>
            <p:grpSpPr>
              <a:xfrm>
                <a:off x="6571107" y="1940718"/>
                <a:ext cx="535686" cy="1131094"/>
                <a:chOff x="6571107" y="1940718"/>
                <a:chExt cx="535686" cy="1131094"/>
              </a:xfrm>
            </p:grpSpPr>
            <p:sp>
              <p:nvSpPr>
                <p:cNvPr id="3329" name="Google Shape;3329;p39"/>
                <p:cNvSpPr/>
                <p:nvPr/>
              </p:nvSpPr>
              <p:spPr>
                <a:xfrm>
                  <a:off x="6779418" y="304209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0" name="Google Shape;3330;p39"/>
                <p:cNvSpPr/>
                <p:nvPr/>
              </p:nvSpPr>
              <p:spPr>
                <a:xfrm>
                  <a:off x="6719887" y="301228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1" name="Google Shape;3331;p39"/>
                <p:cNvSpPr/>
                <p:nvPr/>
              </p:nvSpPr>
              <p:spPr>
                <a:xfrm>
                  <a:off x="6690169" y="298246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2" name="Google Shape;3332;p39"/>
                <p:cNvSpPr/>
                <p:nvPr/>
              </p:nvSpPr>
              <p:spPr>
                <a:xfrm>
                  <a:off x="6838950" y="301228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3" name="Google Shape;3333;p39"/>
                <p:cNvSpPr/>
                <p:nvPr/>
              </p:nvSpPr>
              <p:spPr>
                <a:xfrm>
                  <a:off x="6660356" y="2923031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4" name="Google Shape;3334;p39"/>
                <p:cNvSpPr/>
                <p:nvPr/>
              </p:nvSpPr>
              <p:spPr>
                <a:xfrm>
                  <a:off x="6690169" y="286340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5" name="Google Shape;3335;p39"/>
                <p:cNvSpPr/>
                <p:nvPr/>
              </p:nvSpPr>
              <p:spPr>
                <a:xfrm>
                  <a:off x="6719887" y="280396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6" name="Google Shape;3336;p39"/>
                <p:cNvSpPr/>
                <p:nvPr/>
              </p:nvSpPr>
              <p:spPr>
                <a:xfrm>
                  <a:off x="6749605" y="274434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7" name="Google Shape;3337;p39"/>
                <p:cNvSpPr/>
                <p:nvPr/>
              </p:nvSpPr>
              <p:spPr>
                <a:xfrm>
                  <a:off x="6779418" y="268490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8" name="Google Shape;3338;p39"/>
                <p:cNvSpPr/>
                <p:nvPr/>
              </p:nvSpPr>
              <p:spPr>
                <a:xfrm>
                  <a:off x="6809232" y="2565844"/>
                  <a:ext cx="29718" cy="119062"/>
                </a:xfrm>
                <a:custGeom>
                  <a:rect b="b" l="l" r="r" t="t"/>
                  <a:pathLst>
                    <a:path extrusionOk="0" h="119062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19063"/>
                      </a:lnTo>
                      <a:lnTo>
                        <a:pt x="0" y="119063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9" name="Google Shape;3339;p39"/>
                <p:cNvSpPr/>
                <p:nvPr/>
              </p:nvSpPr>
              <p:spPr>
                <a:xfrm>
                  <a:off x="6779418" y="2476499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4"/>
                      </a:lnTo>
                      <a:lnTo>
                        <a:pt x="0" y="89344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40" name="Google Shape;3340;p39"/>
                <p:cNvSpPr/>
                <p:nvPr/>
              </p:nvSpPr>
              <p:spPr>
                <a:xfrm>
                  <a:off x="6749605" y="2416968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41" name="Google Shape;3341;p39"/>
                <p:cNvSpPr/>
                <p:nvPr/>
              </p:nvSpPr>
              <p:spPr>
                <a:xfrm>
                  <a:off x="6719887" y="2387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42" name="Google Shape;3342;p39"/>
                <p:cNvSpPr/>
                <p:nvPr/>
              </p:nvSpPr>
              <p:spPr>
                <a:xfrm>
                  <a:off x="6690169" y="23574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43" name="Google Shape;3343;p39"/>
                <p:cNvSpPr/>
                <p:nvPr/>
              </p:nvSpPr>
              <p:spPr>
                <a:xfrm>
                  <a:off x="6660356" y="23277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44" name="Google Shape;3344;p39"/>
                <p:cNvSpPr/>
                <p:nvPr/>
              </p:nvSpPr>
              <p:spPr>
                <a:xfrm>
                  <a:off x="6630543" y="2297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45" name="Google Shape;3345;p39"/>
                <p:cNvSpPr/>
                <p:nvPr/>
              </p:nvSpPr>
              <p:spPr>
                <a:xfrm>
                  <a:off x="6600825" y="223837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46" name="Google Shape;3346;p39"/>
                <p:cNvSpPr/>
                <p:nvPr/>
              </p:nvSpPr>
              <p:spPr>
                <a:xfrm>
                  <a:off x="6571107" y="2178843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47" name="Google Shape;3347;p39"/>
                <p:cNvSpPr/>
                <p:nvPr/>
              </p:nvSpPr>
              <p:spPr>
                <a:xfrm>
                  <a:off x="6600825" y="2149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48" name="Google Shape;3348;p39"/>
                <p:cNvSpPr/>
                <p:nvPr/>
              </p:nvSpPr>
              <p:spPr>
                <a:xfrm>
                  <a:off x="6630543" y="21788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49" name="Google Shape;3349;p39"/>
                <p:cNvSpPr/>
                <p:nvPr/>
              </p:nvSpPr>
              <p:spPr>
                <a:xfrm>
                  <a:off x="6660356" y="220865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0" name="Google Shape;3350;p39"/>
                <p:cNvSpPr/>
                <p:nvPr/>
              </p:nvSpPr>
              <p:spPr>
                <a:xfrm>
                  <a:off x="6690169" y="22680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1" name="Google Shape;3351;p39"/>
                <p:cNvSpPr/>
                <p:nvPr/>
              </p:nvSpPr>
              <p:spPr>
                <a:xfrm>
                  <a:off x="6660356" y="22383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2" name="Google Shape;3352;p39"/>
                <p:cNvSpPr/>
                <p:nvPr/>
              </p:nvSpPr>
              <p:spPr>
                <a:xfrm>
                  <a:off x="6690169" y="22086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3" name="Google Shape;3353;p39"/>
                <p:cNvSpPr/>
                <p:nvPr/>
              </p:nvSpPr>
              <p:spPr>
                <a:xfrm>
                  <a:off x="6719887" y="2297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4" name="Google Shape;3354;p39"/>
                <p:cNvSpPr/>
                <p:nvPr/>
              </p:nvSpPr>
              <p:spPr>
                <a:xfrm>
                  <a:off x="6749605" y="22680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5" name="Google Shape;3355;p39"/>
                <p:cNvSpPr/>
                <p:nvPr/>
              </p:nvSpPr>
              <p:spPr>
                <a:xfrm>
                  <a:off x="6749605" y="2297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6" name="Google Shape;3356;p39"/>
                <p:cNvSpPr/>
                <p:nvPr/>
              </p:nvSpPr>
              <p:spPr>
                <a:xfrm>
                  <a:off x="6779418" y="23277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7" name="Google Shape;3357;p39"/>
                <p:cNvSpPr/>
                <p:nvPr/>
              </p:nvSpPr>
              <p:spPr>
                <a:xfrm>
                  <a:off x="6690169" y="22086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8" name="Google Shape;3358;p39"/>
                <p:cNvSpPr/>
                <p:nvPr/>
              </p:nvSpPr>
              <p:spPr>
                <a:xfrm>
                  <a:off x="6719887" y="22383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9" name="Google Shape;3359;p39"/>
                <p:cNvSpPr/>
                <p:nvPr/>
              </p:nvSpPr>
              <p:spPr>
                <a:xfrm>
                  <a:off x="6838950" y="205978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0" name="Google Shape;3360;p39"/>
                <p:cNvSpPr/>
                <p:nvPr/>
              </p:nvSpPr>
              <p:spPr>
                <a:xfrm>
                  <a:off x="6719887" y="21193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1" name="Google Shape;3361;p39"/>
                <p:cNvSpPr/>
                <p:nvPr/>
              </p:nvSpPr>
              <p:spPr>
                <a:xfrm>
                  <a:off x="6749605" y="20895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2" name="Google Shape;3362;p39"/>
                <p:cNvSpPr/>
                <p:nvPr/>
              </p:nvSpPr>
              <p:spPr>
                <a:xfrm>
                  <a:off x="6779418" y="20597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3" name="Google Shape;3363;p39"/>
                <p:cNvSpPr/>
                <p:nvPr/>
              </p:nvSpPr>
              <p:spPr>
                <a:xfrm>
                  <a:off x="6809232" y="202996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4" name="Google Shape;3364;p39"/>
                <p:cNvSpPr/>
                <p:nvPr/>
              </p:nvSpPr>
              <p:spPr>
                <a:xfrm>
                  <a:off x="6809232" y="21193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5" name="Google Shape;3365;p39"/>
                <p:cNvSpPr/>
                <p:nvPr/>
              </p:nvSpPr>
              <p:spPr>
                <a:xfrm>
                  <a:off x="6838950" y="2119312"/>
                  <a:ext cx="119062" cy="29718"/>
                </a:xfrm>
                <a:custGeom>
                  <a:rect b="b" l="l" r="r" t="t"/>
                  <a:pathLst>
                    <a:path extrusionOk="0" h="29718" w="119062">
                      <a:moveTo>
                        <a:pt x="0" y="0"/>
                      </a:moveTo>
                      <a:lnTo>
                        <a:pt x="119063" y="0"/>
                      </a:lnTo>
                      <a:lnTo>
                        <a:pt x="11906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6" name="Google Shape;3366;p39"/>
                <p:cNvSpPr/>
                <p:nvPr/>
              </p:nvSpPr>
              <p:spPr>
                <a:xfrm>
                  <a:off x="6779418" y="2149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7" name="Google Shape;3367;p39"/>
                <p:cNvSpPr/>
                <p:nvPr/>
              </p:nvSpPr>
              <p:spPr>
                <a:xfrm>
                  <a:off x="6958012" y="2149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8" name="Google Shape;3368;p39"/>
                <p:cNvSpPr/>
                <p:nvPr/>
              </p:nvSpPr>
              <p:spPr>
                <a:xfrm>
                  <a:off x="6838950" y="2178843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9" name="Google Shape;3369;p39"/>
                <p:cNvSpPr/>
                <p:nvPr/>
              </p:nvSpPr>
              <p:spPr>
                <a:xfrm>
                  <a:off x="6868668" y="22086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0" name="Google Shape;3370;p39"/>
                <p:cNvSpPr/>
                <p:nvPr/>
              </p:nvSpPr>
              <p:spPr>
                <a:xfrm>
                  <a:off x="6809232" y="20002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1" name="Google Shape;3371;p39"/>
                <p:cNvSpPr/>
                <p:nvPr/>
              </p:nvSpPr>
              <p:spPr>
                <a:xfrm>
                  <a:off x="6779418" y="1970531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2" name="Google Shape;3372;p39"/>
                <p:cNvSpPr/>
                <p:nvPr/>
              </p:nvSpPr>
              <p:spPr>
                <a:xfrm>
                  <a:off x="6749605" y="1940718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3" name="Google Shape;3373;p39"/>
                <p:cNvSpPr/>
                <p:nvPr/>
              </p:nvSpPr>
              <p:spPr>
                <a:xfrm>
                  <a:off x="6719887" y="1970531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4" name="Google Shape;3374;p39"/>
                <p:cNvSpPr/>
                <p:nvPr/>
              </p:nvSpPr>
              <p:spPr>
                <a:xfrm>
                  <a:off x="6749605" y="2029967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5" name="Google Shape;3375;p39"/>
                <p:cNvSpPr/>
                <p:nvPr/>
              </p:nvSpPr>
              <p:spPr>
                <a:xfrm>
                  <a:off x="6898481" y="22383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6" name="Google Shape;3376;p39"/>
                <p:cNvSpPr/>
                <p:nvPr/>
              </p:nvSpPr>
              <p:spPr>
                <a:xfrm>
                  <a:off x="6928294" y="22680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7" name="Google Shape;3377;p39"/>
                <p:cNvSpPr/>
                <p:nvPr/>
              </p:nvSpPr>
              <p:spPr>
                <a:xfrm>
                  <a:off x="7047357" y="2149030"/>
                  <a:ext cx="29718" cy="208406"/>
                </a:xfrm>
                <a:custGeom>
                  <a:rect b="b" l="l" r="r" t="t"/>
                  <a:pathLst>
                    <a:path extrusionOk="0" h="208406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08407"/>
                      </a:lnTo>
                      <a:lnTo>
                        <a:pt x="0" y="208407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8" name="Google Shape;3378;p39"/>
                <p:cNvSpPr/>
                <p:nvPr/>
              </p:nvSpPr>
              <p:spPr>
                <a:xfrm>
                  <a:off x="6958012" y="2297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9" name="Google Shape;3379;p39"/>
                <p:cNvSpPr/>
                <p:nvPr/>
              </p:nvSpPr>
              <p:spPr>
                <a:xfrm>
                  <a:off x="7017543" y="21193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80" name="Google Shape;3380;p39"/>
                <p:cNvSpPr/>
                <p:nvPr/>
              </p:nvSpPr>
              <p:spPr>
                <a:xfrm>
                  <a:off x="6987730" y="2149030"/>
                  <a:ext cx="29718" cy="148780"/>
                </a:xfrm>
                <a:custGeom>
                  <a:rect b="b" l="l" r="r" t="t"/>
                  <a:pathLst>
                    <a:path extrusionOk="0" h="148780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48781"/>
                      </a:lnTo>
                      <a:lnTo>
                        <a:pt x="0" y="14878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81" name="Google Shape;3381;p39"/>
                <p:cNvSpPr/>
                <p:nvPr/>
              </p:nvSpPr>
              <p:spPr>
                <a:xfrm>
                  <a:off x="6898481" y="2178843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82" name="Google Shape;3382;p39"/>
                <p:cNvSpPr/>
                <p:nvPr/>
              </p:nvSpPr>
              <p:spPr>
                <a:xfrm>
                  <a:off x="6749605" y="21788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83" name="Google Shape;3383;p39"/>
                <p:cNvSpPr/>
                <p:nvPr/>
              </p:nvSpPr>
              <p:spPr>
                <a:xfrm>
                  <a:off x="6779418" y="22086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84" name="Google Shape;3384;p39"/>
                <p:cNvSpPr/>
                <p:nvPr/>
              </p:nvSpPr>
              <p:spPr>
                <a:xfrm>
                  <a:off x="6809232" y="22383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85" name="Google Shape;3385;p39"/>
                <p:cNvSpPr/>
                <p:nvPr/>
              </p:nvSpPr>
              <p:spPr>
                <a:xfrm>
                  <a:off x="6838950" y="22680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86" name="Google Shape;3386;p39"/>
                <p:cNvSpPr/>
                <p:nvPr/>
              </p:nvSpPr>
              <p:spPr>
                <a:xfrm>
                  <a:off x="6958012" y="2149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87" name="Google Shape;3387;p39"/>
                <p:cNvSpPr/>
                <p:nvPr/>
              </p:nvSpPr>
              <p:spPr>
                <a:xfrm>
                  <a:off x="6690169" y="214903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88" name="Google Shape;3388;p39"/>
                <p:cNvSpPr/>
                <p:nvPr/>
              </p:nvSpPr>
              <p:spPr>
                <a:xfrm>
                  <a:off x="6898481" y="298246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89" name="Google Shape;3389;p39"/>
                <p:cNvSpPr/>
                <p:nvPr/>
              </p:nvSpPr>
              <p:spPr>
                <a:xfrm>
                  <a:off x="6928294" y="2833687"/>
                  <a:ext cx="29718" cy="148780"/>
                </a:xfrm>
                <a:custGeom>
                  <a:rect b="b" l="l" r="r" t="t"/>
                  <a:pathLst>
                    <a:path extrusionOk="0" h="148780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48780"/>
                      </a:lnTo>
                      <a:lnTo>
                        <a:pt x="0" y="148780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90" name="Google Shape;3390;p39"/>
                <p:cNvSpPr/>
                <p:nvPr/>
              </p:nvSpPr>
              <p:spPr>
                <a:xfrm>
                  <a:off x="6958012" y="2684906"/>
                  <a:ext cx="29718" cy="148780"/>
                </a:xfrm>
                <a:custGeom>
                  <a:rect b="b" l="l" r="r" t="t"/>
                  <a:pathLst>
                    <a:path extrusionOk="0" h="148780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48781"/>
                      </a:lnTo>
                      <a:lnTo>
                        <a:pt x="0" y="14878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91" name="Google Shape;3391;p39"/>
                <p:cNvSpPr/>
                <p:nvPr/>
              </p:nvSpPr>
              <p:spPr>
                <a:xfrm>
                  <a:off x="6987730" y="262528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92" name="Google Shape;3392;p39"/>
                <p:cNvSpPr/>
                <p:nvPr/>
              </p:nvSpPr>
              <p:spPr>
                <a:xfrm>
                  <a:off x="7017543" y="256584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93" name="Google Shape;3393;p39"/>
                <p:cNvSpPr/>
                <p:nvPr/>
              </p:nvSpPr>
              <p:spPr>
                <a:xfrm>
                  <a:off x="7047357" y="2476499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4"/>
                      </a:lnTo>
                      <a:lnTo>
                        <a:pt x="0" y="89344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94" name="Google Shape;3394;p39"/>
                <p:cNvSpPr/>
                <p:nvPr/>
              </p:nvSpPr>
              <p:spPr>
                <a:xfrm>
                  <a:off x="7077075" y="2357437"/>
                  <a:ext cx="29718" cy="119062"/>
                </a:xfrm>
                <a:custGeom>
                  <a:rect b="b" l="l" r="r" t="t"/>
                  <a:pathLst>
                    <a:path extrusionOk="0" h="119062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19063"/>
                      </a:lnTo>
                      <a:lnTo>
                        <a:pt x="0" y="119063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95" name="Google Shape;3395;p39"/>
                <p:cNvSpPr/>
                <p:nvPr/>
              </p:nvSpPr>
              <p:spPr>
                <a:xfrm>
                  <a:off x="6600825" y="2178843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96" name="Google Shape;3396;p39"/>
                <p:cNvSpPr/>
                <p:nvPr/>
              </p:nvSpPr>
              <p:spPr>
                <a:xfrm>
                  <a:off x="6779418" y="200024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97" name="Google Shape;3397;p39"/>
                <p:cNvSpPr/>
                <p:nvPr/>
              </p:nvSpPr>
              <p:spPr>
                <a:xfrm>
                  <a:off x="6749605" y="1970531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98" name="Google Shape;3398;p39"/>
                <p:cNvSpPr/>
                <p:nvPr/>
              </p:nvSpPr>
              <p:spPr>
                <a:xfrm>
                  <a:off x="6809232" y="20597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99" name="Google Shape;3399;p39"/>
                <p:cNvSpPr/>
                <p:nvPr/>
              </p:nvSpPr>
              <p:spPr>
                <a:xfrm>
                  <a:off x="6898481" y="214903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0" name="Google Shape;3400;p39"/>
                <p:cNvSpPr/>
                <p:nvPr/>
              </p:nvSpPr>
              <p:spPr>
                <a:xfrm>
                  <a:off x="6809232" y="20895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1" name="Google Shape;3401;p39"/>
                <p:cNvSpPr/>
                <p:nvPr/>
              </p:nvSpPr>
              <p:spPr>
                <a:xfrm>
                  <a:off x="6779418" y="20895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2" name="Google Shape;3402;p39"/>
                <p:cNvSpPr/>
                <p:nvPr/>
              </p:nvSpPr>
              <p:spPr>
                <a:xfrm>
                  <a:off x="6838950" y="2684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3" name="Google Shape;3403;p39"/>
                <p:cNvSpPr/>
                <p:nvPr/>
              </p:nvSpPr>
              <p:spPr>
                <a:xfrm>
                  <a:off x="6928294" y="2684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4" name="Google Shape;3404;p39"/>
                <p:cNvSpPr/>
                <p:nvPr/>
              </p:nvSpPr>
              <p:spPr>
                <a:xfrm>
                  <a:off x="6690169" y="2684906"/>
                  <a:ext cx="267842" cy="357187"/>
                </a:xfrm>
                <a:custGeom>
                  <a:rect b="b" l="l" r="r" t="t"/>
                  <a:pathLst>
                    <a:path extrusionOk="0" h="357187" w="267842">
                      <a:moveTo>
                        <a:pt x="0" y="238125"/>
                      </a:moveTo>
                      <a:lnTo>
                        <a:pt x="0" y="297561"/>
                      </a:lnTo>
                      <a:lnTo>
                        <a:pt x="29718" y="297561"/>
                      </a:lnTo>
                      <a:lnTo>
                        <a:pt x="29718" y="327374"/>
                      </a:lnTo>
                      <a:lnTo>
                        <a:pt x="89249" y="327374"/>
                      </a:lnTo>
                      <a:lnTo>
                        <a:pt x="89249" y="357188"/>
                      </a:lnTo>
                      <a:lnTo>
                        <a:pt x="148780" y="357188"/>
                      </a:lnTo>
                      <a:lnTo>
                        <a:pt x="148780" y="327374"/>
                      </a:lnTo>
                      <a:lnTo>
                        <a:pt x="208312" y="327374"/>
                      </a:lnTo>
                      <a:lnTo>
                        <a:pt x="208312" y="297561"/>
                      </a:lnTo>
                      <a:lnTo>
                        <a:pt x="238125" y="297561"/>
                      </a:lnTo>
                      <a:lnTo>
                        <a:pt x="238125" y="148780"/>
                      </a:lnTo>
                      <a:lnTo>
                        <a:pt x="267843" y="148780"/>
                      </a:lnTo>
                      <a:lnTo>
                        <a:pt x="267843" y="29718"/>
                      </a:lnTo>
                      <a:lnTo>
                        <a:pt x="238125" y="29718"/>
                      </a:lnTo>
                      <a:lnTo>
                        <a:pt x="238125" y="59436"/>
                      </a:lnTo>
                      <a:lnTo>
                        <a:pt x="178498" y="59436"/>
                      </a:lnTo>
                      <a:lnTo>
                        <a:pt x="178498" y="29718"/>
                      </a:lnTo>
                      <a:lnTo>
                        <a:pt x="148780" y="29718"/>
                      </a:lnTo>
                      <a:lnTo>
                        <a:pt x="148780" y="0"/>
                      </a:lnTo>
                      <a:lnTo>
                        <a:pt x="119063" y="0"/>
                      </a:lnTo>
                      <a:lnTo>
                        <a:pt x="119063" y="59436"/>
                      </a:lnTo>
                      <a:lnTo>
                        <a:pt x="89249" y="59436"/>
                      </a:lnTo>
                      <a:lnTo>
                        <a:pt x="89249" y="119063"/>
                      </a:lnTo>
                      <a:lnTo>
                        <a:pt x="59436" y="119063"/>
                      </a:lnTo>
                      <a:lnTo>
                        <a:pt x="59436" y="178498"/>
                      </a:lnTo>
                      <a:lnTo>
                        <a:pt x="29718" y="178498"/>
                      </a:lnTo>
                      <a:lnTo>
                        <a:pt x="29718" y="238125"/>
                      </a:lnTo>
                      <a:lnTo>
                        <a:pt x="0" y="238125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5" name="Google Shape;3405;p39"/>
                <p:cNvSpPr/>
                <p:nvPr/>
              </p:nvSpPr>
              <p:spPr>
                <a:xfrm>
                  <a:off x="6868668" y="271462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6" name="Google Shape;3406;p39"/>
                <p:cNvSpPr/>
                <p:nvPr/>
              </p:nvSpPr>
              <p:spPr>
                <a:xfrm>
                  <a:off x="6838950" y="2387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7" name="Google Shape;3407;p39"/>
                <p:cNvSpPr/>
                <p:nvPr/>
              </p:nvSpPr>
              <p:spPr>
                <a:xfrm>
                  <a:off x="6868668" y="24169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8" name="Google Shape;3408;p39"/>
                <p:cNvSpPr/>
                <p:nvPr/>
              </p:nvSpPr>
              <p:spPr>
                <a:xfrm>
                  <a:off x="6630447" y="2119407"/>
                  <a:ext cx="446055" cy="595122"/>
                </a:xfrm>
                <a:custGeom>
                  <a:rect b="b" l="l" r="r" t="t"/>
                  <a:pathLst>
                    <a:path extrusionOk="0" h="595122" w="446055">
                      <a:moveTo>
                        <a:pt x="95" y="89249"/>
                      </a:moveTo>
                      <a:lnTo>
                        <a:pt x="95" y="178594"/>
                      </a:lnTo>
                      <a:lnTo>
                        <a:pt x="29813" y="178594"/>
                      </a:lnTo>
                      <a:lnTo>
                        <a:pt x="29813" y="208312"/>
                      </a:lnTo>
                      <a:lnTo>
                        <a:pt x="59531" y="208312"/>
                      </a:lnTo>
                      <a:lnTo>
                        <a:pt x="59531" y="238030"/>
                      </a:lnTo>
                      <a:lnTo>
                        <a:pt x="89249" y="238030"/>
                      </a:lnTo>
                      <a:lnTo>
                        <a:pt x="89249" y="267748"/>
                      </a:lnTo>
                      <a:lnTo>
                        <a:pt x="118967" y="267748"/>
                      </a:lnTo>
                      <a:lnTo>
                        <a:pt x="118967" y="297466"/>
                      </a:lnTo>
                      <a:lnTo>
                        <a:pt x="148685" y="297466"/>
                      </a:lnTo>
                      <a:lnTo>
                        <a:pt x="148685" y="356997"/>
                      </a:lnTo>
                      <a:lnTo>
                        <a:pt x="178403" y="356997"/>
                      </a:lnTo>
                      <a:lnTo>
                        <a:pt x="178403" y="446342"/>
                      </a:lnTo>
                      <a:lnTo>
                        <a:pt x="208121" y="446342"/>
                      </a:lnTo>
                      <a:lnTo>
                        <a:pt x="208121" y="565404"/>
                      </a:lnTo>
                      <a:lnTo>
                        <a:pt x="237839" y="565404"/>
                      </a:lnTo>
                      <a:lnTo>
                        <a:pt x="237839" y="595122"/>
                      </a:lnTo>
                      <a:lnTo>
                        <a:pt x="297371" y="595122"/>
                      </a:lnTo>
                      <a:lnTo>
                        <a:pt x="297371" y="565404"/>
                      </a:lnTo>
                      <a:lnTo>
                        <a:pt x="356902" y="565404"/>
                      </a:lnTo>
                      <a:lnTo>
                        <a:pt x="356902" y="505873"/>
                      </a:lnTo>
                      <a:lnTo>
                        <a:pt x="386620" y="505873"/>
                      </a:lnTo>
                      <a:lnTo>
                        <a:pt x="386620" y="446342"/>
                      </a:lnTo>
                      <a:lnTo>
                        <a:pt x="416338" y="446342"/>
                      </a:lnTo>
                      <a:lnTo>
                        <a:pt x="416338" y="356997"/>
                      </a:lnTo>
                      <a:lnTo>
                        <a:pt x="446056" y="356997"/>
                      </a:lnTo>
                      <a:lnTo>
                        <a:pt x="446056" y="237934"/>
                      </a:lnTo>
                      <a:lnTo>
                        <a:pt x="416338" y="237934"/>
                      </a:lnTo>
                      <a:lnTo>
                        <a:pt x="416338" y="29527"/>
                      </a:lnTo>
                      <a:lnTo>
                        <a:pt x="386620" y="29527"/>
                      </a:lnTo>
                      <a:lnTo>
                        <a:pt x="386620" y="178308"/>
                      </a:lnTo>
                      <a:lnTo>
                        <a:pt x="356902" y="178308"/>
                      </a:lnTo>
                      <a:lnTo>
                        <a:pt x="356902" y="208026"/>
                      </a:lnTo>
                      <a:lnTo>
                        <a:pt x="327184" y="208026"/>
                      </a:lnTo>
                      <a:lnTo>
                        <a:pt x="327184" y="178308"/>
                      </a:lnTo>
                      <a:lnTo>
                        <a:pt x="297466" y="178308"/>
                      </a:lnTo>
                      <a:lnTo>
                        <a:pt x="297466" y="148590"/>
                      </a:lnTo>
                      <a:lnTo>
                        <a:pt x="267748" y="148590"/>
                      </a:lnTo>
                      <a:lnTo>
                        <a:pt x="267748" y="118872"/>
                      </a:lnTo>
                      <a:lnTo>
                        <a:pt x="238030" y="118872"/>
                      </a:lnTo>
                      <a:lnTo>
                        <a:pt x="238030" y="89154"/>
                      </a:lnTo>
                      <a:lnTo>
                        <a:pt x="208312" y="89154"/>
                      </a:lnTo>
                      <a:lnTo>
                        <a:pt x="208312" y="59436"/>
                      </a:lnTo>
                      <a:lnTo>
                        <a:pt x="267843" y="59436"/>
                      </a:lnTo>
                      <a:lnTo>
                        <a:pt x="267843" y="29718"/>
                      </a:lnTo>
                      <a:lnTo>
                        <a:pt x="178499" y="29718"/>
                      </a:lnTo>
                      <a:lnTo>
                        <a:pt x="178499" y="59436"/>
                      </a:lnTo>
                      <a:lnTo>
                        <a:pt x="148781" y="59436"/>
                      </a:lnTo>
                      <a:lnTo>
                        <a:pt x="148781" y="89154"/>
                      </a:lnTo>
                      <a:lnTo>
                        <a:pt x="178499" y="89154"/>
                      </a:lnTo>
                      <a:lnTo>
                        <a:pt x="178499" y="118872"/>
                      </a:lnTo>
                      <a:lnTo>
                        <a:pt x="208217" y="118872"/>
                      </a:lnTo>
                      <a:lnTo>
                        <a:pt x="208217" y="148590"/>
                      </a:lnTo>
                      <a:lnTo>
                        <a:pt x="237935" y="148590"/>
                      </a:lnTo>
                      <a:lnTo>
                        <a:pt x="237935" y="178308"/>
                      </a:lnTo>
                      <a:lnTo>
                        <a:pt x="208217" y="178308"/>
                      </a:lnTo>
                      <a:lnTo>
                        <a:pt x="208217" y="148590"/>
                      </a:lnTo>
                      <a:lnTo>
                        <a:pt x="178499" y="148590"/>
                      </a:lnTo>
                      <a:lnTo>
                        <a:pt x="178499" y="118872"/>
                      </a:lnTo>
                      <a:lnTo>
                        <a:pt x="148781" y="118872"/>
                      </a:lnTo>
                      <a:lnTo>
                        <a:pt x="148781" y="89154"/>
                      </a:lnTo>
                      <a:lnTo>
                        <a:pt x="119063" y="89154"/>
                      </a:lnTo>
                      <a:lnTo>
                        <a:pt x="119063" y="59436"/>
                      </a:lnTo>
                      <a:lnTo>
                        <a:pt x="148781" y="59436"/>
                      </a:lnTo>
                      <a:lnTo>
                        <a:pt x="148781" y="29718"/>
                      </a:lnTo>
                      <a:lnTo>
                        <a:pt x="178499" y="29718"/>
                      </a:lnTo>
                      <a:lnTo>
                        <a:pt x="178499" y="0"/>
                      </a:lnTo>
                      <a:lnTo>
                        <a:pt x="118967" y="0"/>
                      </a:lnTo>
                      <a:lnTo>
                        <a:pt x="118967" y="29718"/>
                      </a:lnTo>
                      <a:lnTo>
                        <a:pt x="89249" y="29718"/>
                      </a:lnTo>
                      <a:lnTo>
                        <a:pt x="89249" y="119063"/>
                      </a:lnTo>
                      <a:lnTo>
                        <a:pt x="118967" y="119063"/>
                      </a:lnTo>
                      <a:lnTo>
                        <a:pt x="118967" y="148780"/>
                      </a:lnTo>
                      <a:lnTo>
                        <a:pt x="148685" y="148780"/>
                      </a:lnTo>
                      <a:lnTo>
                        <a:pt x="148685" y="208312"/>
                      </a:lnTo>
                      <a:lnTo>
                        <a:pt x="178403" y="208312"/>
                      </a:lnTo>
                      <a:lnTo>
                        <a:pt x="178403" y="238030"/>
                      </a:lnTo>
                      <a:lnTo>
                        <a:pt x="148685" y="238030"/>
                      </a:lnTo>
                      <a:lnTo>
                        <a:pt x="148685" y="208312"/>
                      </a:lnTo>
                      <a:lnTo>
                        <a:pt x="89154" y="208312"/>
                      </a:lnTo>
                      <a:lnTo>
                        <a:pt x="89154" y="178594"/>
                      </a:lnTo>
                      <a:lnTo>
                        <a:pt x="59436" y="178594"/>
                      </a:lnTo>
                      <a:lnTo>
                        <a:pt x="59436" y="148876"/>
                      </a:lnTo>
                      <a:lnTo>
                        <a:pt x="29718" y="148876"/>
                      </a:lnTo>
                      <a:lnTo>
                        <a:pt x="29718" y="89344"/>
                      </a:lnTo>
                      <a:lnTo>
                        <a:pt x="0" y="89344"/>
                      </a:lnTo>
                      <a:close/>
                      <a:moveTo>
                        <a:pt x="208502" y="267843"/>
                      </a:moveTo>
                      <a:lnTo>
                        <a:pt x="238220" y="267843"/>
                      </a:lnTo>
                      <a:lnTo>
                        <a:pt x="238220" y="297561"/>
                      </a:lnTo>
                      <a:lnTo>
                        <a:pt x="267938" y="297561"/>
                      </a:lnTo>
                      <a:lnTo>
                        <a:pt x="267938" y="327279"/>
                      </a:lnTo>
                      <a:lnTo>
                        <a:pt x="297656" y="327279"/>
                      </a:lnTo>
                      <a:lnTo>
                        <a:pt x="297656" y="386810"/>
                      </a:lnTo>
                      <a:lnTo>
                        <a:pt x="267938" y="386810"/>
                      </a:lnTo>
                      <a:lnTo>
                        <a:pt x="267938" y="327279"/>
                      </a:lnTo>
                      <a:lnTo>
                        <a:pt x="238220" y="327279"/>
                      </a:lnTo>
                      <a:lnTo>
                        <a:pt x="238220" y="297561"/>
                      </a:lnTo>
                      <a:lnTo>
                        <a:pt x="208502" y="297561"/>
                      </a:lnTo>
                      <a:lnTo>
                        <a:pt x="208502" y="267843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9" name="Google Shape;3409;p39"/>
                <p:cNvSpPr/>
                <p:nvPr/>
              </p:nvSpPr>
              <p:spPr>
                <a:xfrm>
                  <a:off x="6898481" y="2446781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0" name="Google Shape;3410;p39"/>
                <p:cNvSpPr/>
                <p:nvPr/>
              </p:nvSpPr>
              <p:spPr>
                <a:xfrm rot="10800000">
                  <a:off x="6868858" y="238725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1" name="Google Shape;3411;p39"/>
                <p:cNvSpPr/>
                <p:nvPr/>
              </p:nvSpPr>
              <p:spPr>
                <a:xfrm rot="10800000">
                  <a:off x="6838950" y="23574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2" name="Google Shape;3412;p39"/>
                <p:cNvSpPr/>
                <p:nvPr/>
              </p:nvSpPr>
              <p:spPr>
                <a:xfrm rot="10800000">
                  <a:off x="6928294" y="238725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3" name="Google Shape;3413;p39"/>
                <p:cNvSpPr/>
                <p:nvPr/>
              </p:nvSpPr>
              <p:spPr>
                <a:xfrm rot="10800000">
                  <a:off x="6958012" y="238725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4" name="Google Shape;3414;p39"/>
                <p:cNvSpPr/>
                <p:nvPr/>
              </p:nvSpPr>
              <p:spPr>
                <a:xfrm rot="10800000">
                  <a:off x="6958012" y="23574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5" name="Google Shape;3415;p39"/>
                <p:cNvSpPr/>
                <p:nvPr/>
              </p:nvSpPr>
              <p:spPr>
                <a:xfrm rot="10800000">
                  <a:off x="6987921" y="2297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6" name="Google Shape;3416;p39"/>
                <p:cNvSpPr/>
                <p:nvPr/>
              </p:nvSpPr>
              <p:spPr>
                <a:xfrm rot="10800000">
                  <a:off x="6779418" y="21788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7" name="Google Shape;3417;p39"/>
                <p:cNvSpPr/>
                <p:nvPr/>
              </p:nvSpPr>
              <p:spPr>
                <a:xfrm rot="10800000">
                  <a:off x="6779418" y="2297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8" name="Google Shape;3418;p39"/>
                <p:cNvSpPr/>
                <p:nvPr/>
              </p:nvSpPr>
              <p:spPr>
                <a:xfrm rot="10800000">
                  <a:off x="6749796" y="22383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9" name="Google Shape;3419;p39"/>
                <p:cNvSpPr/>
                <p:nvPr/>
              </p:nvSpPr>
              <p:spPr>
                <a:xfrm rot="10800000">
                  <a:off x="6749796" y="238725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0" name="Google Shape;3420;p39"/>
                <p:cNvSpPr/>
                <p:nvPr/>
              </p:nvSpPr>
              <p:spPr>
                <a:xfrm rot="10800000">
                  <a:off x="6779418" y="244668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1" name="Google Shape;3421;p39"/>
                <p:cNvSpPr/>
                <p:nvPr/>
              </p:nvSpPr>
              <p:spPr>
                <a:xfrm rot="10800000">
                  <a:off x="6809232" y="250631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2" name="Google Shape;3422;p39"/>
                <p:cNvSpPr/>
                <p:nvPr/>
              </p:nvSpPr>
              <p:spPr>
                <a:xfrm rot="10800000">
                  <a:off x="6809232" y="2684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3" name="Google Shape;3423;p39"/>
                <p:cNvSpPr/>
                <p:nvPr/>
              </p:nvSpPr>
              <p:spPr>
                <a:xfrm rot="10800000">
                  <a:off x="6838950" y="271462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4" name="Google Shape;3424;p39"/>
                <p:cNvSpPr/>
                <p:nvPr/>
              </p:nvSpPr>
              <p:spPr>
                <a:xfrm rot="10800000">
                  <a:off x="6868763" y="2744533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5" name="Google Shape;3425;p39"/>
                <p:cNvSpPr/>
                <p:nvPr/>
              </p:nvSpPr>
              <p:spPr>
                <a:xfrm rot="10800000">
                  <a:off x="6779418" y="274453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6" name="Google Shape;3426;p39"/>
                <p:cNvSpPr/>
                <p:nvPr/>
              </p:nvSpPr>
              <p:spPr>
                <a:xfrm rot="10800000">
                  <a:off x="6749796" y="2803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7" name="Google Shape;3427;p39"/>
                <p:cNvSpPr/>
                <p:nvPr/>
              </p:nvSpPr>
              <p:spPr>
                <a:xfrm rot="10800000">
                  <a:off x="6719887" y="286359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8" name="Google Shape;3428;p39"/>
                <p:cNvSpPr/>
                <p:nvPr/>
              </p:nvSpPr>
              <p:spPr>
                <a:xfrm rot="10800000">
                  <a:off x="6779418" y="298265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9" name="Google Shape;3429;p39"/>
                <p:cNvSpPr/>
                <p:nvPr/>
              </p:nvSpPr>
              <p:spPr>
                <a:xfrm rot="10800000">
                  <a:off x="6838950" y="298265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0" name="Google Shape;3430;p39"/>
                <p:cNvSpPr/>
                <p:nvPr/>
              </p:nvSpPr>
              <p:spPr>
                <a:xfrm rot="10800000">
                  <a:off x="6809232" y="29527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1" name="Google Shape;3431;p39"/>
                <p:cNvSpPr/>
                <p:nvPr/>
              </p:nvSpPr>
              <p:spPr>
                <a:xfrm rot="10800000">
                  <a:off x="6868858" y="29527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2" name="Google Shape;3432;p39"/>
                <p:cNvSpPr/>
                <p:nvPr/>
              </p:nvSpPr>
              <p:spPr>
                <a:xfrm rot="10800000">
                  <a:off x="6898481" y="29230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3" name="Google Shape;3433;p39"/>
                <p:cNvSpPr/>
                <p:nvPr/>
              </p:nvSpPr>
              <p:spPr>
                <a:xfrm rot="10800000">
                  <a:off x="6749796" y="29527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4" name="Google Shape;3434;p39"/>
                <p:cNvSpPr/>
                <p:nvPr/>
              </p:nvSpPr>
              <p:spPr>
                <a:xfrm rot="10800000">
                  <a:off x="6779418" y="29230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5" name="Google Shape;3435;p39"/>
                <p:cNvSpPr/>
                <p:nvPr/>
              </p:nvSpPr>
              <p:spPr>
                <a:xfrm rot="10800000">
                  <a:off x="6719887" y="29230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6" name="Google Shape;3436;p39"/>
                <p:cNvSpPr/>
                <p:nvPr/>
              </p:nvSpPr>
              <p:spPr>
                <a:xfrm rot="10800000">
                  <a:off x="6690169" y="292293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7" name="Google Shape;3437;p39"/>
                <p:cNvSpPr/>
                <p:nvPr/>
              </p:nvSpPr>
              <p:spPr>
                <a:xfrm rot="10800000">
                  <a:off x="6719887" y="295274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8" name="Google Shape;3438;p39"/>
                <p:cNvSpPr/>
                <p:nvPr/>
              </p:nvSpPr>
              <p:spPr>
                <a:xfrm rot="10800000">
                  <a:off x="6779418" y="301228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9" name="Google Shape;3439;p39"/>
                <p:cNvSpPr/>
                <p:nvPr/>
              </p:nvSpPr>
              <p:spPr>
                <a:xfrm rot="10800000">
                  <a:off x="6719887" y="23574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40" name="Google Shape;3440;p39"/>
                <p:cNvSpPr/>
                <p:nvPr/>
              </p:nvSpPr>
              <p:spPr>
                <a:xfrm rot="10800000">
                  <a:off x="6690169" y="232762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41" name="Google Shape;3441;p39"/>
                <p:cNvSpPr/>
                <p:nvPr/>
              </p:nvSpPr>
              <p:spPr>
                <a:xfrm rot="10800000">
                  <a:off x="6660356" y="2297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42" name="Google Shape;3442;p39"/>
                <p:cNvSpPr/>
                <p:nvPr/>
              </p:nvSpPr>
              <p:spPr>
                <a:xfrm rot="10800000">
                  <a:off x="6630733" y="223837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43" name="Google Shape;3443;p39"/>
                <p:cNvSpPr/>
                <p:nvPr/>
              </p:nvSpPr>
              <p:spPr>
                <a:xfrm rot="10800000">
                  <a:off x="6719887" y="220856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44" name="Google Shape;3444;p39"/>
                <p:cNvSpPr/>
                <p:nvPr/>
              </p:nvSpPr>
              <p:spPr>
                <a:xfrm rot="10800000">
                  <a:off x="6719887" y="214912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45" name="Google Shape;3445;p39"/>
                <p:cNvSpPr/>
                <p:nvPr/>
              </p:nvSpPr>
              <p:spPr>
                <a:xfrm rot="10800000">
                  <a:off x="6749796" y="21193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46" name="Google Shape;3446;p39"/>
                <p:cNvSpPr/>
                <p:nvPr/>
              </p:nvSpPr>
              <p:spPr>
                <a:xfrm rot="10800000">
                  <a:off x="6898481" y="2416968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447" name="Google Shape;3447;p39"/>
          <p:cNvSpPr txBox="1"/>
          <p:nvPr>
            <p:ph type="title"/>
          </p:nvPr>
        </p:nvSpPr>
        <p:spPr>
          <a:xfrm>
            <a:off x="522150" y="4631875"/>
            <a:ext cx="3358800" cy="2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Dev: </a:t>
            </a:r>
            <a:r>
              <a:rPr lang="en" sz="1000">
                <a:solidFill>
                  <a:schemeClr val="lt2"/>
                </a:solidFill>
              </a:rPr>
              <a:t>Armin Memišević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1" name="Shape 3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2" name="Google Shape;3452;p40"/>
          <p:cNvSpPr txBox="1"/>
          <p:nvPr>
            <p:ph type="title"/>
          </p:nvPr>
        </p:nvSpPr>
        <p:spPr>
          <a:xfrm>
            <a:off x="713225" y="177875"/>
            <a:ext cx="84309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Game Engine - </a:t>
            </a:r>
            <a:r>
              <a:rPr lang="en" sz="2000"/>
              <a:t>Core Algorithm</a:t>
            </a:r>
            <a:endParaRPr sz="2000"/>
          </a:p>
        </p:txBody>
      </p:sp>
      <p:sp>
        <p:nvSpPr>
          <p:cNvPr id="3453" name="Google Shape;3453;p40"/>
          <p:cNvSpPr txBox="1"/>
          <p:nvPr>
            <p:ph idx="1" type="body"/>
          </p:nvPr>
        </p:nvSpPr>
        <p:spPr>
          <a:xfrm>
            <a:off x="110700" y="776925"/>
            <a:ext cx="4461300" cy="37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➔"/>
            </a:pPr>
            <a:r>
              <a:rPr b="1" lang="en" sz="1400">
                <a:solidFill>
                  <a:schemeClr val="lt2"/>
                </a:solidFill>
              </a:rPr>
              <a:t>Minimax Algorithm</a:t>
            </a:r>
            <a:endParaRPr b="1" sz="1400">
              <a:solidFill>
                <a:schemeClr val="lt2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◆"/>
            </a:pPr>
            <a:r>
              <a:rPr lang="en"/>
              <a:t>What: The core decision-making logic that predicts future game states.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◆"/>
            </a:pPr>
            <a:r>
              <a:rPr lang="en"/>
              <a:t>How: It recursively simulates moves. It assumes the AI wants to maximize the score and the opponent wants to minimize it.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➔"/>
            </a:pPr>
            <a:r>
              <a:rPr b="1" lang="en" sz="1400">
                <a:solidFill>
                  <a:schemeClr val="accent3"/>
                </a:solidFill>
              </a:rPr>
              <a:t>Alpha-Beta Pruning</a:t>
            </a:r>
            <a:endParaRPr b="1" sz="1400">
              <a:solidFill>
                <a:schemeClr val="accent3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◆"/>
            </a:pPr>
            <a:r>
              <a:rPr lang="en"/>
              <a:t>What: An optimization to make the search faster.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◆"/>
            </a:pPr>
            <a:r>
              <a:rPr lang="en"/>
              <a:t>How: If the AI finds a move that is clearly worse than a previous option, it immediately stops searching that branch (the if (alpha &gt;= beta) break; line).</a:t>
            </a:r>
            <a:endParaRPr/>
          </a:p>
        </p:txBody>
      </p:sp>
      <p:pic>
        <p:nvPicPr>
          <p:cNvPr id="3454" name="Google Shape;3454;p40" title="snippet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609175"/>
            <a:ext cx="4461302" cy="430663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35000"/>
              </a:scheme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8" name="Shape 3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9" name="Google Shape;3459;p41"/>
          <p:cNvSpPr txBox="1"/>
          <p:nvPr>
            <p:ph type="title"/>
          </p:nvPr>
        </p:nvSpPr>
        <p:spPr>
          <a:xfrm>
            <a:off x="513950" y="177875"/>
            <a:ext cx="86301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Game Engine - </a:t>
            </a:r>
            <a:r>
              <a:rPr lang="en" sz="1500"/>
              <a:t>Search Constraints &amp; Difficulty Scaling.</a:t>
            </a:r>
            <a:endParaRPr sz="1500"/>
          </a:p>
        </p:txBody>
      </p:sp>
      <p:sp>
        <p:nvSpPr>
          <p:cNvPr id="3460" name="Google Shape;3460;p41"/>
          <p:cNvSpPr txBox="1"/>
          <p:nvPr>
            <p:ph idx="1" type="body"/>
          </p:nvPr>
        </p:nvSpPr>
        <p:spPr>
          <a:xfrm>
            <a:off x="71600" y="726800"/>
            <a:ext cx="4461300" cy="42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➔"/>
            </a:pPr>
            <a:r>
              <a:rPr b="1" lang="en" sz="1200">
                <a:solidFill>
                  <a:schemeClr val="accent3"/>
                </a:solidFill>
              </a:rPr>
              <a:t>Search Depth</a:t>
            </a:r>
            <a:endParaRPr b="1" sz="1200">
              <a:solidFill>
                <a:schemeClr val="accent3"/>
              </a:solidFill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◆"/>
            </a:pPr>
            <a:r>
              <a:rPr lang="en" sz="1200"/>
              <a:t>What: Determines how many moves into the future the AI looks.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◆"/>
            </a:pPr>
            <a:r>
              <a:rPr lang="en" sz="1200"/>
              <a:t>H</a:t>
            </a:r>
            <a:r>
              <a:rPr lang="en" sz="1200"/>
              <a:t>ow: * Easy: 2 moves ahead. Fast, but misses long-term traps.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◆"/>
            </a:pPr>
            <a:r>
              <a:rPr lang="en" sz="1200"/>
              <a:t>Medium/Hard: 3 moves ahead. This is the "sweet spot" for high-level play without long wait times.</a:t>
            </a:r>
            <a:endParaRPr sz="1200"/>
          </a:p>
          <a:p>
            <a:pPr indent="-3048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88038"/>
              </a:buClr>
              <a:buSzPts val="1200"/>
              <a:buChar char="➔"/>
            </a:pPr>
            <a:r>
              <a:rPr b="1" lang="en" sz="1200">
                <a:solidFill>
                  <a:srgbClr val="188038"/>
                </a:solidFill>
              </a:rPr>
              <a:t>Move Capping</a:t>
            </a:r>
            <a:endParaRPr b="1" sz="1200">
              <a:solidFill>
                <a:srgbClr val="188038"/>
              </a:solidFill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◆"/>
            </a:pPr>
            <a:r>
              <a:rPr lang="en" sz="1200"/>
              <a:t>What: Limits the "Branching Factor" (the number of moves explored per turn).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◆"/>
            </a:pPr>
            <a:r>
              <a:rPr lang="en" sz="1200"/>
              <a:t>How: * In Amazons, one turn can have hundreds of possibilities. We cap this at 100–150 moves depending on difficulty.</a:t>
            </a:r>
            <a:endParaRPr sz="1200"/>
          </a:p>
          <a:p>
            <a:pPr indent="-3048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Why: This prevents the AI from "over-thinking" irrelevant moves, keeping the performance cost low and the game responsive even on weaker hardware.</a:t>
            </a:r>
            <a:endParaRPr sz="1200"/>
          </a:p>
        </p:txBody>
      </p:sp>
      <p:pic>
        <p:nvPicPr>
          <p:cNvPr id="3461" name="Google Shape;3461;p41" title="snippet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076438"/>
            <a:ext cx="4267200" cy="29906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3462" name="Google Shape;3462;p41"/>
          <p:cNvSpPr/>
          <p:nvPr/>
        </p:nvSpPr>
        <p:spPr>
          <a:xfrm>
            <a:off x="5142400" y="2749068"/>
            <a:ext cx="3602100" cy="1139700"/>
          </a:xfrm>
          <a:prstGeom prst="rect">
            <a:avLst/>
          </a:prstGeom>
          <a:noFill/>
          <a:ln cap="flat" cmpd="sng" w="9525">
            <a:solidFill>
              <a:srgbClr val="0078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63" name="Google Shape;3463;p41"/>
          <p:cNvSpPr/>
          <p:nvPr/>
        </p:nvSpPr>
        <p:spPr>
          <a:xfrm>
            <a:off x="5142400" y="1515393"/>
            <a:ext cx="3086400" cy="11397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7" name="Shape 3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8" name="Google Shape;3468;p42"/>
          <p:cNvSpPr txBox="1"/>
          <p:nvPr>
            <p:ph type="title"/>
          </p:nvPr>
        </p:nvSpPr>
        <p:spPr>
          <a:xfrm>
            <a:off x="713225" y="177875"/>
            <a:ext cx="84309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Game Engine - Heuristic Evaluation</a:t>
            </a:r>
            <a:endParaRPr sz="1900"/>
          </a:p>
        </p:txBody>
      </p:sp>
      <p:sp>
        <p:nvSpPr>
          <p:cNvPr id="3469" name="Google Shape;3469;p42"/>
          <p:cNvSpPr txBox="1"/>
          <p:nvPr>
            <p:ph idx="1" type="body"/>
          </p:nvPr>
        </p:nvSpPr>
        <p:spPr>
          <a:xfrm>
            <a:off x="179925" y="783925"/>
            <a:ext cx="4461300" cy="37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➔"/>
            </a:pPr>
            <a:r>
              <a:rPr b="1" lang="en" sz="1400">
                <a:solidFill>
                  <a:schemeClr val="lt2"/>
                </a:solidFill>
              </a:rPr>
              <a:t>Territory Score (Hard Mode)</a:t>
            </a:r>
            <a:endParaRPr b="1" sz="1400">
              <a:solidFill>
                <a:schemeClr val="lt2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◆"/>
            </a:pPr>
            <a:r>
              <a:rPr lang="en"/>
              <a:t>What: Calculates which player "owns" more of the board.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◆"/>
            </a:pPr>
            <a:r>
              <a:rPr lang="en"/>
              <a:t>How: Uses a Flood Fill algorithm (BFS) to count how many tiles our Queens can reach before the opponent.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88038"/>
              </a:buClr>
              <a:buSzPts val="1400"/>
              <a:buChar char="➔"/>
            </a:pPr>
            <a:r>
              <a:rPr b="1" lang="en" sz="1400">
                <a:solidFill>
                  <a:srgbClr val="188038"/>
                </a:solidFill>
              </a:rPr>
              <a:t>Spatial Influence (Medium &amp; Hard)</a:t>
            </a:r>
            <a:endParaRPr b="1" sz="1400">
              <a:solidFill>
                <a:srgbClr val="188038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◆"/>
            </a:pPr>
            <a:r>
              <a:rPr lang="en"/>
              <a:t>What: Encourages the AI to control the center of the board.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◆"/>
            </a:pPr>
            <a:r>
              <a:rPr lang="en"/>
              <a:t>How: Calculates distance from the center. Center squares give higher scores; corners give lower scores.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3470" name="Google Shape;3470;p42" title="snippe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5025" y="553450"/>
            <a:ext cx="4057623" cy="212237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35000"/>
              </a:schemeClr>
            </a:outerShdw>
          </a:effectLst>
        </p:spPr>
      </p:pic>
      <p:pic>
        <p:nvPicPr>
          <p:cNvPr id="3471" name="Google Shape;3471;p42" title="snippet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0350" y="2431425"/>
            <a:ext cx="3810249" cy="22220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35000"/>
              </a:schemeClr>
            </a:outerShdw>
          </a:effectLst>
        </p:spPr>
      </p:pic>
      <p:cxnSp>
        <p:nvCxnSpPr>
          <p:cNvPr id="3472" name="Google Shape;3472;p42"/>
          <p:cNvCxnSpPr/>
          <p:nvPr/>
        </p:nvCxnSpPr>
        <p:spPr>
          <a:xfrm>
            <a:off x="3165450" y="1010350"/>
            <a:ext cx="18387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3473" name="Google Shape;3473;p42"/>
          <p:cNvCxnSpPr/>
          <p:nvPr/>
        </p:nvCxnSpPr>
        <p:spPr>
          <a:xfrm>
            <a:off x="3673075" y="2841684"/>
            <a:ext cx="1325700" cy="0"/>
          </a:xfrm>
          <a:prstGeom prst="straightConnector1">
            <a:avLst/>
          </a:prstGeom>
          <a:noFill/>
          <a:ln cap="flat" cmpd="sng" w="28575">
            <a:solidFill>
              <a:srgbClr val="00785A"/>
            </a:solidFill>
            <a:prstDash val="solid"/>
            <a:round/>
            <a:headEnd len="med" w="med" type="oval"/>
            <a:tailEnd len="med" w="med" type="stealth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7" name="Shape 3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8" name="Google Shape;3478;p43"/>
          <p:cNvSpPr txBox="1"/>
          <p:nvPr>
            <p:ph type="title"/>
          </p:nvPr>
        </p:nvSpPr>
        <p:spPr>
          <a:xfrm>
            <a:off x="465500" y="228000"/>
            <a:ext cx="87228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Game Engine - </a:t>
            </a:r>
            <a:r>
              <a:rPr lang="en" sz="1400"/>
              <a:t>Performance &amp; Difficulty Handling</a:t>
            </a:r>
            <a:endParaRPr sz="1400"/>
          </a:p>
        </p:txBody>
      </p:sp>
      <p:sp>
        <p:nvSpPr>
          <p:cNvPr id="3479" name="Google Shape;3479;p43"/>
          <p:cNvSpPr txBox="1"/>
          <p:nvPr>
            <p:ph idx="1" type="body"/>
          </p:nvPr>
        </p:nvSpPr>
        <p:spPr>
          <a:xfrm>
            <a:off x="0" y="694800"/>
            <a:ext cx="4461300" cy="42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➔"/>
            </a:pPr>
            <a:r>
              <a:rPr b="1" lang="en" sz="1200">
                <a:solidFill>
                  <a:schemeClr val="lt2"/>
                </a:solidFill>
              </a:rPr>
              <a:t>Move Ordering</a:t>
            </a:r>
            <a:endParaRPr b="1" sz="1200">
              <a:solidFill>
                <a:schemeClr val="lt2"/>
              </a:solidFill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◆"/>
            </a:pPr>
            <a:r>
              <a:rPr lang="en" sz="1200"/>
              <a:t>What: Speeds up the AI by guessing which moves are best before checking them fully.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◆"/>
            </a:pPr>
            <a:r>
              <a:rPr lang="en" sz="1200"/>
              <a:t>How: We calculate a quick heuristic score for all moves and sort them. Checking good moves first makes Alpha-Beta pruning much more effective.</a:t>
            </a:r>
            <a:endParaRPr sz="1200"/>
          </a:p>
          <a:p>
            <a:pPr indent="-3048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➔"/>
            </a:pPr>
            <a:r>
              <a:rPr b="1" lang="en" sz="1200">
                <a:solidFill>
                  <a:schemeClr val="accent3"/>
                </a:solidFill>
              </a:rPr>
              <a:t>Selective Deepening (Hard Mode)</a:t>
            </a:r>
            <a:endParaRPr b="1" sz="1200">
              <a:solidFill>
                <a:schemeClr val="accent3"/>
              </a:solidFill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◆"/>
            </a:pPr>
            <a:r>
              <a:rPr lang="en" sz="1200"/>
              <a:t>What: Allows "Hard" difficulty to be smart but still responsive (fast).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◆"/>
            </a:pPr>
            <a:r>
              <a:rPr lang="en" sz="1200"/>
              <a:t>How:</a:t>
            </a:r>
            <a:endParaRPr sz="1200"/>
          </a:p>
          <a:p>
            <a:pPr indent="-3048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The Top 6 moves are searched to Full Depth (Deep).</a:t>
            </a:r>
            <a:endParaRPr sz="1200"/>
          </a:p>
          <a:p>
            <a:pPr indent="-3048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The remaining moves are searched to Shallow Depth (Fast).</a:t>
            </a:r>
            <a:endParaRPr sz="1200"/>
          </a:p>
          <a:p>
            <a:pPr indent="-3048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This avoids wasting time on obviously bad moves.</a:t>
            </a:r>
            <a:endParaRPr sz="1200"/>
          </a:p>
        </p:txBody>
      </p:sp>
      <p:pic>
        <p:nvPicPr>
          <p:cNvPr id="3480" name="Google Shape;3480;p43" title="snippet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8725" y="611788"/>
            <a:ext cx="4507623" cy="4452427"/>
          </a:xfrm>
          <a:prstGeom prst="rect">
            <a:avLst/>
          </a:prstGeom>
          <a:noFill/>
          <a:ln>
            <a:noFill/>
          </a:ln>
        </p:spPr>
      </p:pic>
      <p:sp>
        <p:nvSpPr>
          <p:cNvPr id="3481" name="Google Shape;3481;p43"/>
          <p:cNvSpPr/>
          <p:nvPr/>
        </p:nvSpPr>
        <p:spPr>
          <a:xfrm>
            <a:off x="4805475" y="870800"/>
            <a:ext cx="4118100" cy="2137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82" name="Google Shape;3482;p43"/>
          <p:cNvSpPr/>
          <p:nvPr/>
        </p:nvSpPr>
        <p:spPr>
          <a:xfrm>
            <a:off x="4941550" y="3065200"/>
            <a:ext cx="3645300" cy="17763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6" name="Shape 3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7" name="Google Shape;3487;p44"/>
          <p:cNvSpPr txBox="1"/>
          <p:nvPr>
            <p:ph type="title"/>
          </p:nvPr>
        </p:nvSpPr>
        <p:spPr>
          <a:xfrm>
            <a:off x="1789800" y="2244875"/>
            <a:ext cx="5564400" cy="115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</a:t>
            </a:r>
            <a:endParaRPr/>
          </a:p>
        </p:txBody>
      </p:sp>
      <p:sp>
        <p:nvSpPr>
          <p:cNvPr id="3488" name="Google Shape;3488;p44"/>
          <p:cNvSpPr txBox="1"/>
          <p:nvPr>
            <p:ph idx="2" type="title"/>
          </p:nvPr>
        </p:nvSpPr>
        <p:spPr>
          <a:xfrm>
            <a:off x="3949050" y="1403063"/>
            <a:ext cx="12459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3489" name="Google Shape;3489;p44"/>
          <p:cNvGrpSpPr/>
          <p:nvPr/>
        </p:nvGrpSpPr>
        <p:grpSpPr>
          <a:xfrm>
            <a:off x="6980825" y="700395"/>
            <a:ext cx="1224580" cy="1125294"/>
            <a:chOff x="6820986" y="2800350"/>
            <a:chExt cx="1918202" cy="1762679"/>
          </a:xfrm>
        </p:grpSpPr>
        <p:sp>
          <p:nvSpPr>
            <p:cNvPr id="3490" name="Google Shape;3490;p44"/>
            <p:cNvSpPr/>
            <p:nvPr/>
          </p:nvSpPr>
          <p:spPr>
            <a:xfrm>
              <a:off x="7184237" y="3786102"/>
              <a:ext cx="1503292" cy="725680"/>
            </a:xfrm>
            <a:custGeom>
              <a:rect b="b" l="l" r="r" t="t"/>
              <a:pathLst>
                <a:path extrusionOk="0" h="725680" w="1503292">
                  <a:moveTo>
                    <a:pt x="1451361" y="673337"/>
                  </a:moveTo>
                  <a:lnTo>
                    <a:pt x="1451361" y="569610"/>
                  </a:lnTo>
                  <a:lnTo>
                    <a:pt x="1399566" y="569610"/>
                  </a:lnTo>
                  <a:lnTo>
                    <a:pt x="1399566" y="517815"/>
                  </a:lnTo>
                  <a:lnTo>
                    <a:pt x="1347771" y="517815"/>
                  </a:lnTo>
                  <a:lnTo>
                    <a:pt x="1347771" y="466019"/>
                  </a:lnTo>
                  <a:lnTo>
                    <a:pt x="1295976" y="466019"/>
                  </a:lnTo>
                  <a:lnTo>
                    <a:pt x="1295976" y="517815"/>
                  </a:lnTo>
                  <a:lnTo>
                    <a:pt x="1244180" y="517815"/>
                  </a:lnTo>
                  <a:lnTo>
                    <a:pt x="1244180" y="621542"/>
                  </a:lnTo>
                  <a:lnTo>
                    <a:pt x="1192385" y="621542"/>
                  </a:lnTo>
                  <a:lnTo>
                    <a:pt x="1192385" y="569747"/>
                  </a:lnTo>
                  <a:lnTo>
                    <a:pt x="1140590" y="569747"/>
                  </a:lnTo>
                  <a:lnTo>
                    <a:pt x="1140590" y="517952"/>
                  </a:lnTo>
                  <a:lnTo>
                    <a:pt x="1244317" y="517952"/>
                  </a:lnTo>
                  <a:lnTo>
                    <a:pt x="1244317" y="466156"/>
                  </a:lnTo>
                  <a:lnTo>
                    <a:pt x="1296112" y="466156"/>
                  </a:lnTo>
                  <a:lnTo>
                    <a:pt x="1296112" y="414361"/>
                  </a:lnTo>
                  <a:lnTo>
                    <a:pt x="1347907" y="414361"/>
                  </a:lnTo>
                  <a:lnTo>
                    <a:pt x="1347907" y="310634"/>
                  </a:lnTo>
                  <a:lnTo>
                    <a:pt x="1296112" y="310634"/>
                  </a:lnTo>
                  <a:lnTo>
                    <a:pt x="1296112" y="258839"/>
                  </a:lnTo>
                  <a:lnTo>
                    <a:pt x="1244317" y="258839"/>
                  </a:lnTo>
                  <a:lnTo>
                    <a:pt x="1244317" y="207044"/>
                  </a:lnTo>
                  <a:lnTo>
                    <a:pt x="1140590" y="207044"/>
                  </a:lnTo>
                  <a:lnTo>
                    <a:pt x="1140590" y="155248"/>
                  </a:lnTo>
                  <a:lnTo>
                    <a:pt x="1036863" y="155248"/>
                  </a:lnTo>
                  <a:lnTo>
                    <a:pt x="1036863" y="258976"/>
                  </a:lnTo>
                  <a:lnTo>
                    <a:pt x="985067" y="258976"/>
                  </a:lnTo>
                  <a:lnTo>
                    <a:pt x="985067" y="310771"/>
                  </a:lnTo>
                  <a:lnTo>
                    <a:pt x="933272" y="310771"/>
                  </a:lnTo>
                  <a:lnTo>
                    <a:pt x="933272" y="258976"/>
                  </a:lnTo>
                  <a:lnTo>
                    <a:pt x="829545" y="258976"/>
                  </a:lnTo>
                  <a:lnTo>
                    <a:pt x="829545" y="362703"/>
                  </a:lnTo>
                  <a:lnTo>
                    <a:pt x="777750" y="362703"/>
                  </a:lnTo>
                  <a:lnTo>
                    <a:pt x="777750" y="258976"/>
                  </a:lnTo>
                  <a:lnTo>
                    <a:pt x="829545" y="258976"/>
                  </a:lnTo>
                  <a:lnTo>
                    <a:pt x="829545" y="207181"/>
                  </a:lnTo>
                  <a:lnTo>
                    <a:pt x="881340" y="207181"/>
                  </a:lnTo>
                  <a:lnTo>
                    <a:pt x="881340" y="155385"/>
                  </a:lnTo>
                  <a:lnTo>
                    <a:pt x="829545" y="155385"/>
                  </a:lnTo>
                  <a:lnTo>
                    <a:pt x="829545" y="103590"/>
                  </a:lnTo>
                  <a:lnTo>
                    <a:pt x="725817" y="103590"/>
                  </a:lnTo>
                  <a:lnTo>
                    <a:pt x="725817" y="51795"/>
                  </a:lnTo>
                  <a:lnTo>
                    <a:pt x="570295" y="51795"/>
                  </a:lnTo>
                  <a:lnTo>
                    <a:pt x="570295" y="0"/>
                  </a:lnTo>
                  <a:lnTo>
                    <a:pt x="362840" y="0"/>
                  </a:lnTo>
                  <a:lnTo>
                    <a:pt x="362840" y="51795"/>
                  </a:lnTo>
                  <a:lnTo>
                    <a:pt x="207318" y="51795"/>
                  </a:lnTo>
                  <a:lnTo>
                    <a:pt x="207318" y="103590"/>
                  </a:lnTo>
                  <a:lnTo>
                    <a:pt x="103590" y="103590"/>
                  </a:lnTo>
                  <a:lnTo>
                    <a:pt x="103590" y="155385"/>
                  </a:lnTo>
                  <a:lnTo>
                    <a:pt x="51795" y="155385"/>
                  </a:lnTo>
                  <a:lnTo>
                    <a:pt x="51795" y="259113"/>
                  </a:lnTo>
                  <a:lnTo>
                    <a:pt x="0" y="259113"/>
                  </a:lnTo>
                  <a:lnTo>
                    <a:pt x="0" y="414635"/>
                  </a:lnTo>
                  <a:lnTo>
                    <a:pt x="51795" y="414635"/>
                  </a:lnTo>
                  <a:lnTo>
                    <a:pt x="51795" y="570158"/>
                  </a:lnTo>
                  <a:lnTo>
                    <a:pt x="103590" y="570158"/>
                  </a:lnTo>
                  <a:lnTo>
                    <a:pt x="103590" y="673885"/>
                  </a:lnTo>
                  <a:lnTo>
                    <a:pt x="155385" y="673885"/>
                  </a:lnTo>
                  <a:lnTo>
                    <a:pt x="155385" y="725680"/>
                  </a:lnTo>
                  <a:lnTo>
                    <a:pt x="725680" y="725680"/>
                  </a:lnTo>
                  <a:lnTo>
                    <a:pt x="725680" y="673885"/>
                  </a:lnTo>
                  <a:lnTo>
                    <a:pt x="518226" y="673885"/>
                  </a:lnTo>
                  <a:lnTo>
                    <a:pt x="518226" y="622090"/>
                  </a:lnTo>
                  <a:lnTo>
                    <a:pt x="466431" y="622090"/>
                  </a:lnTo>
                  <a:lnTo>
                    <a:pt x="466431" y="570295"/>
                  </a:lnTo>
                  <a:lnTo>
                    <a:pt x="414635" y="570295"/>
                  </a:lnTo>
                  <a:lnTo>
                    <a:pt x="414635" y="466567"/>
                  </a:lnTo>
                  <a:lnTo>
                    <a:pt x="362840" y="466567"/>
                  </a:lnTo>
                  <a:lnTo>
                    <a:pt x="362840" y="414772"/>
                  </a:lnTo>
                  <a:lnTo>
                    <a:pt x="259113" y="414772"/>
                  </a:lnTo>
                  <a:lnTo>
                    <a:pt x="259113" y="362977"/>
                  </a:lnTo>
                  <a:lnTo>
                    <a:pt x="362840" y="362977"/>
                  </a:lnTo>
                  <a:lnTo>
                    <a:pt x="362840" y="414772"/>
                  </a:lnTo>
                  <a:lnTo>
                    <a:pt x="414635" y="414772"/>
                  </a:lnTo>
                  <a:lnTo>
                    <a:pt x="414635" y="466567"/>
                  </a:lnTo>
                  <a:lnTo>
                    <a:pt x="466431" y="466567"/>
                  </a:lnTo>
                  <a:lnTo>
                    <a:pt x="466431" y="570295"/>
                  </a:lnTo>
                  <a:lnTo>
                    <a:pt x="518226" y="570295"/>
                  </a:lnTo>
                  <a:lnTo>
                    <a:pt x="518226" y="622090"/>
                  </a:lnTo>
                  <a:lnTo>
                    <a:pt x="725680" y="622090"/>
                  </a:lnTo>
                  <a:lnTo>
                    <a:pt x="725680" y="673885"/>
                  </a:lnTo>
                  <a:lnTo>
                    <a:pt x="777475" y="673885"/>
                  </a:lnTo>
                  <a:lnTo>
                    <a:pt x="777475" y="725680"/>
                  </a:lnTo>
                  <a:lnTo>
                    <a:pt x="1036725" y="725680"/>
                  </a:lnTo>
                  <a:lnTo>
                    <a:pt x="1036725" y="673885"/>
                  </a:lnTo>
                  <a:lnTo>
                    <a:pt x="881203" y="673885"/>
                  </a:lnTo>
                  <a:lnTo>
                    <a:pt x="881203" y="622090"/>
                  </a:lnTo>
                  <a:lnTo>
                    <a:pt x="1036725" y="622090"/>
                  </a:lnTo>
                  <a:lnTo>
                    <a:pt x="1036725" y="673885"/>
                  </a:lnTo>
                  <a:lnTo>
                    <a:pt x="1088521" y="673885"/>
                  </a:lnTo>
                  <a:lnTo>
                    <a:pt x="1088521" y="725680"/>
                  </a:lnTo>
                  <a:lnTo>
                    <a:pt x="1503293" y="725680"/>
                  </a:lnTo>
                  <a:lnTo>
                    <a:pt x="1503293" y="673885"/>
                  </a:lnTo>
                  <a:lnTo>
                    <a:pt x="1451498" y="673885"/>
                  </a:lnTo>
                  <a:close/>
                  <a:moveTo>
                    <a:pt x="1088383" y="517815"/>
                  </a:moveTo>
                  <a:lnTo>
                    <a:pt x="1036588" y="517815"/>
                  </a:lnTo>
                  <a:lnTo>
                    <a:pt x="1036588" y="466019"/>
                  </a:lnTo>
                  <a:lnTo>
                    <a:pt x="932861" y="466019"/>
                  </a:lnTo>
                  <a:lnTo>
                    <a:pt x="932861" y="517815"/>
                  </a:lnTo>
                  <a:lnTo>
                    <a:pt x="881066" y="517815"/>
                  </a:lnTo>
                  <a:lnTo>
                    <a:pt x="881066" y="466019"/>
                  </a:lnTo>
                  <a:lnTo>
                    <a:pt x="932861" y="466019"/>
                  </a:lnTo>
                  <a:lnTo>
                    <a:pt x="932861" y="414224"/>
                  </a:lnTo>
                  <a:lnTo>
                    <a:pt x="1036588" y="414224"/>
                  </a:lnTo>
                  <a:lnTo>
                    <a:pt x="1036588" y="466019"/>
                  </a:lnTo>
                  <a:lnTo>
                    <a:pt x="1088383" y="466019"/>
                  </a:lnTo>
                  <a:lnTo>
                    <a:pt x="1088383" y="517815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1" name="Google Shape;3491;p44"/>
            <p:cNvSpPr/>
            <p:nvPr/>
          </p:nvSpPr>
          <p:spPr>
            <a:xfrm>
              <a:off x="8013508" y="4044667"/>
              <a:ext cx="570294" cy="466567"/>
            </a:xfrm>
            <a:custGeom>
              <a:rect b="b" l="l" r="r" t="t"/>
              <a:pathLst>
                <a:path extrusionOk="0" h="466567" w="570294">
                  <a:moveTo>
                    <a:pt x="466567" y="51795"/>
                  </a:moveTo>
                  <a:lnTo>
                    <a:pt x="414772" y="51795"/>
                  </a:lnTo>
                  <a:lnTo>
                    <a:pt x="414772" y="0"/>
                  </a:lnTo>
                  <a:lnTo>
                    <a:pt x="259112" y="0"/>
                  </a:lnTo>
                  <a:lnTo>
                    <a:pt x="259112" y="51795"/>
                  </a:lnTo>
                  <a:lnTo>
                    <a:pt x="103590" y="51795"/>
                  </a:lnTo>
                  <a:lnTo>
                    <a:pt x="103590" y="103727"/>
                  </a:lnTo>
                  <a:lnTo>
                    <a:pt x="0" y="103727"/>
                  </a:lnTo>
                  <a:lnTo>
                    <a:pt x="0" y="311045"/>
                  </a:lnTo>
                  <a:lnTo>
                    <a:pt x="103590" y="311045"/>
                  </a:lnTo>
                  <a:lnTo>
                    <a:pt x="103590" y="362977"/>
                  </a:lnTo>
                  <a:lnTo>
                    <a:pt x="207317" y="362977"/>
                  </a:lnTo>
                  <a:lnTo>
                    <a:pt x="207317" y="414772"/>
                  </a:lnTo>
                  <a:lnTo>
                    <a:pt x="259112" y="414772"/>
                  </a:lnTo>
                  <a:lnTo>
                    <a:pt x="259112" y="466568"/>
                  </a:lnTo>
                  <a:lnTo>
                    <a:pt x="466567" y="466568"/>
                  </a:lnTo>
                  <a:lnTo>
                    <a:pt x="466567" y="414772"/>
                  </a:lnTo>
                  <a:lnTo>
                    <a:pt x="570295" y="414772"/>
                  </a:lnTo>
                  <a:lnTo>
                    <a:pt x="570295" y="311045"/>
                  </a:lnTo>
                  <a:lnTo>
                    <a:pt x="570295" y="311045"/>
                  </a:lnTo>
                  <a:lnTo>
                    <a:pt x="570295" y="155523"/>
                  </a:lnTo>
                  <a:lnTo>
                    <a:pt x="518363" y="155523"/>
                  </a:lnTo>
                  <a:lnTo>
                    <a:pt x="518363" y="51795"/>
                  </a:lnTo>
                  <a:lnTo>
                    <a:pt x="466567" y="51795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2" name="Google Shape;3492;p44"/>
            <p:cNvSpPr/>
            <p:nvPr/>
          </p:nvSpPr>
          <p:spPr>
            <a:xfrm>
              <a:off x="8065303" y="4407644"/>
              <a:ext cx="155522" cy="51795"/>
            </a:xfrm>
            <a:custGeom>
              <a:rect b="b" l="l" r="r" t="t"/>
              <a:pathLst>
                <a:path extrusionOk="0" h="51795" w="155522">
                  <a:moveTo>
                    <a:pt x="0" y="0"/>
                  </a:moveTo>
                  <a:lnTo>
                    <a:pt x="155523" y="0"/>
                  </a:lnTo>
                  <a:lnTo>
                    <a:pt x="155523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3" name="Google Shape;3493;p44"/>
            <p:cNvSpPr/>
            <p:nvPr/>
          </p:nvSpPr>
          <p:spPr>
            <a:xfrm>
              <a:off x="7702326" y="4407644"/>
              <a:ext cx="207454" cy="51795"/>
            </a:xfrm>
            <a:custGeom>
              <a:rect b="b" l="l" r="r" t="t"/>
              <a:pathLst>
                <a:path extrusionOk="0" h="51795" w="207454">
                  <a:moveTo>
                    <a:pt x="0" y="0"/>
                  </a:moveTo>
                  <a:lnTo>
                    <a:pt x="207455" y="0"/>
                  </a:lnTo>
                  <a:lnTo>
                    <a:pt x="20745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4" name="Google Shape;3494;p44"/>
            <p:cNvSpPr/>
            <p:nvPr/>
          </p:nvSpPr>
          <p:spPr>
            <a:xfrm>
              <a:off x="7339486" y="4511234"/>
              <a:ext cx="570294" cy="51795"/>
            </a:xfrm>
            <a:custGeom>
              <a:rect b="b" l="l" r="r" t="t"/>
              <a:pathLst>
                <a:path extrusionOk="0" h="51795" w="570294">
                  <a:moveTo>
                    <a:pt x="0" y="0"/>
                  </a:moveTo>
                  <a:lnTo>
                    <a:pt x="570295" y="0"/>
                  </a:lnTo>
                  <a:lnTo>
                    <a:pt x="5702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5" name="Google Shape;3495;p44"/>
            <p:cNvSpPr/>
            <p:nvPr/>
          </p:nvSpPr>
          <p:spPr>
            <a:xfrm>
              <a:off x="7650531" y="435571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6" name="Google Shape;3496;p44"/>
            <p:cNvSpPr/>
            <p:nvPr/>
          </p:nvSpPr>
          <p:spPr>
            <a:xfrm>
              <a:off x="7546804" y="420018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7" name="Google Shape;3497;p44"/>
            <p:cNvSpPr/>
            <p:nvPr/>
          </p:nvSpPr>
          <p:spPr>
            <a:xfrm>
              <a:off x="7443076" y="4148394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8" y="0"/>
                  </a:lnTo>
                  <a:lnTo>
                    <a:pt x="103728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8" name="Google Shape;3498;p44"/>
            <p:cNvSpPr/>
            <p:nvPr/>
          </p:nvSpPr>
          <p:spPr>
            <a:xfrm>
              <a:off x="7598599" y="4252121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9" name="Google Shape;3499;p44"/>
            <p:cNvSpPr/>
            <p:nvPr/>
          </p:nvSpPr>
          <p:spPr>
            <a:xfrm>
              <a:off x="7235759" y="4355712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0" name="Google Shape;3500;p44"/>
            <p:cNvSpPr/>
            <p:nvPr/>
          </p:nvSpPr>
          <p:spPr>
            <a:xfrm>
              <a:off x="7183826" y="4200189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3"/>
                  </a:lnTo>
                  <a:lnTo>
                    <a:pt x="0" y="155523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1" name="Google Shape;3501;p44"/>
            <p:cNvSpPr/>
            <p:nvPr/>
          </p:nvSpPr>
          <p:spPr>
            <a:xfrm>
              <a:off x="7183826" y="3940939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2" name="Google Shape;3502;p44"/>
            <p:cNvSpPr/>
            <p:nvPr/>
          </p:nvSpPr>
          <p:spPr>
            <a:xfrm>
              <a:off x="7235759" y="388914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3" name="Google Shape;3503;p44"/>
            <p:cNvSpPr/>
            <p:nvPr/>
          </p:nvSpPr>
          <p:spPr>
            <a:xfrm>
              <a:off x="7287554" y="3837349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8" y="0"/>
                  </a:lnTo>
                  <a:lnTo>
                    <a:pt x="103728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4" name="Google Shape;3504;p44"/>
            <p:cNvSpPr/>
            <p:nvPr/>
          </p:nvSpPr>
          <p:spPr>
            <a:xfrm>
              <a:off x="7391281" y="37336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5" name="Google Shape;3505;p44"/>
            <p:cNvSpPr/>
            <p:nvPr/>
          </p:nvSpPr>
          <p:spPr>
            <a:xfrm>
              <a:off x="7391281" y="352616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6" name="Google Shape;3506;p44"/>
            <p:cNvSpPr/>
            <p:nvPr/>
          </p:nvSpPr>
          <p:spPr>
            <a:xfrm>
              <a:off x="7287554" y="3474372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8" y="0"/>
                  </a:lnTo>
                  <a:lnTo>
                    <a:pt x="103728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7" name="Google Shape;3507;p44"/>
            <p:cNvSpPr/>
            <p:nvPr/>
          </p:nvSpPr>
          <p:spPr>
            <a:xfrm>
              <a:off x="6976509" y="3474372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8" name="Google Shape;3508;p44"/>
            <p:cNvSpPr/>
            <p:nvPr/>
          </p:nvSpPr>
          <p:spPr>
            <a:xfrm>
              <a:off x="6924714" y="352616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9" name="Google Shape;3509;p44"/>
            <p:cNvSpPr/>
            <p:nvPr/>
          </p:nvSpPr>
          <p:spPr>
            <a:xfrm>
              <a:off x="6872781" y="3578099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0" name="Google Shape;3510;p44"/>
            <p:cNvSpPr/>
            <p:nvPr/>
          </p:nvSpPr>
          <p:spPr>
            <a:xfrm>
              <a:off x="6872781" y="3837349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1" name="Google Shape;3511;p44"/>
            <p:cNvSpPr/>
            <p:nvPr/>
          </p:nvSpPr>
          <p:spPr>
            <a:xfrm>
              <a:off x="6924714" y="39409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2" name="Google Shape;3512;p44"/>
            <p:cNvSpPr/>
            <p:nvPr/>
          </p:nvSpPr>
          <p:spPr>
            <a:xfrm>
              <a:off x="7080236" y="404466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3" name="Google Shape;3513;p44"/>
            <p:cNvSpPr/>
            <p:nvPr/>
          </p:nvSpPr>
          <p:spPr>
            <a:xfrm>
              <a:off x="6976509" y="3992871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4" name="Google Shape;3514;p44"/>
            <p:cNvSpPr/>
            <p:nvPr/>
          </p:nvSpPr>
          <p:spPr>
            <a:xfrm>
              <a:off x="6820986" y="3681689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2"/>
                  </a:lnTo>
                  <a:lnTo>
                    <a:pt x="0" y="155522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5" name="Google Shape;3515;p44"/>
            <p:cNvSpPr/>
            <p:nvPr/>
          </p:nvSpPr>
          <p:spPr>
            <a:xfrm>
              <a:off x="7080236" y="3422577"/>
              <a:ext cx="207454" cy="51795"/>
            </a:xfrm>
            <a:custGeom>
              <a:rect b="b" l="l" r="r" t="t"/>
              <a:pathLst>
                <a:path extrusionOk="0" h="51795" w="207454">
                  <a:moveTo>
                    <a:pt x="0" y="0"/>
                  </a:moveTo>
                  <a:lnTo>
                    <a:pt x="207455" y="0"/>
                  </a:lnTo>
                  <a:lnTo>
                    <a:pt x="20745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6" name="Google Shape;3516;p44"/>
            <p:cNvSpPr/>
            <p:nvPr/>
          </p:nvSpPr>
          <p:spPr>
            <a:xfrm>
              <a:off x="7443076" y="3578099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3"/>
                  </a:lnTo>
                  <a:lnTo>
                    <a:pt x="0" y="155523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7" name="Google Shape;3517;p44"/>
            <p:cNvSpPr/>
            <p:nvPr/>
          </p:nvSpPr>
          <p:spPr>
            <a:xfrm>
              <a:off x="7391281" y="3785417"/>
              <a:ext cx="155522" cy="51795"/>
            </a:xfrm>
            <a:custGeom>
              <a:rect b="b" l="l" r="r" t="t"/>
              <a:pathLst>
                <a:path extrusionOk="0" h="51795" w="155522">
                  <a:moveTo>
                    <a:pt x="0" y="0"/>
                  </a:moveTo>
                  <a:lnTo>
                    <a:pt x="155523" y="0"/>
                  </a:lnTo>
                  <a:lnTo>
                    <a:pt x="155523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8" name="Google Shape;3518;p44"/>
            <p:cNvSpPr/>
            <p:nvPr/>
          </p:nvSpPr>
          <p:spPr>
            <a:xfrm>
              <a:off x="7754258" y="3785417"/>
              <a:ext cx="155522" cy="51795"/>
            </a:xfrm>
            <a:custGeom>
              <a:rect b="b" l="l" r="r" t="t"/>
              <a:pathLst>
                <a:path extrusionOk="0" h="51795" w="155522">
                  <a:moveTo>
                    <a:pt x="0" y="0"/>
                  </a:moveTo>
                  <a:lnTo>
                    <a:pt x="155523" y="0"/>
                  </a:lnTo>
                  <a:lnTo>
                    <a:pt x="155523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9" name="Google Shape;3519;p44"/>
            <p:cNvSpPr/>
            <p:nvPr/>
          </p:nvSpPr>
          <p:spPr>
            <a:xfrm>
              <a:off x="7909781" y="3837349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8" y="0"/>
                  </a:lnTo>
                  <a:lnTo>
                    <a:pt x="103728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0" name="Google Shape;3520;p44"/>
            <p:cNvSpPr/>
            <p:nvPr/>
          </p:nvSpPr>
          <p:spPr>
            <a:xfrm>
              <a:off x="8013508" y="388914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21" name="Google Shape;3521;p44"/>
            <p:cNvGrpSpPr/>
            <p:nvPr/>
          </p:nvGrpSpPr>
          <p:grpSpPr>
            <a:xfrm>
              <a:off x="7961576" y="2800350"/>
              <a:ext cx="311045" cy="1296112"/>
              <a:chOff x="7961576" y="2800350"/>
              <a:chExt cx="311045" cy="1296112"/>
            </a:xfrm>
          </p:grpSpPr>
          <p:sp>
            <p:nvSpPr>
              <p:cNvPr id="3522" name="Google Shape;3522;p44"/>
              <p:cNvSpPr/>
              <p:nvPr/>
            </p:nvSpPr>
            <p:spPr>
              <a:xfrm>
                <a:off x="8117098" y="4044667"/>
                <a:ext cx="51795" cy="51795"/>
              </a:xfrm>
              <a:custGeom>
                <a:rect b="b" l="l" r="r" t="t"/>
                <a:pathLst>
                  <a:path extrusionOk="0" h="51795" w="51795">
                    <a:moveTo>
                      <a:pt x="0" y="0"/>
                    </a:moveTo>
                    <a:lnTo>
                      <a:pt x="51795" y="0"/>
                    </a:lnTo>
                    <a:lnTo>
                      <a:pt x="51795" y="51795"/>
                    </a:lnTo>
                    <a:lnTo>
                      <a:pt x="0" y="51795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3" name="Google Shape;3523;p44"/>
              <p:cNvSpPr/>
              <p:nvPr/>
            </p:nvSpPr>
            <p:spPr>
              <a:xfrm>
                <a:off x="8065303" y="3785417"/>
                <a:ext cx="51795" cy="259249"/>
              </a:xfrm>
              <a:custGeom>
                <a:rect b="b" l="l" r="r" t="t"/>
                <a:pathLst>
                  <a:path extrusionOk="0" h="259249" w="51795">
                    <a:moveTo>
                      <a:pt x="0" y="0"/>
                    </a:moveTo>
                    <a:lnTo>
                      <a:pt x="51795" y="0"/>
                    </a:lnTo>
                    <a:lnTo>
                      <a:pt x="51795" y="259250"/>
                    </a:lnTo>
                    <a:lnTo>
                      <a:pt x="0" y="25925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4" name="Google Shape;3524;p44"/>
              <p:cNvSpPr/>
              <p:nvPr/>
            </p:nvSpPr>
            <p:spPr>
              <a:xfrm>
                <a:off x="8013508" y="3474372"/>
                <a:ext cx="51795" cy="311045"/>
              </a:xfrm>
              <a:custGeom>
                <a:rect b="b" l="l" r="r" t="t"/>
                <a:pathLst>
                  <a:path extrusionOk="0" h="311045" w="51795">
                    <a:moveTo>
                      <a:pt x="0" y="0"/>
                    </a:moveTo>
                    <a:lnTo>
                      <a:pt x="51795" y="0"/>
                    </a:lnTo>
                    <a:lnTo>
                      <a:pt x="51795" y="311045"/>
                    </a:lnTo>
                    <a:lnTo>
                      <a:pt x="0" y="311045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5" name="Google Shape;3525;p44"/>
              <p:cNvSpPr/>
              <p:nvPr/>
            </p:nvSpPr>
            <p:spPr>
              <a:xfrm>
                <a:off x="7961576" y="3163327"/>
                <a:ext cx="51795" cy="311045"/>
              </a:xfrm>
              <a:custGeom>
                <a:rect b="b" l="l" r="r" t="t"/>
                <a:pathLst>
                  <a:path extrusionOk="0" h="311045" w="51795">
                    <a:moveTo>
                      <a:pt x="0" y="0"/>
                    </a:moveTo>
                    <a:lnTo>
                      <a:pt x="51795" y="0"/>
                    </a:lnTo>
                    <a:lnTo>
                      <a:pt x="51795" y="311045"/>
                    </a:lnTo>
                    <a:lnTo>
                      <a:pt x="0" y="311045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6" name="Google Shape;3526;p44"/>
              <p:cNvSpPr/>
              <p:nvPr/>
            </p:nvSpPr>
            <p:spPr>
              <a:xfrm>
                <a:off x="8013508" y="2852145"/>
                <a:ext cx="51795" cy="311045"/>
              </a:xfrm>
              <a:custGeom>
                <a:rect b="b" l="l" r="r" t="t"/>
                <a:pathLst>
                  <a:path extrusionOk="0" h="311045" w="51795">
                    <a:moveTo>
                      <a:pt x="0" y="0"/>
                    </a:moveTo>
                    <a:lnTo>
                      <a:pt x="51795" y="0"/>
                    </a:lnTo>
                    <a:lnTo>
                      <a:pt x="51795" y="311045"/>
                    </a:lnTo>
                    <a:lnTo>
                      <a:pt x="0" y="311045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7" name="Google Shape;3527;p44"/>
              <p:cNvSpPr/>
              <p:nvPr/>
            </p:nvSpPr>
            <p:spPr>
              <a:xfrm>
                <a:off x="8117098" y="2852145"/>
                <a:ext cx="51795" cy="155522"/>
              </a:xfrm>
              <a:custGeom>
                <a:rect b="b" l="l" r="r" t="t"/>
                <a:pathLst>
                  <a:path extrusionOk="0" h="155522" w="51795">
                    <a:moveTo>
                      <a:pt x="0" y="0"/>
                    </a:moveTo>
                    <a:lnTo>
                      <a:pt x="51795" y="0"/>
                    </a:lnTo>
                    <a:lnTo>
                      <a:pt x="51795" y="155523"/>
                    </a:lnTo>
                    <a:lnTo>
                      <a:pt x="0" y="155523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8" name="Google Shape;3528;p44"/>
              <p:cNvSpPr/>
              <p:nvPr/>
            </p:nvSpPr>
            <p:spPr>
              <a:xfrm>
                <a:off x="8169031" y="3007804"/>
                <a:ext cx="51795" cy="259249"/>
              </a:xfrm>
              <a:custGeom>
                <a:rect b="b" l="l" r="r" t="t"/>
                <a:pathLst>
                  <a:path extrusionOk="0" h="259249" w="51795">
                    <a:moveTo>
                      <a:pt x="0" y="0"/>
                    </a:moveTo>
                    <a:lnTo>
                      <a:pt x="51795" y="0"/>
                    </a:lnTo>
                    <a:lnTo>
                      <a:pt x="51795" y="259250"/>
                    </a:lnTo>
                    <a:lnTo>
                      <a:pt x="0" y="25925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9" name="Google Shape;3529;p44"/>
              <p:cNvSpPr/>
              <p:nvPr/>
            </p:nvSpPr>
            <p:spPr>
              <a:xfrm>
                <a:off x="8220826" y="3266917"/>
                <a:ext cx="51795" cy="414772"/>
              </a:xfrm>
              <a:custGeom>
                <a:rect b="b" l="l" r="r" t="t"/>
                <a:pathLst>
                  <a:path extrusionOk="0" h="414772" w="51795">
                    <a:moveTo>
                      <a:pt x="0" y="0"/>
                    </a:moveTo>
                    <a:lnTo>
                      <a:pt x="51795" y="0"/>
                    </a:lnTo>
                    <a:lnTo>
                      <a:pt x="51795" y="414772"/>
                    </a:lnTo>
                    <a:lnTo>
                      <a:pt x="0" y="414772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0" name="Google Shape;3530;p44"/>
              <p:cNvSpPr/>
              <p:nvPr/>
            </p:nvSpPr>
            <p:spPr>
              <a:xfrm>
                <a:off x="8169031" y="3681689"/>
                <a:ext cx="51795" cy="362977"/>
              </a:xfrm>
              <a:custGeom>
                <a:rect b="b" l="l" r="r" t="t"/>
                <a:pathLst>
                  <a:path extrusionOk="0" h="362977" w="51795">
                    <a:moveTo>
                      <a:pt x="0" y="0"/>
                    </a:moveTo>
                    <a:lnTo>
                      <a:pt x="51795" y="0"/>
                    </a:lnTo>
                    <a:lnTo>
                      <a:pt x="51795" y="362977"/>
                    </a:lnTo>
                    <a:lnTo>
                      <a:pt x="0" y="362977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1" name="Google Shape;3531;p44"/>
              <p:cNvSpPr/>
              <p:nvPr/>
            </p:nvSpPr>
            <p:spPr>
              <a:xfrm>
                <a:off x="8065303" y="2800350"/>
                <a:ext cx="51795" cy="51795"/>
              </a:xfrm>
              <a:custGeom>
                <a:rect b="b" l="l" r="r" t="t"/>
                <a:pathLst>
                  <a:path extrusionOk="0" h="51795" w="51795">
                    <a:moveTo>
                      <a:pt x="0" y="0"/>
                    </a:moveTo>
                    <a:lnTo>
                      <a:pt x="51795" y="0"/>
                    </a:lnTo>
                    <a:lnTo>
                      <a:pt x="51795" y="51795"/>
                    </a:lnTo>
                    <a:lnTo>
                      <a:pt x="0" y="51795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32" name="Google Shape;3532;p44"/>
            <p:cNvGrpSpPr/>
            <p:nvPr/>
          </p:nvGrpSpPr>
          <p:grpSpPr>
            <a:xfrm>
              <a:off x="8324553" y="2852145"/>
              <a:ext cx="311045" cy="1140726"/>
              <a:chOff x="8324553" y="2852145"/>
              <a:chExt cx="311045" cy="1140726"/>
            </a:xfrm>
          </p:grpSpPr>
          <p:sp>
            <p:nvSpPr>
              <p:cNvPr id="3533" name="Google Shape;3533;p44"/>
              <p:cNvSpPr/>
              <p:nvPr/>
            </p:nvSpPr>
            <p:spPr>
              <a:xfrm>
                <a:off x="8480076" y="3837349"/>
                <a:ext cx="51795" cy="155522"/>
              </a:xfrm>
              <a:custGeom>
                <a:rect b="b" l="l" r="r" t="t"/>
                <a:pathLst>
                  <a:path extrusionOk="0" h="155522" w="51795">
                    <a:moveTo>
                      <a:pt x="0" y="0"/>
                    </a:moveTo>
                    <a:lnTo>
                      <a:pt x="51795" y="0"/>
                    </a:lnTo>
                    <a:lnTo>
                      <a:pt x="51795" y="155523"/>
                    </a:lnTo>
                    <a:lnTo>
                      <a:pt x="0" y="155523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4" name="Google Shape;3534;p44"/>
              <p:cNvSpPr/>
              <p:nvPr/>
            </p:nvSpPr>
            <p:spPr>
              <a:xfrm>
                <a:off x="8531871" y="3526167"/>
                <a:ext cx="51795" cy="311045"/>
              </a:xfrm>
              <a:custGeom>
                <a:rect b="b" l="l" r="r" t="t"/>
                <a:pathLst>
                  <a:path extrusionOk="0" h="311045" w="51795">
                    <a:moveTo>
                      <a:pt x="0" y="0"/>
                    </a:moveTo>
                    <a:lnTo>
                      <a:pt x="51795" y="0"/>
                    </a:lnTo>
                    <a:lnTo>
                      <a:pt x="51795" y="311045"/>
                    </a:lnTo>
                    <a:lnTo>
                      <a:pt x="0" y="311045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5" name="Google Shape;3535;p44"/>
              <p:cNvSpPr/>
              <p:nvPr/>
            </p:nvSpPr>
            <p:spPr>
              <a:xfrm>
                <a:off x="8583803" y="3215122"/>
                <a:ext cx="51795" cy="311045"/>
              </a:xfrm>
              <a:custGeom>
                <a:rect b="b" l="l" r="r" t="t"/>
                <a:pathLst>
                  <a:path extrusionOk="0" h="311045" w="51795">
                    <a:moveTo>
                      <a:pt x="0" y="0"/>
                    </a:moveTo>
                    <a:lnTo>
                      <a:pt x="51795" y="0"/>
                    </a:lnTo>
                    <a:lnTo>
                      <a:pt x="51795" y="311045"/>
                    </a:lnTo>
                    <a:lnTo>
                      <a:pt x="0" y="311045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6" name="Google Shape;3536;p44"/>
              <p:cNvSpPr/>
              <p:nvPr/>
            </p:nvSpPr>
            <p:spPr>
              <a:xfrm>
                <a:off x="8531871" y="2904077"/>
                <a:ext cx="51795" cy="311045"/>
              </a:xfrm>
              <a:custGeom>
                <a:rect b="b" l="l" r="r" t="t"/>
                <a:pathLst>
                  <a:path extrusionOk="0" h="311045" w="51795">
                    <a:moveTo>
                      <a:pt x="0" y="0"/>
                    </a:moveTo>
                    <a:lnTo>
                      <a:pt x="51795" y="0"/>
                    </a:lnTo>
                    <a:lnTo>
                      <a:pt x="51795" y="311045"/>
                    </a:lnTo>
                    <a:lnTo>
                      <a:pt x="0" y="311045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7" name="Google Shape;3537;p44"/>
              <p:cNvSpPr/>
              <p:nvPr/>
            </p:nvSpPr>
            <p:spPr>
              <a:xfrm>
                <a:off x="8428280" y="2904077"/>
                <a:ext cx="51795" cy="155522"/>
              </a:xfrm>
              <a:custGeom>
                <a:rect b="b" l="l" r="r" t="t"/>
                <a:pathLst>
                  <a:path extrusionOk="0" h="155522" w="51795">
                    <a:moveTo>
                      <a:pt x="0" y="0"/>
                    </a:moveTo>
                    <a:lnTo>
                      <a:pt x="51795" y="0"/>
                    </a:lnTo>
                    <a:lnTo>
                      <a:pt x="51795" y="155523"/>
                    </a:lnTo>
                    <a:lnTo>
                      <a:pt x="0" y="155523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8" name="Google Shape;3538;p44"/>
              <p:cNvSpPr/>
              <p:nvPr/>
            </p:nvSpPr>
            <p:spPr>
              <a:xfrm>
                <a:off x="8376348" y="3059599"/>
                <a:ext cx="51795" cy="259249"/>
              </a:xfrm>
              <a:custGeom>
                <a:rect b="b" l="l" r="r" t="t"/>
                <a:pathLst>
                  <a:path extrusionOk="0" h="259249" w="51795">
                    <a:moveTo>
                      <a:pt x="0" y="0"/>
                    </a:moveTo>
                    <a:lnTo>
                      <a:pt x="51795" y="0"/>
                    </a:lnTo>
                    <a:lnTo>
                      <a:pt x="51795" y="259250"/>
                    </a:lnTo>
                    <a:lnTo>
                      <a:pt x="0" y="25925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9" name="Google Shape;3539;p44"/>
              <p:cNvSpPr/>
              <p:nvPr/>
            </p:nvSpPr>
            <p:spPr>
              <a:xfrm>
                <a:off x="8324553" y="3318849"/>
                <a:ext cx="51795" cy="414772"/>
              </a:xfrm>
              <a:custGeom>
                <a:rect b="b" l="l" r="r" t="t"/>
                <a:pathLst>
                  <a:path extrusionOk="0" h="414772" w="51795">
                    <a:moveTo>
                      <a:pt x="0" y="0"/>
                    </a:moveTo>
                    <a:lnTo>
                      <a:pt x="51795" y="0"/>
                    </a:lnTo>
                    <a:lnTo>
                      <a:pt x="51795" y="414772"/>
                    </a:lnTo>
                    <a:lnTo>
                      <a:pt x="0" y="414772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0" name="Google Shape;3540;p44"/>
              <p:cNvSpPr/>
              <p:nvPr/>
            </p:nvSpPr>
            <p:spPr>
              <a:xfrm>
                <a:off x="8376348" y="3733622"/>
                <a:ext cx="51795" cy="207454"/>
              </a:xfrm>
              <a:custGeom>
                <a:rect b="b" l="l" r="r" t="t"/>
                <a:pathLst>
                  <a:path extrusionOk="0" h="207454" w="51795">
                    <a:moveTo>
                      <a:pt x="0" y="0"/>
                    </a:moveTo>
                    <a:lnTo>
                      <a:pt x="51795" y="0"/>
                    </a:lnTo>
                    <a:lnTo>
                      <a:pt x="51795" y="207455"/>
                    </a:lnTo>
                    <a:lnTo>
                      <a:pt x="0" y="207455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1" name="Google Shape;3541;p44"/>
              <p:cNvSpPr/>
              <p:nvPr/>
            </p:nvSpPr>
            <p:spPr>
              <a:xfrm>
                <a:off x="8480076" y="2852145"/>
                <a:ext cx="51795" cy="51795"/>
              </a:xfrm>
              <a:custGeom>
                <a:rect b="b" l="l" r="r" t="t"/>
                <a:pathLst>
                  <a:path extrusionOk="0" h="51795" w="51795">
                    <a:moveTo>
                      <a:pt x="0" y="0"/>
                    </a:moveTo>
                    <a:lnTo>
                      <a:pt x="51795" y="0"/>
                    </a:lnTo>
                    <a:lnTo>
                      <a:pt x="51795" y="51795"/>
                    </a:lnTo>
                    <a:lnTo>
                      <a:pt x="0" y="51795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42" name="Google Shape;3542;p44"/>
            <p:cNvSpPr/>
            <p:nvPr/>
          </p:nvSpPr>
          <p:spPr>
            <a:xfrm>
              <a:off x="8013508" y="3992871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3" name="Google Shape;3543;p44"/>
            <p:cNvSpPr/>
            <p:nvPr/>
          </p:nvSpPr>
          <p:spPr>
            <a:xfrm>
              <a:off x="7961576" y="4044667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4" name="Google Shape;3544;p44"/>
            <p:cNvSpPr/>
            <p:nvPr/>
          </p:nvSpPr>
          <p:spPr>
            <a:xfrm>
              <a:off x="8220826" y="3889144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5" name="Google Shape;3545;p44"/>
            <p:cNvSpPr/>
            <p:nvPr/>
          </p:nvSpPr>
          <p:spPr>
            <a:xfrm>
              <a:off x="8324553" y="3940939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6" name="Google Shape;3546;p44"/>
            <p:cNvSpPr/>
            <p:nvPr/>
          </p:nvSpPr>
          <p:spPr>
            <a:xfrm>
              <a:off x="8428280" y="3992871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7" name="Google Shape;3547;p44"/>
            <p:cNvSpPr/>
            <p:nvPr/>
          </p:nvSpPr>
          <p:spPr>
            <a:xfrm>
              <a:off x="8480076" y="404466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8" name="Google Shape;3548;p44"/>
            <p:cNvSpPr/>
            <p:nvPr/>
          </p:nvSpPr>
          <p:spPr>
            <a:xfrm>
              <a:off x="8324553" y="430391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9" name="Google Shape;3549;p44"/>
            <p:cNvSpPr/>
            <p:nvPr/>
          </p:nvSpPr>
          <p:spPr>
            <a:xfrm>
              <a:off x="8272621" y="4252121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0" name="Google Shape;3550;p44"/>
            <p:cNvSpPr/>
            <p:nvPr/>
          </p:nvSpPr>
          <p:spPr>
            <a:xfrm>
              <a:off x="8117098" y="4252121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1" name="Google Shape;3551;p44"/>
            <p:cNvSpPr/>
            <p:nvPr/>
          </p:nvSpPr>
          <p:spPr>
            <a:xfrm>
              <a:off x="8169031" y="4200189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2" name="Google Shape;3552;p44"/>
            <p:cNvSpPr/>
            <p:nvPr/>
          </p:nvSpPr>
          <p:spPr>
            <a:xfrm>
              <a:off x="8531871" y="4252121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3" name="Google Shape;3553;p44"/>
            <p:cNvSpPr/>
            <p:nvPr/>
          </p:nvSpPr>
          <p:spPr>
            <a:xfrm>
              <a:off x="8531871" y="420018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4" name="Google Shape;3554;p44"/>
            <p:cNvSpPr/>
            <p:nvPr/>
          </p:nvSpPr>
          <p:spPr>
            <a:xfrm>
              <a:off x="8428280" y="4252121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5" name="Google Shape;3555;p44"/>
            <p:cNvSpPr/>
            <p:nvPr/>
          </p:nvSpPr>
          <p:spPr>
            <a:xfrm>
              <a:off x="8480076" y="420018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6" name="Google Shape;3556;p44"/>
            <p:cNvSpPr/>
            <p:nvPr/>
          </p:nvSpPr>
          <p:spPr>
            <a:xfrm>
              <a:off x="8376348" y="430391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7" name="Google Shape;3557;p44"/>
            <p:cNvSpPr/>
            <p:nvPr/>
          </p:nvSpPr>
          <p:spPr>
            <a:xfrm>
              <a:off x="8376348" y="435571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8" name="Google Shape;3558;p44"/>
            <p:cNvSpPr/>
            <p:nvPr/>
          </p:nvSpPr>
          <p:spPr>
            <a:xfrm>
              <a:off x="8531871" y="4096462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9" name="Google Shape;3559;p44"/>
            <p:cNvSpPr/>
            <p:nvPr/>
          </p:nvSpPr>
          <p:spPr>
            <a:xfrm>
              <a:off x="8635598" y="4355712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0" name="Google Shape;3560;p44"/>
            <p:cNvSpPr/>
            <p:nvPr/>
          </p:nvSpPr>
          <p:spPr>
            <a:xfrm>
              <a:off x="8687393" y="44594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1" name="Google Shape;3561;p44"/>
            <p:cNvSpPr/>
            <p:nvPr/>
          </p:nvSpPr>
          <p:spPr>
            <a:xfrm>
              <a:off x="8272621" y="4511234"/>
              <a:ext cx="414772" cy="51795"/>
            </a:xfrm>
            <a:custGeom>
              <a:rect b="b" l="l" r="r" t="t"/>
              <a:pathLst>
                <a:path extrusionOk="0" h="51795" w="414772">
                  <a:moveTo>
                    <a:pt x="0" y="0"/>
                  </a:moveTo>
                  <a:lnTo>
                    <a:pt x="414772" y="0"/>
                  </a:lnTo>
                  <a:lnTo>
                    <a:pt x="414772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2" name="Google Shape;3562;p44"/>
            <p:cNvSpPr/>
            <p:nvPr/>
          </p:nvSpPr>
          <p:spPr>
            <a:xfrm>
              <a:off x="8583803" y="4200189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3"/>
                  </a:lnTo>
                  <a:lnTo>
                    <a:pt x="0" y="155523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3" name="Google Shape;3563;p44"/>
            <p:cNvSpPr/>
            <p:nvPr/>
          </p:nvSpPr>
          <p:spPr>
            <a:xfrm>
              <a:off x="7546804" y="3733622"/>
              <a:ext cx="207454" cy="51795"/>
            </a:xfrm>
            <a:custGeom>
              <a:rect b="b" l="l" r="r" t="t"/>
              <a:pathLst>
                <a:path extrusionOk="0" h="51795" w="207454">
                  <a:moveTo>
                    <a:pt x="0" y="0"/>
                  </a:moveTo>
                  <a:lnTo>
                    <a:pt x="207455" y="0"/>
                  </a:lnTo>
                  <a:lnTo>
                    <a:pt x="20745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4" name="Google Shape;3564;p44"/>
            <p:cNvSpPr/>
            <p:nvPr/>
          </p:nvSpPr>
          <p:spPr>
            <a:xfrm>
              <a:off x="7132031" y="4044667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2"/>
                  </a:lnTo>
                  <a:lnTo>
                    <a:pt x="0" y="155522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5" name="Google Shape;3565;p44"/>
            <p:cNvSpPr/>
            <p:nvPr/>
          </p:nvSpPr>
          <p:spPr>
            <a:xfrm>
              <a:off x="8220826" y="44594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6" name="Google Shape;3566;p44"/>
            <p:cNvSpPr/>
            <p:nvPr/>
          </p:nvSpPr>
          <p:spPr>
            <a:xfrm>
              <a:off x="7909781" y="44594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7" name="Google Shape;3567;p44"/>
            <p:cNvSpPr/>
            <p:nvPr/>
          </p:nvSpPr>
          <p:spPr>
            <a:xfrm>
              <a:off x="7287554" y="44594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8" name="Google Shape;3568;p44"/>
            <p:cNvSpPr/>
            <p:nvPr/>
          </p:nvSpPr>
          <p:spPr>
            <a:xfrm>
              <a:off x="7961576" y="4511234"/>
              <a:ext cx="259249" cy="51795"/>
            </a:xfrm>
            <a:custGeom>
              <a:rect b="b" l="l" r="r" t="t"/>
              <a:pathLst>
                <a:path extrusionOk="0" h="51795" w="259249">
                  <a:moveTo>
                    <a:pt x="0" y="0"/>
                  </a:moveTo>
                  <a:lnTo>
                    <a:pt x="259250" y="0"/>
                  </a:lnTo>
                  <a:lnTo>
                    <a:pt x="259250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9" name="Google Shape;3569;p44"/>
            <p:cNvSpPr/>
            <p:nvPr/>
          </p:nvSpPr>
          <p:spPr>
            <a:xfrm rot="10800000">
              <a:off x="8583803" y="4252121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0" name="Google Shape;3570;p44"/>
            <p:cNvSpPr/>
            <p:nvPr/>
          </p:nvSpPr>
          <p:spPr>
            <a:xfrm>
              <a:off x="7132031" y="404466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1" name="Google Shape;3571;p44"/>
            <p:cNvSpPr/>
            <p:nvPr/>
          </p:nvSpPr>
          <p:spPr>
            <a:xfrm>
              <a:off x="6872782" y="3474372"/>
              <a:ext cx="570294" cy="570294"/>
            </a:xfrm>
            <a:custGeom>
              <a:rect b="b" l="l" r="r" t="t"/>
              <a:pathLst>
                <a:path extrusionOk="0" h="570294" w="570294">
                  <a:moveTo>
                    <a:pt x="570295" y="103727"/>
                  </a:moveTo>
                  <a:lnTo>
                    <a:pt x="570295" y="259250"/>
                  </a:lnTo>
                  <a:lnTo>
                    <a:pt x="518500" y="259250"/>
                  </a:lnTo>
                  <a:lnTo>
                    <a:pt x="518500" y="362977"/>
                  </a:lnTo>
                  <a:lnTo>
                    <a:pt x="414772" y="362977"/>
                  </a:lnTo>
                  <a:lnTo>
                    <a:pt x="414772" y="414772"/>
                  </a:lnTo>
                  <a:lnTo>
                    <a:pt x="362977" y="414772"/>
                  </a:lnTo>
                  <a:lnTo>
                    <a:pt x="362977" y="466568"/>
                  </a:lnTo>
                  <a:lnTo>
                    <a:pt x="311045" y="466568"/>
                  </a:lnTo>
                  <a:lnTo>
                    <a:pt x="311045" y="570295"/>
                  </a:lnTo>
                  <a:lnTo>
                    <a:pt x="207454" y="570295"/>
                  </a:lnTo>
                  <a:lnTo>
                    <a:pt x="207454" y="518500"/>
                  </a:lnTo>
                  <a:lnTo>
                    <a:pt x="103727" y="518500"/>
                  </a:lnTo>
                  <a:lnTo>
                    <a:pt x="103727" y="466568"/>
                  </a:lnTo>
                  <a:lnTo>
                    <a:pt x="51932" y="466568"/>
                  </a:lnTo>
                  <a:lnTo>
                    <a:pt x="51932" y="362977"/>
                  </a:lnTo>
                  <a:lnTo>
                    <a:pt x="0" y="362977"/>
                  </a:lnTo>
                  <a:lnTo>
                    <a:pt x="0" y="207318"/>
                  </a:lnTo>
                  <a:lnTo>
                    <a:pt x="51932" y="207318"/>
                  </a:lnTo>
                  <a:lnTo>
                    <a:pt x="51932" y="103727"/>
                  </a:lnTo>
                  <a:lnTo>
                    <a:pt x="103727" y="103727"/>
                  </a:lnTo>
                  <a:lnTo>
                    <a:pt x="103727" y="51795"/>
                  </a:lnTo>
                  <a:lnTo>
                    <a:pt x="207454" y="51795"/>
                  </a:lnTo>
                  <a:lnTo>
                    <a:pt x="207454" y="0"/>
                  </a:lnTo>
                  <a:lnTo>
                    <a:pt x="414772" y="0"/>
                  </a:lnTo>
                  <a:lnTo>
                    <a:pt x="414772" y="51795"/>
                  </a:lnTo>
                  <a:lnTo>
                    <a:pt x="518500" y="51795"/>
                  </a:lnTo>
                  <a:lnTo>
                    <a:pt x="518500" y="103727"/>
                  </a:lnTo>
                  <a:lnTo>
                    <a:pt x="570295" y="103727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2" name="Google Shape;3572;p44"/>
            <p:cNvSpPr/>
            <p:nvPr/>
          </p:nvSpPr>
          <p:spPr>
            <a:xfrm>
              <a:off x="7391281" y="378541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3" name="Google Shape;3573;p44"/>
            <p:cNvSpPr/>
            <p:nvPr/>
          </p:nvSpPr>
          <p:spPr>
            <a:xfrm>
              <a:off x="8013508" y="2852145"/>
              <a:ext cx="207317" cy="1192521"/>
            </a:xfrm>
            <a:custGeom>
              <a:rect b="b" l="l" r="r" t="t"/>
              <a:pathLst>
                <a:path extrusionOk="0" h="1192521" w="207317">
                  <a:moveTo>
                    <a:pt x="207317" y="414772"/>
                  </a:moveTo>
                  <a:lnTo>
                    <a:pt x="207317" y="829545"/>
                  </a:lnTo>
                  <a:lnTo>
                    <a:pt x="155522" y="829545"/>
                  </a:lnTo>
                  <a:lnTo>
                    <a:pt x="155522" y="1192522"/>
                  </a:lnTo>
                  <a:lnTo>
                    <a:pt x="103590" y="1192522"/>
                  </a:lnTo>
                  <a:lnTo>
                    <a:pt x="103590" y="933272"/>
                  </a:lnTo>
                  <a:lnTo>
                    <a:pt x="51795" y="933272"/>
                  </a:lnTo>
                  <a:lnTo>
                    <a:pt x="51795" y="622227"/>
                  </a:lnTo>
                  <a:lnTo>
                    <a:pt x="0" y="622227"/>
                  </a:lnTo>
                  <a:lnTo>
                    <a:pt x="0" y="311182"/>
                  </a:lnTo>
                  <a:lnTo>
                    <a:pt x="51795" y="311182"/>
                  </a:lnTo>
                  <a:lnTo>
                    <a:pt x="51795" y="0"/>
                  </a:lnTo>
                  <a:lnTo>
                    <a:pt x="103590" y="0"/>
                  </a:lnTo>
                  <a:lnTo>
                    <a:pt x="103590" y="155660"/>
                  </a:lnTo>
                  <a:lnTo>
                    <a:pt x="155522" y="155660"/>
                  </a:lnTo>
                  <a:lnTo>
                    <a:pt x="155522" y="414772"/>
                  </a:lnTo>
                  <a:lnTo>
                    <a:pt x="207317" y="414772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4" name="Google Shape;3574;p44"/>
            <p:cNvSpPr/>
            <p:nvPr/>
          </p:nvSpPr>
          <p:spPr>
            <a:xfrm>
              <a:off x="8065303" y="39409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5" name="Google Shape;3575;p44"/>
            <p:cNvSpPr/>
            <p:nvPr/>
          </p:nvSpPr>
          <p:spPr>
            <a:xfrm>
              <a:off x="8376348" y="2904077"/>
              <a:ext cx="207454" cy="1088794"/>
            </a:xfrm>
            <a:custGeom>
              <a:rect b="b" l="l" r="r" t="t"/>
              <a:pathLst>
                <a:path extrusionOk="0" h="1088794" w="207454">
                  <a:moveTo>
                    <a:pt x="207455" y="311045"/>
                  </a:moveTo>
                  <a:lnTo>
                    <a:pt x="207455" y="622090"/>
                  </a:lnTo>
                  <a:lnTo>
                    <a:pt x="155523" y="622090"/>
                  </a:lnTo>
                  <a:lnTo>
                    <a:pt x="155523" y="933272"/>
                  </a:lnTo>
                  <a:lnTo>
                    <a:pt x="103727" y="933272"/>
                  </a:lnTo>
                  <a:lnTo>
                    <a:pt x="103727" y="1088795"/>
                  </a:lnTo>
                  <a:lnTo>
                    <a:pt x="51932" y="1088795"/>
                  </a:lnTo>
                  <a:lnTo>
                    <a:pt x="51932" y="829545"/>
                  </a:lnTo>
                  <a:lnTo>
                    <a:pt x="0" y="829545"/>
                  </a:lnTo>
                  <a:lnTo>
                    <a:pt x="0" y="414772"/>
                  </a:lnTo>
                  <a:lnTo>
                    <a:pt x="51932" y="414772"/>
                  </a:lnTo>
                  <a:lnTo>
                    <a:pt x="51932" y="155523"/>
                  </a:lnTo>
                  <a:lnTo>
                    <a:pt x="103727" y="155523"/>
                  </a:lnTo>
                  <a:lnTo>
                    <a:pt x="103727" y="0"/>
                  </a:lnTo>
                  <a:lnTo>
                    <a:pt x="155523" y="0"/>
                  </a:lnTo>
                  <a:lnTo>
                    <a:pt x="155523" y="311045"/>
                  </a:lnTo>
                  <a:lnTo>
                    <a:pt x="207455" y="311045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6" name="Google Shape;3576;p44"/>
            <p:cNvSpPr/>
            <p:nvPr/>
          </p:nvSpPr>
          <p:spPr>
            <a:xfrm>
              <a:off x="8376348" y="39409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7" name="Google Shape;3577;p44"/>
            <p:cNvSpPr/>
            <p:nvPr/>
          </p:nvSpPr>
          <p:spPr>
            <a:xfrm>
              <a:off x="8324553" y="37336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8" name="Google Shape;3578;p44"/>
            <p:cNvSpPr/>
            <p:nvPr/>
          </p:nvSpPr>
          <p:spPr>
            <a:xfrm>
              <a:off x="7961576" y="347437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9" name="Google Shape;3579;p44"/>
            <p:cNvSpPr/>
            <p:nvPr/>
          </p:nvSpPr>
          <p:spPr>
            <a:xfrm>
              <a:off x="8220826" y="32151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0" name="Google Shape;3580;p44"/>
            <p:cNvSpPr/>
            <p:nvPr/>
          </p:nvSpPr>
          <p:spPr>
            <a:xfrm>
              <a:off x="8169031" y="295587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1" name="Google Shape;3581;p44"/>
            <p:cNvSpPr/>
            <p:nvPr/>
          </p:nvSpPr>
          <p:spPr>
            <a:xfrm>
              <a:off x="8583803" y="352616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2" name="Google Shape;3582;p44"/>
            <p:cNvSpPr/>
            <p:nvPr/>
          </p:nvSpPr>
          <p:spPr>
            <a:xfrm>
              <a:off x="8531871" y="383734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3" name="Google Shape;3583;p44"/>
            <p:cNvSpPr/>
            <p:nvPr/>
          </p:nvSpPr>
          <p:spPr>
            <a:xfrm>
              <a:off x="8480076" y="3992871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4" name="Google Shape;3584;p44"/>
            <p:cNvSpPr/>
            <p:nvPr/>
          </p:nvSpPr>
          <p:spPr>
            <a:xfrm>
              <a:off x="8687393" y="451123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5" name="Google Shape;3585;p44"/>
            <p:cNvSpPr/>
            <p:nvPr/>
          </p:nvSpPr>
          <p:spPr>
            <a:xfrm>
              <a:off x="8220826" y="451123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6" name="Google Shape;3586;p44"/>
            <p:cNvSpPr/>
            <p:nvPr/>
          </p:nvSpPr>
          <p:spPr>
            <a:xfrm>
              <a:off x="7132031" y="420018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7" name="Google Shape;3587;p44"/>
            <p:cNvSpPr/>
            <p:nvPr/>
          </p:nvSpPr>
          <p:spPr>
            <a:xfrm>
              <a:off x="7028304" y="404466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8" name="Google Shape;3588;p44"/>
            <p:cNvSpPr/>
            <p:nvPr/>
          </p:nvSpPr>
          <p:spPr>
            <a:xfrm>
              <a:off x="6872781" y="39409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9" name="Google Shape;3589;p44"/>
            <p:cNvSpPr/>
            <p:nvPr/>
          </p:nvSpPr>
          <p:spPr>
            <a:xfrm>
              <a:off x="6820986" y="383734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0" name="Google Shape;3590;p44"/>
            <p:cNvSpPr/>
            <p:nvPr/>
          </p:nvSpPr>
          <p:spPr>
            <a:xfrm>
              <a:off x="6872781" y="352616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1" name="Google Shape;3591;p44"/>
            <p:cNvSpPr/>
            <p:nvPr/>
          </p:nvSpPr>
          <p:spPr>
            <a:xfrm>
              <a:off x="7391281" y="347437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2" name="Google Shape;3592;p44"/>
            <p:cNvSpPr/>
            <p:nvPr/>
          </p:nvSpPr>
          <p:spPr>
            <a:xfrm>
              <a:off x="7235759" y="44594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3" name="Google Shape;3593;p44"/>
            <p:cNvSpPr/>
            <p:nvPr/>
          </p:nvSpPr>
          <p:spPr>
            <a:xfrm>
              <a:off x="8376348" y="300780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4" name="Google Shape;3594;p44"/>
            <p:cNvSpPr/>
            <p:nvPr/>
          </p:nvSpPr>
          <p:spPr>
            <a:xfrm>
              <a:off x="7598599" y="3837349"/>
              <a:ext cx="155522" cy="51795"/>
            </a:xfrm>
            <a:custGeom>
              <a:rect b="b" l="l" r="r" t="t"/>
              <a:pathLst>
                <a:path extrusionOk="0" h="51795" w="155522">
                  <a:moveTo>
                    <a:pt x="0" y="0"/>
                  </a:moveTo>
                  <a:lnTo>
                    <a:pt x="155522" y="0"/>
                  </a:lnTo>
                  <a:lnTo>
                    <a:pt x="155522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5" name="Google Shape;3595;p44"/>
            <p:cNvSpPr/>
            <p:nvPr/>
          </p:nvSpPr>
          <p:spPr>
            <a:xfrm>
              <a:off x="7806053" y="3889144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6" name="Google Shape;3596;p44"/>
            <p:cNvSpPr/>
            <p:nvPr/>
          </p:nvSpPr>
          <p:spPr>
            <a:xfrm>
              <a:off x="7961576" y="39409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7" name="Google Shape;3597;p44"/>
            <p:cNvSpPr/>
            <p:nvPr/>
          </p:nvSpPr>
          <p:spPr>
            <a:xfrm>
              <a:off x="7857849" y="3992871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836C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8" name="Google Shape;3598;p44"/>
            <p:cNvSpPr/>
            <p:nvPr/>
          </p:nvSpPr>
          <p:spPr>
            <a:xfrm>
              <a:off x="7806053" y="404466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9" name="Google Shape;3599;p44"/>
            <p:cNvSpPr/>
            <p:nvPr/>
          </p:nvSpPr>
          <p:spPr>
            <a:xfrm>
              <a:off x="7702326" y="3940939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0" name="Google Shape;3600;p44"/>
            <p:cNvSpPr/>
            <p:nvPr/>
          </p:nvSpPr>
          <p:spPr>
            <a:xfrm>
              <a:off x="7546804" y="388914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1" name="Google Shape;3601;p44"/>
            <p:cNvSpPr/>
            <p:nvPr/>
          </p:nvSpPr>
          <p:spPr>
            <a:xfrm>
              <a:off x="7650531" y="3992871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2" name="Google Shape;3602;p44"/>
            <p:cNvSpPr/>
            <p:nvPr/>
          </p:nvSpPr>
          <p:spPr>
            <a:xfrm>
              <a:off x="7495008" y="39409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3" name="Google Shape;3603;p44"/>
            <p:cNvSpPr/>
            <p:nvPr/>
          </p:nvSpPr>
          <p:spPr>
            <a:xfrm>
              <a:off x="7909781" y="3992871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4" name="Google Shape;3604;p44"/>
            <p:cNvSpPr/>
            <p:nvPr/>
          </p:nvSpPr>
          <p:spPr>
            <a:xfrm>
              <a:off x="7650531" y="3889144"/>
              <a:ext cx="155522" cy="51795"/>
            </a:xfrm>
            <a:custGeom>
              <a:rect b="b" l="l" r="r" t="t"/>
              <a:pathLst>
                <a:path extrusionOk="0" h="51795" w="155522">
                  <a:moveTo>
                    <a:pt x="0" y="0"/>
                  </a:moveTo>
                  <a:lnTo>
                    <a:pt x="155523" y="0"/>
                  </a:lnTo>
                  <a:lnTo>
                    <a:pt x="155523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5" name="Google Shape;3605;p44"/>
            <p:cNvSpPr/>
            <p:nvPr/>
          </p:nvSpPr>
          <p:spPr>
            <a:xfrm>
              <a:off x="7806053" y="3940939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6" name="Google Shape;3606;p44"/>
            <p:cNvSpPr/>
            <p:nvPr/>
          </p:nvSpPr>
          <p:spPr>
            <a:xfrm>
              <a:off x="7546804" y="3837349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7" name="Google Shape;3607;p44"/>
            <p:cNvSpPr/>
            <p:nvPr/>
          </p:nvSpPr>
          <p:spPr>
            <a:xfrm>
              <a:off x="7806053" y="44594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8" name="Google Shape;3608;p44"/>
            <p:cNvSpPr/>
            <p:nvPr/>
          </p:nvSpPr>
          <p:spPr>
            <a:xfrm>
              <a:off x="7702326" y="44594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9" name="Google Shape;3609;p44"/>
            <p:cNvSpPr/>
            <p:nvPr/>
          </p:nvSpPr>
          <p:spPr>
            <a:xfrm>
              <a:off x="7754258" y="414839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0" name="Google Shape;3610;p44"/>
            <p:cNvSpPr/>
            <p:nvPr/>
          </p:nvSpPr>
          <p:spPr>
            <a:xfrm>
              <a:off x="7598599" y="409646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1" name="Google Shape;3611;p44"/>
            <p:cNvSpPr/>
            <p:nvPr/>
          </p:nvSpPr>
          <p:spPr>
            <a:xfrm>
              <a:off x="7546804" y="4252121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2" name="Google Shape;3612;p44"/>
            <p:cNvSpPr/>
            <p:nvPr/>
          </p:nvSpPr>
          <p:spPr>
            <a:xfrm>
              <a:off x="7339486" y="378541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3" name="Google Shape;3613;p44"/>
            <p:cNvSpPr/>
            <p:nvPr/>
          </p:nvSpPr>
          <p:spPr>
            <a:xfrm>
              <a:off x="7391281" y="3578099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4" name="Google Shape;3614;p44"/>
            <p:cNvSpPr/>
            <p:nvPr/>
          </p:nvSpPr>
          <p:spPr>
            <a:xfrm>
              <a:off x="8117098" y="3007804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5" name="Google Shape;3615;p44"/>
            <p:cNvSpPr/>
            <p:nvPr/>
          </p:nvSpPr>
          <p:spPr>
            <a:xfrm>
              <a:off x="8531871" y="3318849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6" name="Google Shape;3616;p44"/>
            <p:cNvSpPr/>
            <p:nvPr/>
          </p:nvSpPr>
          <p:spPr>
            <a:xfrm>
              <a:off x="8117098" y="316332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7" name="Google Shape;3617;p44"/>
            <p:cNvSpPr/>
            <p:nvPr/>
          </p:nvSpPr>
          <p:spPr>
            <a:xfrm>
              <a:off x="8531871" y="32151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8" name="Google Shape;3618;p44"/>
            <p:cNvSpPr/>
            <p:nvPr/>
          </p:nvSpPr>
          <p:spPr>
            <a:xfrm>
              <a:off x="8169031" y="3266917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2"/>
                  </a:lnTo>
                  <a:lnTo>
                    <a:pt x="0" y="155522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9" name="Google Shape;3619;p44"/>
            <p:cNvSpPr/>
            <p:nvPr/>
          </p:nvSpPr>
          <p:spPr>
            <a:xfrm>
              <a:off x="8480076" y="2904077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0" name="Google Shape;3620;p44"/>
            <p:cNvSpPr/>
            <p:nvPr/>
          </p:nvSpPr>
          <p:spPr>
            <a:xfrm>
              <a:off x="8531871" y="347437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1" name="Google Shape;3621;p44"/>
            <p:cNvSpPr/>
            <p:nvPr/>
          </p:nvSpPr>
          <p:spPr>
            <a:xfrm>
              <a:off x="8428280" y="3059599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2" name="Google Shape;3622;p44"/>
            <p:cNvSpPr/>
            <p:nvPr/>
          </p:nvSpPr>
          <p:spPr>
            <a:xfrm>
              <a:off x="8065303" y="2852145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3" name="Google Shape;3623;p44"/>
            <p:cNvSpPr/>
            <p:nvPr/>
          </p:nvSpPr>
          <p:spPr>
            <a:xfrm>
              <a:off x="7287554" y="3526167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8" y="0"/>
                  </a:lnTo>
                  <a:lnTo>
                    <a:pt x="103728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4" name="Google Shape;3624;p44"/>
            <p:cNvSpPr/>
            <p:nvPr/>
          </p:nvSpPr>
          <p:spPr>
            <a:xfrm>
              <a:off x="7132031" y="3474372"/>
              <a:ext cx="155522" cy="51795"/>
            </a:xfrm>
            <a:custGeom>
              <a:rect b="b" l="l" r="r" t="t"/>
              <a:pathLst>
                <a:path extrusionOk="0" h="51795" w="155522">
                  <a:moveTo>
                    <a:pt x="0" y="0"/>
                  </a:moveTo>
                  <a:lnTo>
                    <a:pt x="155523" y="0"/>
                  </a:lnTo>
                  <a:lnTo>
                    <a:pt x="155523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5" name="Google Shape;3625;p44"/>
            <p:cNvSpPr/>
            <p:nvPr/>
          </p:nvSpPr>
          <p:spPr>
            <a:xfrm>
              <a:off x="7495008" y="420018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6" name="Google Shape;3626;p44"/>
            <p:cNvSpPr/>
            <p:nvPr/>
          </p:nvSpPr>
          <p:spPr>
            <a:xfrm>
              <a:off x="7598599" y="435571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7" name="Google Shape;3627;p44"/>
            <p:cNvSpPr/>
            <p:nvPr/>
          </p:nvSpPr>
          <p:spPr>
            <a:xfrm>
              <a:off x="7443076" y="404466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8" name="Google Shape;3628;p44"/>
            <p:cNvSpPr/>
            <p:nvPr/>
          </p:nvSpPr>
          <p:spPr>
            <a:xfrm>
              <a:off x="8117098" y="44594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9" name="Google Shape;3629;p44"/>
            <p:cNvSpPr/>
            <p:nvPr/>
          </p:nvSpPr>
          <p:spPr>
            <a:xfrm>
              <a:off x="8583803" y="44594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0" name="Google Shape;3630;p44"/>
            <p:cNvSpPr/>
            <p:nvPr/>
          </p:nvSpPr>
          <p:spPr>
            <a:xfrm>
              <a:off x="8480076" y="44594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1" name="Google Shape;3631;p44"/>
            <p:cNvSpPr/>
            <p:nvPr/>
          </p:nvSpPr>
          <p:spPr>
            <a:xfrm>
              <a:off x="8013508" y="44594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32" name="Google Shape;3632;p44"/>
          <p:cNvGrpSpPr/>
          <p:nvPr/>
        </p:nvGrpSpPr>
        <p:grpSpPr>
          <a:xfrm>
            <a:off x="1004734" y="3085120"/>
            <a:ext cx="1191602" cy="1125294"/>
            <a:chOff x="8791121" y="2800350"/>
            <a:chExt cx="1866544" cy="1762679"/>
          </a:xfrm>
        </p:grpSpPr>
        <p:sp>
          <p:nvSpPr>
            <p:cNvPr id="3633" name="Google Shape;3633;p44"/>
            <p:cNvSpPr/>
            <p:nvPr/>
          </p:nvSpPr>
          <p:spPr>
            <a:xfrm>
              <a:off x="9516938" y="4511234"/>
              <a:ext cx="570294" cy="51795"/>
            </a:xfrm>
            <a:custGeom>
              <a:rect b="b" l="l" r="r" t="t"/>
              <a:pathLst>
                <a:path extrusionOk="0" h="51795" w="570294">
                  <a:moveTo>
                    <a:pt x="0" y="0"/>
                  </a:moveTo>
                  <a:lnTo>
                    <a:pt x="570295" y="0"/>
                  </a:lnTo>
                  <a:lnTo>
                    <a:pt x="5702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4" name="Google Shape;3634;p44"/>
            <p:cNvSpPr/>
            <p:nvPr/>
          </p:nvSpPr>
          <p:spPr>
            <a:xfrm>
              <a:off x="9465143" y="44594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5" name="Google Shape;3635;p44"/>
            <p:cNvSpPr/>
            <p:nvPr/>
          </p:nvSpPr>
          <p:spPr>
            <a:xfrm>
              <a:off x="9413348" y="4355712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6" name="Google Shape;3636;p44"/>
            <p:cNvSpPr/>
            <p:nvPr/>
          </p:nvSpPr>
          <p:spPr>
            <a:xfrm>
              <a:off x="9724393" y="3992871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7" name="Google Shape;3637;p44"/>
            <p:cNvSpPr/>
            <p:nvPr/>
          </p:nvSpPr>
          <p:spPr>
            <a:xfrm>
              <a:off x="9879915" y="409646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8" name="Google Shape;3638;p44"/>
            <p:cNvSpPr/>
            <p:nvPr/>
          </p:nvSpPr>
          <p:spPr>
            <a:xfrm>
              <a:off x="9879915" y="4252121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9" name="Google Shape;3639;p44"/>
            <p:cNvSpPr/>
            <p:nvPr/>
          </p:nvSpPr>
          <p:spPr>
            <a:xfrm>
              <a:off x="9828120" y="4303917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6" y="0"/>
                  </a:lnTo>
                  <a:lnTo>
                    <a:pt x="51796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0" name="Google Shape;3640;p44"/>
            <p:cNvSpPr/>
            <p:nvPr/>
          </p:nvSpPr>
          <p:spPr>
            <a:xfrm>
              <a:off x="9879915" y="4407644"/>
              <a:ext cx="207454" cy="51795"/>
            </a:xfrm>
            <a:custGeom>
              <a:rect b="b" l="l" r="r" t="t"/>
              <a:pathLst>
                <a:path extrusionOk="0" h="51795" w="207454">
                  <a:moveTo>
                    <a:pt x="0" y="0"/>
                  </a:moveTo>
                  <a:lnTo>
                    <a:pt x="207455" y="0"/>
                  </a:lnTo>
                  <a:lnTo>
                    <a:pt x="20745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1" name="Google Shape;3641;p44"/>
            <p:cNvSpPr/>
            <p:nvPr/>
          </p:nvSpPr>
          <p:spPr>
            <a:xfrm>
              <a:off x="10087370" y="44594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2" name="Google Shape;3642;p44"/>
            <p:cNvSpPr/>
            <p:nvPr/>
          </p:nvSpPr>
          <p:spPr>
            <a:xfrm>
              <a:off x="10190960" y="44594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078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3" name="Google Shape;3643;p44"/>
            <p:cNvSpPr/>
            <p:nvPr/>
          </p:nvSpPr>
          <p:spPr>
            <a:xfrm>
              <a:off x="10294688" y="440764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4" name="Google Shape;3644;p44"/>
            <p:cNvSpPr/>
            <p:nvPr/>
          </p:nvSpPr>
          <p:spPr>
            <a:xfrm>
              <a:off x="10346620" y="44594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5" name="Google Shape;3645;p44"/>
            <p:cNvSpPr/>
            <p:nvPr/>
          </p:nvSpPr>
          <p:spPr>
            <a:xfrm>
              <a:off x="10139165" y="4511234"/>
              <a:ext cx="207454" cy="51795"/>
            </a:xfrm>
            <a:custGeom>
              <a:rect b="b" l="l" r="r" t="t"/>
              <a:pathLst>
                <a:path extrusionOk="0" h="51795" w="207454">
                  <a:moveTo>
                    <a:pt x="0" y="0"/>
                  </a:moveTo>
                  <a:lnTo>
                    <a:pt x="207455" y="0"/>
                  </a:lnTo>
                  <a:lnTo>
                    <a:pt x="20745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6" name="Google Shape;3646;p44"/>
            <p:cNvSpPr/>
            <p:nvPr/>
          </p:nvSpPr>
          <p:spPr>
            <a:xfrm>
              <a:off x="10398415" y="440764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7" name="Google Shape;3647;p44"/>
            <p:cNvSpPr/>
            <p:nvPr/>
          </p:nvSpPr>
          <p:spPr>
            <a:xfrm>
              <a:off x="10346620" y="440764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8" name="Google Shape;3648;p44"/>
            <p:cNvSpPr/>
            <p:nvPr/>
          </p:nvSpPr>
          <p:spPr>
            <a:xfrm>
              <a:off x="10346620" y="4096462"/>
              <a:ext cx="51795" cy="311045"/>
            </a:xfrm>
            <a:custGeom>
              <a:rect b="b" l="l" r="r" t="t"/>
              <a:pathLst>
                <a:path extrusionOk="0" h="311045" w="51795">
                  <a:moveTo>
                    <a:pt x="0" y="0"/>
                  </a:moveTo>
                  <a:lnTo>
                    <a:pt x="51795" y="0"/>
                  </a:lnTo>
                  <a:lnTo>
                    <a:pt x="51795" y="311045"/>
                  </a:lnTo>
                  <a:lnTo>
                    <a:pt x="0" y="31104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9" name="Google Shape;3649;p44"/>
            <p:cNvSpPr/>
            <p:nvPr/>
          </p:nvSpPr>
          <p:spPr>
            <a:xfrm>
              <a:off x="10450210" y="44594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0" name="Google Shape;3650;p44"/>
            <p:cNvSpPr/>
            <p:nvPr/>
          </p:nvSpPr>
          <p:spPr>
            <a:xfrm>
              <a:off x="10398415" y="44594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1" name="Google Shape;3651;p44"/>
            <p:cNvSpPr/>
            <p:nvPr/>
          </p:nvSpPr>
          <p:spPr>
            <a:xfrm>
              <a:off x="10398415" y="451123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2" name="Google Shape;3652;p44"/>
            <p:cNvSpPr/>
            <p:nvPr/>
          </p:nvSpPr>
          <p:spPr>
            <a:xfrm>
              <a:off x="9931847" y="4148394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6" y="0"/>
                  </a:lnTo>
                  <a:lnTo>
                    <a:pt x="51796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3" name="Google Shape;3653;p44"/>
            <p:cNvSpPr/>
            <p:nvPr/>
          </p:nvSpPr>
          <p:spPr>
            <a:xfrm>
              <a:off x="10087370" y="4044667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4" name="Google Shape;3654;p44"/>
            <p:cNvSpPr/>
            <p:nvPr/>
          </p:nvSpPr>
          <p:spPr>
            <a:xfrm>
              <a:off x="10035438" y="3889144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6" y="0"/>
                  </a:lnTo>
                  <a:lnTo>
                    <a:pt x="51796" y="155522"/>
                  </a:lnTo>
                  <a:lnTo>
                    <a:pt x="0" y="155522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5" name="Google Shape;3655;p44"/>
            <p:cNvSpPr/>
            <p:nvPr/>
          </p:nvSpPr>
          <p:spPr>
            <a:xfrm>
              <a:off x="9776188" y="4044667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8" y="0"/>
                  </a:lnTo>
                  <a:lnTo>
                    <a:pt x="103728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6" name="Google Shape;3656;p44"/>
            <p:cNvSpPr/>
            <p:nvPr/>
          </p:nvSpPr>
          <p:spPr>
            <a:xfrm>
              <a:off x="9413348" y="4096462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7" name="Google Shape;3657;p44"/>
            <p:cNvSpPr/>
            <p:nvPr/>
          </p:nvSpPr>
          <p:spPr>
            <a:xfrm>
              <a:off x="9465143" y="404466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8" name="Google Shape;3658;p44"/>
            <p:cNvSpPr/>
            <p:nvPr/>
          </p:nvSpPr>
          <p:spPr>
            <a:xfrm>
              <a:off x="9516938" y="3940939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9" name="Google Shape;3659;p44"/>
            <p:cNvSpPr/>
            <p:nvPr/>
          </p:nvSpPr>
          <p:spPr>
            <a:xfrm>
              <a:off x="9620665" y="3785417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0" name="Google Shape;3660;p44"/>
            <p:cNvSpPr/>
            <p:nvPr/>
          </p:nvSpPr>
          <p:spPr>
            <a:xfrm>
              <a:off x="9568870" y="388914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1" name="Google Shape;3661;p44"/>
            <p:cNvSpPr/>
            <p:nvPr/>
          </p:nvSpPr>
          <p:spPr>
            <a:xfrm>
              <a:off x="9672598" y="37336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2" name="Google Shape;3662;p44"/>
            <p:cNvSpPr/>
            <p:nvPr/>
          </p:nvSpPr>
          <p:spPr>
            <a:xfrm>
              <a:off x="9724393" y="3681689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3" name="Google Shape;3663;p44"/>
            <p:cNvSpPr/>
            <p:nvPr/>
          </p:nvSpPr>
          <p:spPr>
            <a:xfrm>
              <a:off x="9828120" y="3629894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8" y="0"/>
                  </a:lnTo>
                  <a:lnTo>
                    <a:pt x="103728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4" name="Google Shape;3664;p44"/>
            <p:cNvSpPr/>
            <p:nvPr/>
          </p:nvSpPr>
          <p:spPr>
            <a:xfrm>
              <a:off x="9931847" y="3578099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8" y="0"/>
                  </a:lnTo>
                  <a:lnTo>
                    <a:pt x="103728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5" name="Google Shape;3665;p44"/>
            <p:cNvSpPr/>
            <p:nvPr/>
          </p:nvSpPr>
          <p:spPr>
            <a:xfrm>
              <a:off x="10035438" y="352616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6" name="Google Shape;3666;p44"/>
            <p:cNvSpPr/>
            <p:nvPr/>
          </p:nvSpPr>
          <p:spPr>
            <a:xfrm>
              <a:off x="10139165" y="3422577"/>
              <a:ext cx="155522" cy="51795"/>
            </a:xfrm>
            <a:custGeom>
              <a:rect b="b" l="l" r="r" t="t"/>
              <a:pathLst>
                <a:path extrusionOk="0" h="51795" w="155522">
                  <a:moveTo>
                    <a:pt x="0" y="0"/>
                  </a:moveTo>
                  <a:lnTo>
                    <a:pt x="155522" y="0"/>
                  </a:lnTo>
                  <a:lnTo>
                    <a:pt x="155522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7" name="Google Shape;3667;p44"/>
            <p:cNvSpPr/>
            <p:nvPr/>
          </p:nvSpPr>
          <p:spPr>
            <a:xfrm>
              <a:off x="10294688" y="3370644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8" name="Google Shape;3668;p44"/>
            <p:cNvSpPr/>
            <p:nvPr/>
          </p:nvSpPr>
          <p:spPr>
            <a:xfrm>
              <a:off x="10035438" y="342257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9" name="Google Shape;3669;p44"/>
            <p:cNvSpPr/>
            <p:nvPr/>
          </p:nvSpPr>
          <p:spPr>
            <a:xfrm>
              <a:off x="9983643" y="337064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0" name="Google Shape;3670;p44"/>
            <p:cNvSpPr/>
            <p:nvPr/>
          </p:nvSpPr>
          <p:spPr>
            <a:xfrm>
              <a:off x="9931847" y="3266917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6" y="0"/>
                  </a:lnTo>
                  <a:lnTo>
                    <a:pt x="51796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1" name="Google Shape;3671;p44"/>
            <p:cNvSpPr/>
            <p:nvPr/>
          </p:nvSpPr>
          <p:spPr>
            <a:xfrm>
              <a:off x="9983643" y="32151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2" name="Google Shape;3672;p44"/>
            <p:cNvSpPr/>
            <p:nvPr/>
          </p:nvSpPr>
          <p:spPr>
            <a:xfrm>
              <a:off x="10035438" y="316332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3" name="Google Shape;3673;p44"/>
            <p:cNvSpPr/>
            <p:nvPr/>
          </p:nvSpPr>
          <p:spPr>
            <a:xfrm>
              <a:off x="10087370" y="3111395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4" name="Google Shape;3674;p44"/>
            <p:cNvSpPr/>
            <p:nvPr/>
          </p:nvSpPr>
          <p:spPr>
            <a:xfrm>
              <a:off x="10450210" y="3474372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5" name="Google Shape;3675;p44"/>
            <p:cNvSpPr/>
            <p:nvPr/>
          </p:nvSpPr>
          <p:spPr>
            <a:xfrm>
              <a:off x="10398415" y="3578099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6" y="0"/>
                  </a:lnTo>
                  <a:lnTo>
                    <a:pt x="51796" y="155523"/>
                  </a:lnTo>
                  <a:lnTo>
                    <a:pt x="0" y="155523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6" name="Google Shape;3676;p44"/>
            <p:cNvSpPr/>
            <p:nvPr/>
          </p:nvSpPr>
          <p:spPr>
            <a:xfrm>
              <a:off x="10346620" y="3733622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3"/>
                  </a:lnTo>
                  <a:lnTo>
                    <a:pt x="0" y="155523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7" name="Google Shape;3677;p44"/>
            <p:cNvSpPr/>
            <p:nvPr/>
          </p:nvSpPr>
          <p:spPr>
            <a:xfrm>
              <a:off x="10294688" y="3889144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2"/>
                  </a:lnTo>
                  <a:lnTo>
                    <a:pt x="0" y="155522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8" name="Google Shape;3678;p44"/>
            <p:cNvSpPr/>
            <p:nvPr/>
          </p:nvSpPr>
          <p:spPr>
            <a:xfrm>
              <a:off x="10398415" y="3940939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6" y="0"/>
                  </a:lnTo>
                  <a:lnTo>
                    <a:pt x="51796" y="155522"/>
                  </a:lnTo>
                  <a:lnTo>
                    <a:pt x="0" y="155522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9" name="Google Shape;3679;p44"/>
            <p:cNvSpPr/>
            <p:nvPr/>
          </p:nvSpPr>
          <p:spPr>
            <a:xfrm>
              <a:off x="10450210" y="3733622"/>
              <a:ext cx="51795" cy="207454"/>
            </a:xfrm>
            <a:custGeom>
              <a:rect b="b" l="l" r="r" t="t"/>
              <a:pathLst>
                <a:path extrusionOk="0" h="207454" w="51795">
                  <a:moveTo>
                    <a:pt x="0" y="0"/>
                  </a:moveTo>
                  <a:lnTo>
                    <a:pt x="51795" y="0"/>
                  </a:lnTo>
                  <a:lnTo>
                    <a:pt x="51795" y="207455"/>
                  </a:lnTo>
                  <a:lnTo>
                    <a:pt x="0" y="20745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0" name="Google Shape;3680;p44"/>
            <p:cNvSpPr/>
            <p:nvPr/>
          </p:nvSpPr>
          <p:spPr>
            <a:xfrm>
              <a:off x="10294687" y="3733622"/>
              <a:ext cx="155522" cy="674022"/>
            </a:xfrm>
            <a:custGeom>
              <a:rect b="b" l="l" r="r" t="t"/>
              <a:pathLst>
                <a:path extrusionOk="0" h="674022" w="155522">
                  <a:moveTo>
                    <a:pt x="155522" y="0"/>
                  </a:moveTo>
                  <a:lnTo>
                    <a:pt x="155522" y="207318"/>
                  </a:lnTo>
                  <a:lnTo>
                    <a:pt x="103727" y="207318"/>
                  </a:lnTo>
                  <a:lnTo>
                    <a:pt x="103727" y="362840"/>
                  </a:lnTo>
                  <a:lnTo>
                    <a:pt x="51932" y="362840"/>
                  </a:lnTo>
                  <a:lnTo>
                    <a:pt x="51932" y="674022"/>
                  </a:lnTo>
                  <a:lnTo>
                    <a:pt x="0" y="674022"/>
                  </a:lnTo>
                  <a:lnTo>
                    <a:pt x="0" y="311045"/>
                  </a:lnTo>
                  <a:lnTo>
                    <a:pt x="51932" y="311045"/>
                  </a:lnTo>
                  <a:lnTo>
                    <a:pt x="51932" y="155523"/>
                  </a:lnTo>
                  <a:lnTo>
                    <a:pt x="103727" y="155523"/>
                  </a:lnTo>
                  <a:lnTo>
                    <a:pt x="103727" y="0"/>
                  </a:lnTo>
                  <a:lnTo>
                    <a:pt x="155522" y="0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1" name="Google Shape;3681;p44"/>
            <p:cNvSpPr/>
            <p:nvPr/>
          </p:nvSpPr>
          <p:spPr>
            <a:xfrm>
              <a:off x="10242892" y="4044667"/>
              <a:ext cx="51795" cy="362977"/>
            </a:xfrm>
            <a:custGeom>
              <a:rect b="b" l="l" r="r" t="t"/>
              <a:pathLst>
                <a:path extrusionOk="0" h="362977" w="51795">
                  <a:moveTo>
                    <a:pt x="0" y="0"/>
                  </a:moveTo>
                  <a:lnTo>
                    <a:pt x="51796" y="0"/>
                  </a:lnTo>
                  <a:lnTo>
                    <a:pt x="51796" y="362977"/>
                  </a:lnTo>
                  <a:lnTo>
                    <a:pt x="0" y="36297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2" name="Google Shape;3682;p44"/>
            <p:cNvSpPr/>
            <p:nvPr/>
          </p:nvSpPr>
          <p:spPr>
            <a:xfrm>
              <a:off x="10139165" y="4459439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8" y="0"/>
                  </a:lnTo>
                  <a:lnTo>
                    <a:pt x="103728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3" name="Google Shape;3683;p44"/>
            <p:cNvSpPr/>
            <p:nvPr/>
          </p:nvSpPr>
          <p:spPr>
            <a:xfrm>
              <a:off x="10139165" y="4148394"/>
              <a:ext cx="51795" cy="311045"/>
            </a:xfrm>
            <a:custGeom>
              <a:rect b="b" l="l" r="r" t="t"/>
              <a:pathLst>
                <a:path extrusionOk="0" h="311045" w="51795">
                  <a:moveTo>
                    <a:pt x="0" y="0"/>
                  </a:moveTo>
                  <a:lnTo>
                    <a:pt x="51796" y="0"/>
                  </a:lnTo>
                  <a:lnTo>
                    <a:pt x="51796" y="311045"/>
                  </a:lnTo>
                  <a:lnTo>
                    <a:pt x="0" y="31104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4" name="Google Shape;3684;p44"/>
            <p:cNvSpPr/>
            <p:nvPr/>
          </p:nvSpPr>
          <p:spPr>
            <a:xfrm>
              <a:off x="10398415" y="3059599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6" y="0"/>
                  </a:lnTo>
                  <a:lnTo>
                    <a:pt x="51796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5" name="Google Shape;3685;p44"/>
            <p:cNvSpPr/>
            <p:nvPr/>
          </p:nvSpPr>
          <p:spPr>
            <a:xfrm>
              <a:off x="10450210" y="2852145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6" name="Google Shape;3686;p44"/>
            <p:cNvSpPr/>
            <p:nvPr/>
          </p:nvSpPr>
          <p:spPr>
            <a:xfrm>
              <a:off x="10035438" y="290407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7" name="Google Shape;3687;p44"/>
            <p:cNvSpPr/>
            <p:nvPr/>
          </p:nvSpPr>
          <p:spPr>
            <a:xfrm>
              <a:off x="10502142" y="2800350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8" name="Google Shape;3688;p44"/>
            <p:cNvSpPr/>
            <p:nvPr/>
          </p:nvSpPr>
          <p:spPr>
            <a:xfrm>
              <a:off x="9983643" y="2852145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9" name="Google Shape;3689;p44"/>
            <p:cNvSpPr/>
            <p:nvPr/>
          </p:nvSpPr>
          <p:spPr>
            <a:xfrm>
              <a:off x="9983643" y="3059599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0" name="Google Shape;3690;p44"/>
            <p:cNvSpPr/>
            <p:nvPr/>
          </p:nvSpPr>
          <p:spPr>
            <a:xfrm>
              <a:off x="10502142" y="300780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078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1" name="Google Shape;3691;p44"/>
            <p:cNvSpPr/>
            <p:nvPr/>
          </p:nvSpPr>
          <p:spPr>
            <a:xfrm>
              <a:off x="10553937" y="300780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2" name="Google Shape;3692;p44"/>
            <p:cNvSpPr/>
            <p:nvPr/>
          </p:nvSpPr>
          <p:spPr>
            <a:xfrm rot="10800000">
              <a:off x="10605870" y="300766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3" name="Google Shape;3693;p44"/>
            <p:cNvSpPr/>
            <p:nvPr/>
          </p:nvSpPr>
          <p:spPr>
            <a:xfrm>
              <a:off x="10553937" y="305959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4" name="Google Shape;3694;p44"/>
            <p:cNvSpPr/>
            <p:nvPr/>
          </p:nvSpPr>
          <p:spPr>
            <a:xfrm>
              <a:off x="10502142" y="3111395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5" name="Google Shape;3695;p44"/>
            <p:cNvSpPr/>
            <p:nvPr/>
          </p:nvSpPr>
          <p:spPr>
            <a:xfrm>
              <a:off x="10553937" y="2852145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3"/>
                  </a:lnTo>
                  <a:lnTo>
                    <a:pt x="0" y="155523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6" name="Google Shape;3696;p44"/>
            <p:cNvSpPr/>
            <p:nvPr/>
          </p:nvSpPr>
          <p:spPr>
            <a:xfrm>
              <a:off x="9931847" y="2904077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6" y="0"/>
                  </a:lnTo>
                  <a:lnTo>
                    <a:pt x="51796" y="155523"/>
                  </a:lnTo>
                  <a:lnTo>
                    <a:pt x="0" y="155523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7" name="Google Shape;3697;p44"/>
            <p:cNvSpPr/>
            <p:nvPr/>
          </p:nvSpPr>
          <p:spPr>
            <a:xfrm>
              <a:off x="10398415" y="2904077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6" y="0"/>
                  </a:lnTo>
                  <a:lnTo>
                    <a:pt x="51796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8" name="Google Shape;3698;p44"/>
            <p:cNvSpPr/>
            <p:nvPr/>
          </p:nvSpPr>
          <p:spPr>
            <a:xfrm>
              <a:off x="10087370" y="2955872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9" name="Google Shape;3699;p44"/>
            <p:cNvSpPr/>
            <p:nvPr/>
          </p:nvSpPr>
          <p:spPr>
            <a:xfrm>
              <a:off x="10450210" y="3163327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0" name="Google Shape;3700;p44"/>
            <p:cNvSpPr/>
            <p:nvPr/>
          </p:nvSpPr>
          <p:spPr>
            <a:xfrm>
              <a:off x="10502142" y="3266917"/>
              <a:ext cx="51795" cy="207454"/>
            </a:xfrm>
            <a:custGeom>
              <a:rect b="b" l="l" r="r" t="t"/>
              <a:pathLst>
                <a:path extrusionOk="0" h="207454" w="51795">
                  <a:moveTo>
                    <a:pt x="0" y="0"/>
                  </a:moveTo>
                  <a:lnTo>
                    <a:pt x="51796" y="0"/>
                  </a:lnTo>
                  <a:lnTo>
                    <a:pt x="51796" y="207455"/>
                  </a:lnTo>
                  <a:lnTo>
                    <a:pt x="0" y="20745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1" name="Google Shape;3701;p44"/>
            <p:cNvSpPr/>
            <p:nvPr/>
          </p:nvSpPr>
          <p:spPr>
            <a:xfrm>
              <a:off x="9983642" y="2904077"/>
              <a:ext cx="155523" cy="259249"/>
            </a:xfrm>
            <a:custGeom>
              <a:rect b="b" l="l" r="r" t="t"/>
              <a:pathLst>
                <a:path extrusionOk="0" h="259249" w="155523">
                  <a:moveTo>
                    <a:pt x="155523" y="155523"/>
                  </a:moveTo>
                  <a:lnTo>
                    <a:pt x="155523" y="207318"/>
                  </a:lnTo>
                  <a:lnTo>
                    <a:pt x="103727" y="207318"/>
                  </a:lnTo>
                  <a:lnTo>
                    <a:pt x="103727" y="259250"/>
                  </a:lnTo>
                  <a:lnTo>
                    <a:pt x="51796" y="259250"/>
                  </a:lnTo>
                  <a:lnTo>
                    <a:pt x="51796" y="155523"/>
                  </a:lnTo>
                  <a:lnTo>
                    <a:pt x="0" y="155523"/>
                  </a:lnTo>
                  <a:lnTo>
                    <a:pt x="0" y="0"/>
                  </a:lnTo>
                  <a:lnTo>
                    <a:pt x="51796" y="0"/>
                  </a:lnTo>
                  <a:lnTo>
                    <a:pt x="51796" y="51795"/>
                  </a:lnTo>
                  <a:lnTo>
                    <a:pt x="103727" y="51795"/>
                  </a:lnTo>
                  <a:lnTo>
                    <a:pt x="103727" y="155523"/>
                  </a:lnTo>
                  <a:lnTo>
                    <a:pt x="155523" y="155523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2" name="Google Shape;3702;p44"/>
            <p:cNvSpPr/>
            <p:nvPr/>
          </p:nvSpPr>
          <p:spPr>
            <a:xfrm>
              <a:off x="10139165" y="305959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3" name="Google Shape;3703;p44"/>
            <p:cNvSpPr/>
            <p:nvPr/>
          </p:nvSpPr>
          <p:spPr>
            <a:xfrm>
              <a:off x="10398415" y="2852145"/>
              <a:ext cx="155522" cy="311182"/>
            </a:xfrm>
            <a:custGeom>
              <a:rect b="b" l="l" r="r" t="t"/>
              <a:pathLst>
                <a:path extrusionOk="0" h="311182" w="155522">
                  <a:moveTo>
                    <a:pt x="103727" y="155660"/>
                  </a:moveTo>
                  <a:lnTo>
                    <a:pt x="103727" y="207455"/>
                  </a:lnTo>
                  <a:lnTo>
                    <a:pt x="155522" y="207455"/>
                  </a:lnTo>
                  <a:lnTo>
                    <a:pt x="155522" y="259250"/>
                  </a:lnTo>
                  <a:lnTo>
                    <a:pt x="103727" y="259250"/>
                  </a:lnTo>
                  <a:lnTo>
                    <a:pt x="103727" y="311182"/>
                  </a:lnTo>
                  <a:lnTo>
                    <a:pt x="51795" y="311182"/>
                  </a:lnTo>
                  <a:lnTo>
                    <a:pt x="51795" y="207455"/>
                  </a:lnTo>
                  <a:lnTo>
                    <a:pt x="0" y="207455"/>
                  </a:lnTo>
                  <a:lnTo>
                    <a:pt x="0" y="155660"/>
                  </a:lnTo>
                  <a:lnTo>
                    <a:pt x="51795" y="155660"/>
                  </a:lnTo>
                  <a:lnTo>
                    <a:pt x="51795" y="51932"/>
                  </a:lnTo>
                  <a:lnTo>
                    <a:pt x="103727" y="51932"/>
                  </a:lnTo>
                  <a:lnTo>
                    <a:pt x="103727" y="0"/>
                  </a:lnTo>
                  <a:lnTo>
                    <a:pt x="155522" y="0"/>
                  </a:lnTo>
                  <a:lnTo>
                    <a:pt x="155522" y="155660"/>
                  </a:lnTo>
                  <a:lnTo>
                    <a:pt x="103727" y="155660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4" name="Google Shape;3704;p44"/>
            <p:cNvSpPr/>
            <p:nvPr/>
          </p:nvSpPr>
          <p:spPr>
            <a:xfrm>
              <a:off x="10190960" y="3007804"/>
              <a:ext cx="207454" cy="51795"/>
            </a:xfrm>
            <a:custGeom>
              <a:rect b="b" l="l" r="r" t="t"/>
              <a:pathLst>
                <a:path extrusionOk="0" h="51795" w="207454">
                  <a:moveTo>
                    <a:pt x="0" y="0"/>
                  </a:moveTo>
                  <a:lnTo>
                    <a:pt x="207455" y="0"/>
                  </a:lnTo>
                  <a:lnTo>
                    <a:pt x="20745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5" name="Google Shape;3705;p44"/>
            <p:cNvSpPr/>
            <p:nvPr/>
          </p:nvSpPr>
          <p:spPr>
            <a:xfrm>
              <a:off x="10087370" y="347437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6" name="Google Shape;3706;p44"/>
            <p:cNvSpPr/>
            <p:nvPr/>
          </p:nvSpPr>
          <p:spPr>
            <a:xfrm>
              <a:off x="10190960" y="32151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7" name="Google Shape;3707;p44"/>
            <p:cNvSpPr/>
            <p:nvPr/>
          </p:nvSpPr>
          <p:spPr>
            <a:xfrm>
              <a:off x="10346620" y="32151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8" name="Google Shape;3708;p44"/>
            <p:cNvSpPr/>
            <p:nvPr/>
          </p:nvSpPr>
          <p:spPr>
            <a:xfrm>
              <a:off x="10242892" y="3163327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8" y="0"/>
                  </a:lnTo>
                  <a:lnTo>
                    <a:pt x="103728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9" name="Google Shape;3709;p44"/>
            <p:cNvSpPr/>
            <p:nvPr/>
          </p:nvSpPr>
          <p:spPr>
            <a:xfrm>
              <a:off x="10035438" y="3266917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8" y="0"/>
                  </a:lnTo>
                  <a:lnTo>
                    <a:pt x="103728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0" name="Google Shape;3710;p44"/>
            <p:cNvSpPr/>
            <p:nvPr/>
          </p:nvSpPr>
          <p:spPr>
            <a:xfrm>
              <a:off x="10035438" y="331884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1" name="Google Shape;3711;p44"/>
            <p:cNvSpPr/>
            <p:nvPr/>
          </p:nvSpPr>
          <p:spPr>
            <a:xfrm>
              <a:off x="9361415" y="4200189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6" y="0"/>
                  </a:lnTo>
                  <a:lnTo>
                    <a:pt x="51796" y="155523"/>
                  </a:lnTo>
                  <a:lnTo>
                    <a:pt x="0" y="155523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2" name="Google Shape;3712;p44"/>
            <p:cNvSpPr/>
            <p:nvPr/>
          </p:nvSpPr>
          <p:spPr>
            <a:xfrm>
              <a:off x="9983643" y="3266917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FF4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3" name="Google Shape;3713;p44"/>
            <p:cNvSpPr/>
            <p:nvPr/>
          </p:nvSpPr>
          <p:spPr>
            <a:xfrm>
              <a:off x="10035438" y="326691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4" name="Google Shape;3714;p44"/>
            <p:cNvSpPr/>
            <p:nvPr/>
          </p:nvSpPr>
          <p:spPr>
            <a:xfrm>
              <a:off x="9413622" y="3266506"/>
              <a:ext cx="1088383" cy="1244317"/>
            </a:xfrm>
            <a:custGeom>
              <a:rect b="b" l="l" r="r" t="t"/>
              <a:pathLst>
                <a:path extrusionOk="0" h="1244317" w="1088383">
                  <a:moveTo>
                    <a:pt x="1036588" y="411"/>
                  </a:moveTo>
                  <a:lnTo>
                    <a:pt x="1036588" y="52206"/>
                  </a:lnTo>
                  <a:lnTo>
                    <a:pt x="984793" y="52206"/>
                  </a:lnTo>
                  <a:lnTo>
                    <a:pt x="984793" y="155934"/>
                  </a:lnTo>
                  <a:lnTo>
                    <a:pt x="881066" y="155934"/>
                  </a:lnTo>
                  <a:lnTo>
                    <a:pt x="881066" y="207729"/>
                  </a:lnTo>
                  <a:lnTo>
                    <a:pt x="725544" y="207729"/>
                  </a:lnTo>
                  <a:lnTo>
                    <a:pt x="725544" y="259524"/>
                  </a:lnTo>
                  <a:lnTo>
                    <a:pt x="673748" y="259524"/>
                  </a:lnTo>
                  <a:lnTo>
                    <a:pt x="673748" y="311319"/>
                  </a:lnTo>
                  <a:lnTo>
                    <a:pt x="621953" y="311319"/>
                  </a:lnTo>
                  <a:lnTo>
                    <a:pt x="621953" y="363114"/>
                  </a:lnTo>
                  <a:lnTo>
                    <a:pt x="518226" y="363114"/>
                  </a:lnTo>
                  <a:lnTo>
                    <a:pt x="518226" y="414909"/>
                  </a:lnTo>
                  <a:lnTo>
                    <a:pt x="414498" y="414909"/>
                  </a:lnTo>
                  <a:lnTo>
                    <a:pt x="414498" y="466705"/>
                  </a:lnTo>
                  <a:lnTo>
                    <a:pt x="310771" y="466705"/>
                  </a:lnTo>
                  <a:lnTo>
                    <a:pt x="310771" y="518500"/>
                  </a:lnTo>
                  <a:lnTo>
                    <a:pt x="258975" y="518500"/>
                  </a:lnTo>
                  <a:lnTo>
                    <a:pt x="258975" y="622227"/>
                  </a:lnTo>
                  <a:lnTo>
                    <a:pt x="207181" y="622227"/>
                  </a:lnTo>
                  <a:lnTo>
                    <a:pt x="207181" y="674022"/>
                  </a:lnTo>
                  <a:lnTo>
                    <a:pt x="155385" y="674022"/>
                  </a:lnTo>
                  <a:lnTo>
                    <a:pt x="155385" y="777750"/>
                  </a:lnTo>
                  <a:lnTo>
                    <a:pt x="103590" y="777750"/>
                  </a:lnTo>
                  <a:lnTo>
                    <a:pt x="103590" y="829545"/>
                  </a:lnTo>
                  <a:lnTo>
                    <a:pt x="51795" y="829545"/>
                  </a:lnTo>
                  <a:lnTo>
                    <a:pt x="51795" y="933272"/>
                  </a:lnTo>
                  <a:lnTo>
                    <a:pt x="0" y="933272"/>
                  </a:lnTo>
                  <a:lnTo>
                    <a:pt x="0" y="1088795"/>
                  </a:lnTo>
                  <a:lnTo>
                    <a:pt x="51795" y="1088795"/>
                  </a:lnTo>
                  <a:lnTo>
                    <a:pt x="51795" y="1192522"/>
                  </a:lnTo>
                  <a:lnTo>
                    <a:pt x="103590" y="1192522"/>
                  </a:lnTo>
                  <a:lnTo>
                    <a:pt x="103590" y="1244317"/>
                  </a:lnTo>
                  <a:lnTo>
                    <a:pt x="673885" y="1244317"/>
                  </a:lnTo>
                  <a:lnTo>
                    <a:pt x="673885" y="1192522"/>
                  </a:lnTo>
                  <a:lnTo>
                    <a:pt x="466430" y="1192522"/>
                  </a:lnTo>
                  <a:lnTo>
                    <a:pt x="466430" y="1140727"/>
                  </a:lnTo>
                  <a:lnTo>
                    <a:pt x="414635" y="1140727"/>
                  </a:lnTo>
                  <a:lnTo>
                    <a:pt x="414635" y="1036999"/>
                  </a:lnTo>
                  <a:lnTo>
                    <a:pt x="466430" y="1036999"/>
                  </a:lnTo>
                  <a:lnTo>
                    <a:pt x="466430" y="985204"/>
                  </a:lnTo>
                  <a:lnTo>
                    <a:pt x="518226" y="985204"/>
                  </a:lnTo>
                  <a:lnTo>
                    <a:pt x="518226" y="881477"/>
                  </a:lnTo>
                  <a:lnTo>
                    <a:pt x="466430" y="881477"/>
                  </a:lnTo>
                  <a:lnTo>
                    <a:pt x="466430" y="829682"/>
                  </a:lnTo>
                  <a:lnTo>
                    <a:pt x="362703" y="829682"/>
                  </a:lnTo>
                  <a:lnTo>
                    <a:pt x="362703" y="777887"/>
                  </a:lnTo>
                  <a:lnTo>
                    <a:pt x="310908" y="777887"/>
                  </a:lnTo>
                  <a:lnTo>
                    <a:pt x="310908" y="726092"/>
                  </a:lnTo>
                  <a:lnTo>
                    <a:pt x="362703" y="726092"/>
                  </a:lnTo>
                  <a:lnTo>
                    <a:pt x="362703" y="777887"/>
                  </a:lnTo>
                  <a:lnTo>
                    <a:pt x="466430" y="777887"/>
                  </a:lnTo>
                  <a:lnTo>
                    <a:pt x="466430" y="829682"/>
                  </a:lnTo>
                  <a:lnTo>
                    <a:pt x="518226" y="829682"/>
                  </a:lnTo>
                  <a:lnTo>
                    <a:pt x="518226" y="881477"/>
                  </a:lnTo>
                  <a:lnTo>
                    <a:pt x="570021" y="881477"/>
                  </a:lnTo>
                  <a:lnTo>
                    <a:pt x="570021" y="985204"/>
                  </a:lnTo>
                  <a:lnTo>
                    <a:pt x="518226" y="985204"/>
                  </a:lnTo>
                  <a:lnTo>
                    <a:pt x="518226" y="1036999"/>
                  </a:lnTo>
                  <a:lnTo>
                    <a:pt x="466430" y="1036999"/>
                  </a:lnTo>
                  <a:lnTo>
                    <a:pt x="466430" y="1140727"/>
                  </a:lnTo>
                  <a:lnTo>
                    <a:pt x="673885" y="1140727"/>
                  </a:lnTo>
                  <a:lnTo>
                    <a:pt x="673885" y="1192522"/>
                  </a:lnTo>
                  <a:lnTo>
                    <a:pt x="725681" y="1192522"/>
                  </a:lnTo>
                  <a:lnTo>
                    <a:pt x="725681" y="881477"/>
                  </a:lnTo>
                  <a:lnTo>
                    <a:pt x="673885" y="881477"/>
                  </a:lnTo>
                  <a:lnTo>
                    <a:pt x="673885" y="777750"/>
                  </a:lnTo>
                  <a:lnTo>
                    <a:pt x="622090" y="777750"/>
                  </a:lnTo>
                  <a:lnTo>
                    <a:pt x="622090" y="622227"/>
                  </a:lnTo>
                  <a:lnTo>
                    <a:pt x="673885" y="622227"/>
                  </a:lnTo>
                  <a:lnTo>
                    <a:pt x="673885" y="777750"/>
                  </a:lnTo>
                  <a:lnTo>
                    <a:pt x="725681" y="777750"/>
                  </a:lnTo>
                  <a:lnTo>
                    <a:pt x="725681" y="881477"/>
                  </a:lnTo>
                  <a:lnTo>
                    <a:pt x="777475" y="881477"/>
                  </a:lnTo>
                  <a:lnTo>
                    <a:pt x="777475" y="1192522"/>
                  </a:lnTo>
                  <a:lnTo>
                    <a:pt x="829271" y="1192522"/>
                  </a:lnTo>
                  <a:lnTo>
                    <a:pt x="829271" y="1244317"/>
                  </a:lnTo>
                  <a:lnTo>
                    <a:pt x="932998" y="1244317"/>
                  </a:lnTo>
                  <a:lnTo>
                    <a:pt x="932998" y="1192522"/>
                  </a:lnTo>
                  <a:lnTo>
                    <a:pt x="881203" y="1192522"/>
                  </a:lnTo>
                  <a:lnTo>
                    <a:pt x="881203" y="1140727"/>
                  </a:lnTo>
                  <a:lnTo>
                    <a:pt x="829407" y="1140727"/>
                  </a:lnTo>
                  <a:lnTo>
                    <a:pt x="829407" y="777750"/>
                  </a:lnTo>
                  <a:lnTo>
                    <a:pt x="881203" y="777750"/>
                  </a:lnTo>
                  <a:lnTo>
                    <a:pt x="881203" y="622227"/>
                  </a:lnTo>
                  <a:lnTo>
                    <a:pt x="932998" y="622227"/>
                  </a:lnTo>
                  <a:lnTo>
                    <a:pt x="932998" y="466705"/>
                  </a:lnTo>
                  <a:lnTo>
                    <a:pt x="984793" y="466705"/>
                  </a:lnTo>
                  <a:lnTo>
                    <a:pt x="984793" y="311182"/>
                  </a:lnTo>
                  <a:lnTo>
                    <a:pt x="1036588" y="311182"/>
                  </a:lnTo>
                  <a:lnTo>
                    <a:pt x="1036588" y="207455"/>
                  </a:lnTo>
                  <a:lnTo>
                    <a:pt x="1088383" y="207455"/>
                  </a:lnTo>
                  <a:lnTo>
                    <a:pt x="1088383" y="0"/>
                  </a:lnTo>
                  <a:lnTo>
                    <a:pt x="1036588" y="0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5" name="Google Shape;3715;p44"/>
            <p:cNvSpPr/>
            <p:nvPr/>
          </p:nvSpPr>
          <p:spPr>
            <a:xfrm>
              <a:off x="10035575" y="3059599"/>
              <a:ext cx="414771" cy="414361"/>
            </a:xfrm>
            <a:custGeom>
              <a:rect b="b" l="l" r="r" t="t"/>
              <a:pathLst>
                <a:path extrusionOk="0" h="414361" w="414771">
                  <a:moveTo>
                    <a:pt x="362840" y="103727"/>
                  </a:moveTo>
                  <a:lnTo>
                    <a:pt x="362840" y="0"/>
                  </a:lnTo>
                  <a:lnTo>
                    <a:pt x="155385" y="0"/>
                  </a:lnTo>
                  <a:lnTo>
                    <a:pt x="155385" y="51795"/>
                  </a:lnTo>
                  <a:lnTo>
                    <a:pt x="103590" y="51795"/>
                  </a:lnTo>
                  <a:lnTo>
                    <a:pt x="103590" y="103590"/>
                  </a:lnTo>
                  <a:lnTo>
                    <a:pt x="51795" y="103590"/>
                  </a:lnTo>
                  <a:lnTo>
                    <a:pt x="51795" y="155386"/>
                  </a:lnTo>
                  <a:lnTo>
                    <a:pt x="0" y="155386"/>
                  </a:lnTo>
                  <a:lnTo>
                    <a:pt x="0" y="207181"/>
                  </a:lnTo>
                  <a:lnTo>
                    <a:pt x="103727" y="207181"/>
                  </a:lnTo>
                  <a:lnTo>
                    <a:pt x="103727" y="258976"/>
                  </a:lnTo>
                  <a:lnTo>
                    <a:pt x="51932" y="258976"/>
                  </a:lnTo>
                  <a:lnTo>
                    <a:pt x="51932" y="310771"/>
                  </a:lnTo>
                  <a:lnTo>
                    <a:pt x="136" y="310771"/>
                  </a:lnTo>
                  <a:lnTo>
                    <a:pt x="136" y="362566"/>
                  </a:lnTo>
                  <a:lnTo>
                    <a:pt x="51932" y="362566"/>
                  </a:lnTo>
                  <a:lnTo>
                    <a:pt x="51932" y="414361"/>
                  </a:lnTo>
                  <a:lnTo>
                    <a:pt x="103727" y="414361"/>
                  </a:lnTo>
                  <a:lnTo>
                    <a:pt x="103727" y="362566"/>
                  </a:lnTo>
                  <a:lnTo>
                    <a:pt x="259250" y="362566"/>
                  </a:lnTo>
                  <a:lnTo>
                    <a:pt x="259250" y="310771"/>
                  </a:lnTo>
                  <a:lnTo>
                    <a:pt x="362977" y="310771"/>
                  </a:lnTo>
                  <a:lnTo>
                    <a:pt x="362977" y="258976"/>
                  </a:lnTo>
                  <a:lnTo>
                    <a:pt x="414772" y="258976"/>
                  </a:lnTo>
                  <a:lnTo>
                    <a:pt x="414772" y="103453"/>
                  </a:lnTo>
                  <a:lnTo>
                    <a:pt x="362977" y="103453"/>
                  </a:lnTo>
                  <a:close/>
                  <a:moveTo>
                    <a:pt x="362840" y="207455"/>
                  </a:moveTo>
                  <a:lnTo>
                    <a:pt x="311044" y="207455"/>
                  </a:lnTo>
                  <a:lnTo>
                    <a:pt x="311044" y="259250"/>
                  </a:lnTo>
                  <a:lnTo>
                    <a:pt x="207318" y="259250"/>
                  </a:lnTo>
                  <a:lnTo>
                    <a:pt x="207318" y="207455"/>
                  </a:lnTo>
                  <a:lnTo>
                    <a:pt x="155522" y="207455"/>
                  </a:lnTo>
                  <a:lnTo>
                    <a:pt x="155522" y="155660"/>
                  </a:lnTo>
                  <a:lnTo>
                    <a:pt x="207318" y="155660"/>
                  </a:lnTo>
                  <a:lnTo>
                    <a:pt x="207318" y="103864"/>
                  </a:lnTo>
                  <a:lnTo>
                    <a:pt x="311044" y="103864"/>
                  </a:lnTo>
                  <a:lnTo>
                    <a:pt x="311044" y="155660"/>
                  </a:lnTo>
                  <a:lnTo>
                    <a:pt x="362840" y="155660"/>
                  </a:lnTo>
                  <a:lnTo>
                    <a:pt x="362840" y="207455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6" name="Google Shape;3716;p44"/>
            <p:cNvSpPr/>
            <p:nvPr/>
          </p:nvSpPr>
          <p:spPr>
            <a:xfrm>
              <a:off x="10294688" y="32151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7" name="Google Shape;3717;p44"/>
            <p:cNvSpPr/>
            <p:nvPr/>
          </p:nvSpPr>
          <p:spPr>
            <a:xfrm>
              <a:off x="10242892" y="3266917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8" y="0"/>
                  </a:lnTo>
                  <a:lnTo>
                    <a:pt x="103728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8" name="Google Shape;3718;p44"/>
            <p:cNvSpPr/>
            <p:nvPr/>
          </p:nvSpPr>
          <p:spPr>
            <a:xfrm>
              <a:off x="10242892" y="32151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9" name="Google Shape;3719;p44"/>
            <p:cNvSpPr/>
            <p:nvPr/>
          </p:nvSpPr>
          <p:spPr>
            <a:xfrm>
              <a:off x="10346620" y="451123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0" name="Google Shape;3720;p44"/>
            <p:cNvSpPr/>
            <p:nvPr/>
          </p:nvSpPr>
          <p:spPr>
            <a:xfrm>
              <a:off x="10398415" y="409646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1" name="Google Shape;3721;p44"/>
            <p:cNvSpPr/>
            <p:nvPr/>
          </p:nvSpPr>
          <p:spPr>
            <a:xfrm>
              <a:off x="10450210" y="357809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2" name="Google Shape;3722;p44"/>
            <p:cNvSpPr/>
            <p:nvPr/>
          </p:nvSpPr>
          <p:spPr>
            <a:xfrm>
              <a:off x="10502142" y="316332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3" name="Google Shape;3723;p44"/>
            <p:cNvSpPr/>
            <p:nvPr/>
          </p:nvSpPr>
          <p:spPr>
            <a:xfrm>
              <a:off x="10553937" y="2800350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4" name="Google Shape;3724;p44"/>
            <p:cNvSpPr/>
            <p:nvPr/>
          </p:nvSpPr>
          <p:spPr>
            <a:xfrm>
              <a:off x="9931847" y="305959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5" name="Google Shape;3725;p44"/>
            <p:cNvSpPr/>
            <p:nvPr/>
          </p:nvSpPr>
          <p:spPr>
            <a:xfrm>
              <a:off x="10035438" y="347437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6" name="Google Shape;3726;p44"/>
            <p:cNvSpPr/>
            <p:nvPr/>
          </p:nvSpPr>
          <p:spPr>
            <a:xfrm>
              <a:off x="9516938" y="388914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7" name="Google Shape;3727;p44"/>
            <p:cNvSpPr/>
            <p:nvPr/>
          </p:nvSpPr>
          <p:spPr>
            <a:xfrm>
              <a:off x="9050370" y="357809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8" name="Google Shape;3728;p44"/>
            <p:cNvSpPr/>
            <p:nvPr/>
          </p:nvSpPr>
          <p:spPr>
            <a:xfrm>
              <a:off x="9154098" y="326691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9" name="Google Shape;3729;p44"/>
            <p:cNvSpPr/>
            <p:nvPr/>
          </p:nvSpPr>
          <p:spPr>
            <a:xfrm>
              <a:off x="8843053" y="383734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0" name="Google Shape;3730;p44"/>
            <p:cNvSpPr/>
            <p:nvPr/>
          </p:nvSpPr>
          <p:spPr>
            <a:xfrm>
              <a:off x="8998575" y="404466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1" name="Google Shape;3731;p44"/>
            <p:cNvSpPr/>
            <p:nvPr/>
          </p:nvSpPr>
          <p:spPr>
            <a:xfrm>
              <a:off x="9361415" y="435571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2" name="Google Shape;3732;p44"/>
            <p:cNvSpPr/>
            <p:nvPr/>
          </p:nvSpPr>
          <p:spPr>
            <a:xfrm>
              <a:off x="9465143" y="451123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3" name="Google Shape;3733;p44"/>
            <p:cNvSpPr/>
            <p:nvPr/>
          </p:nvSpPr>
          <p:spPr>
            <a:xfrm>
              <a:off x="10087370" y="451123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4" name="Google Shape;3734;p44"/>
            <p:cNvSpPr/>
            <p:nvPr/>
          </p:nvSpPr>
          <p:spPr>
            <a:xfrm>
              <a:off x="9257825" y="4148394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8" y="0"/>
                  </a:lnTo>
                  <a:lnTo>
                    <a:pt x="103728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5" name="Google Shape;3735;p44"/>
            <p:cNvSpPr/>
            <p:nvPr/>
          </p:nvSpPr>
          <p:spPr>
            <a:xfrm>
              <a:off x="9154098" y="4096462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8" y="0"/>
                  </a:lnTo>
                  <a:lnTo>
                    <a:pt x="103728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6" name="Google Shape;3736;p44"/>
            <p:cNvSpPr/>
            <p:nvPr/>
          </p:nvSpPr>
          <p:spPr>
            <a:xfrm>
              <a:off x="9050370" y="4044667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7" name="Google Shape;3737;p44"/>
            <p:cNvSpPr/>
            <p:nvPr/>
          </p:nvSpPr>
          <p:spPr>
            <a:xfrm>
              <a:off x="8998575" y="3992871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8" name="Google Shape;3738;p44"/>
            <p:cNvSpPr/>
            <p:nvPr/>
          </p:nvSpPr>
          <p:spPr>
            <a:xfrm>
              <a:off x="8946643" y="3889144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9" name="Google Shape;3739;p44"/>
            <p:cNvSpPr/>
            <p:nvPr/>
          </p:nvSpPr>
          <p:spPr>
            <a:xfrm>
              <a:off x="8894848" y="383734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0" name="Google Shape;3740;p44"/>
            <p:cNvSpPr/>
            <p:nvPr/>
          </p:nvSpPr>
          <p:spPr>
            <a:xfrm>
              <a:off x="8843053" y="3733622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1" name="Google Shape;3741;p44"/>
            <p:cNvSpPr/>
            <p:nvPr/>
          </p:nvSpPr>
          <p:spPr>
            <a:xfrm>
              <a:off x="8843053" y="352616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2" name="Google Shape;3742;p44"/>
            <p:cNvSpPr/>
            <p:nvPr/>
          </p:nvSpPr>
          <p:spPr>
            <a:xfrm>
              <a:off x="8894848" y="357809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3" name="Google Shape;3743;p44"/>
            <p:cNvSpPr/>
            <p:nvPr/>
          </p:nvSpPr>
          <p:spPr>
            <a:xfrm>
              <a:off x="8946643" y="362989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4" name="Google Shape;3744;p44"/>
            <p:cNvSpPr/>
            <p:nvPr/>
          </p:nvSpPr>
          <p:spPr>
            <a:xfrm>
              <a:off x="8998575" y="3681689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5" name="Google Shape;3745;p44"/>
            <p:cNvSpPr/>
            <p:nvPr/>
          </p:nvSpPr>
          <p:spPr>
            <a:xfrm>
              <a:off x="9102166" y="3733622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8" y="0"/>
                  </a:lnTo>
                  <a:lnTo>
                    <a:pt x="103728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6" name="Google Shape;3746;p44"/>
            <p:cNvSpPr/>
            <p:nvPr/>
          </p:nvSpPr>
          <p:spPr>
            <a:xfrm>
              <a:off x="9205893" y="3785417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7" name="Google Shape;3747;p44"/>
            <p:cNvSpPr/>
            <p:nvPr/>
          </p:nvSpPr>
          <p:spPr>
            <a:xfrm>
              <a:off x="9309620" y="383734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8" name="Google Shape;3748;p44"/>
            <p:cNvSpPr/>
            <p:nvPr/>
          </p:nvSpPr>
          <p:spPr>
            <a:xfrm>
              <a:off x="9361415" y="388914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9" name="Google Shape;3749;p44"/>
            <p:cNvSpPr/>
            <p:nvPr/>
          </p:nvSpPr>
          <p:spPr>
            <a:xfrm>
              <a:off x="9413348" y="3940939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0" name="Google Shape;3750;p44"/>
            <p:cNvSpPr/>
            <p:nvPr/>
          </p:nvSpPr>
          <p:spPr>
            <a:xfrm>
              <a:off x="8843053" y="3578099"/>
              <a:ext cx="622090" cy="622090"/>
            </a:xfrm>
            <a:custGeom>
              <a:rect b="b" l="l" r="r" t="t"/>
              <a:pathLst>
                <a:path extrusionOk="0" h="622090" w="622090">
                  <a:moveTo>
                    <a:pt x="622090" y="466568"/>
                  </a:moveTo>
                  <a:lnTo>
                    <a:pt x="622090" y="518363"/>
                  </a:lnTo>
                  <a:lnTo>
                    <a:pt x="570295" y="518363"/>
                  </a:lnTo>
                  <a:lnTo>
                    <a:pt x="570295" y="622090"/>
                  </a:lnTo>
                  <a:lnTo>
                    <a:pt x="518363" y="622090"/>
                  </a:lnTo>
                  <a:lnTo>
                    <a:pt x="518363" y="570295"/>
                  </a:lnTo>
                  <a:lnTo>
                    <a:pt x="414773" y="570295"/>
                  </a:lnTo>
                  <a:lnTo>
                    <a:pt x="414773" y="518363"/>
                  </a:lnTo>
                  <a:lnTo>
                    <a:pt x="311045" y="518363"/>
                  </a:lnTo>
                  <a:lnTo>
                    <a:pt x="311045" y="466568"/>
                  </a:lnTo>
                  <a:lnTo>
                    <a:pt x="207318" y="466568"/>
                  </a:lnTo>
                  <a:lnTo>
                    <a:pt x="207318" y="414772"/>
                  </a:lnTo>
                  <a:lnTo>
                    <a:pt x="155523" y="414772"/>
                  </a:lnTo>
                  <a:lnTo>
                    <a:pt x="155523" y="311045"/>
                  </a:lnTo>
                  <a:lnTo>
                    <a:pt x="103590" y="311045"/>
                  </a:lnTo>
                  <a:lnTo>
                    <a:pt x="103590" y="259250"/>
                  </a:lnTo>
                  <a:lnTo>
                    <a:pt x="51795" y="259250"/>
                  </a:lnTo>
                  <a:lnTo>
                    <a:pt x="51795" y="155523"/>
                  </a:lnTo>
                  <a:lnTo>
                    <a:pt x="0" y="155523"/>
                  </a:lnTo>
                  <a:lnTo>
                    <a:pt x="0" y="0"/>
                  </a:lnTo>
                  <a:lnTo>
                    <a:pt x="51795" y="0"/>
                  </a:lnTo>
                  <a:lnTo>
                    <a:pt x="51795" y="51795"/>
                  </a:lnTo>
                  <a:lnTo>
                    <a:pt x="103590" y="51795"/>
                  </a:lnTo>
                  <a:lnTo>
                    <a:pt x="103590" y="103590"/>
                  </a:lnTo>
                  <a:lnTo>
                    <a:pt x="155523" y="103590"/>
                  </a:lnTo>
                  <a:lnTo>
                    <a:pt x="155523" y="155523"/>
                  </a:lnTo>
                  <a:lnTo>
                    <a:pt x="259113" y="155523"/>
                  </a:lnTo>
                  <a:lnTo>
                    <a:pt x="259113" y="207318"/>
                  </a:lnTo>
                  <a:lnTo>
                    <a:pt x="362840" y="207318"/>
                  </a:lnTo>
                  <a:lnTo>
                    <a:pt x="362840" y="259250"/>
                  </a:lnTo>
                  <a:lnTo>
                    <a:pt x="466567" y="259250"/>
                  </a:lnTo>
                  <a:lnTo>
                    <a:pt x="466567" y="311045"/>
                  </a:lnTo>
                  <a:lnTo>
                    <a:pt x="518363" y="311045"/>
                  </a:lnTo>
                  <a:lnTo>
                    <a:pt x="518363" y="362840"/>
                  </a:lnTo>
                  <a:lnTo>
                    <a:pt x="570295" y="362840"/>
                  </a:lnTo>
                  <a:lnTo>
                    <a:pt x="570295" y="466568"/>
                  </a:lnTo>
                  <a:lnTo>
                    <a:pt x="622090" y="466568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1" name="Google Shape;3751;p44"/>
            <p:cNvSpPr/>
            <p:nvPr/>
          </p:nvSpPr>
          <p:spPr>
            <a:xfrm>
              <a:off x="8791121" y="3578099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3"/>
                  </a:lnTo>
                  <a:lnTo>
                    <a:pt x="0" y="155523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2" name="Google Shape;3752;p44"/>
            <p:cNvSpPr/>
            <p:nvPr/>
          </p:nvSpPr>
          <p:spPr>
            <a:xfrm>
              <a:off x="9465143" y="3940939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6" y="0"/>
                  </a:lnTo>
                  <a:lnTo>
                    <a:pt x="51796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3" name="Google Shape;3753;p44"/>
            <p:cNvSpPr/>
            <p:nvPr/>
          </p:nvSpPr>
          <p:spPr>
            <a:xfrm>
              <a:off x="9465143" y="3785417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6" y="0"/>
                  </a:lnTo>
                  <a:lnTo>
                    <a:pt x="51796" y="155522"/>
                  </a:lnTo>
                  <a:lnTo>
                    <a:pt x="0" y="155522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4" name="Google Shape;3754;p44"/>
            <p:cNvSpPr/>
            <p:nvPr/>
          </p:nvSpPr>
          <p:spPr>
            <a:xfrm>
              <a:off x="9413348" y="3681689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5" name="Google Shape;3755;p44"/>
            <p:cNvSpPr/>
            <p:nvPr/>
          </p:nvSpPr>
          <p:spPr>
            <a:xfrm>
              <a:off x="9361415" y="362989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6" name="Google Shape;3756;p44"/>
            <p:cNvSpPr/>
            <p:nvPr/>
          </p:nvSpPr>
          <p:spPr>
            <a:xfrm>
              <a:off x="9309620" y="357809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7" name="Google Shape;3757;p44"/>
            <p:cNvSpPr/>
            <p:nvPr/>
          </p:nvSpPr>
          <p:spPr>
            <a:xfrm>
              <a:off x="9257825" y="352616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8" name="Google Shape;3758;p44"/>
            <p:cNvSpPr/>
            <p:nvPr/>
          </p:nvSpPr>
          <p:spPr>
            <a:xfrm>
              <a:off x="9205893" y="3422577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9" name="Google Shape;3759;p44"/>
            <p:cNvSpPr/>
            <p:nvPr/>
          </p:nvSpPr>
          <p:spPr>
            <a:xfrm>
              <a:off x="9154098" y="3318849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6" y="0"/>
                  </a:lnTo>
                  <a:lnTo>
                    <a:pt x="51796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0" name="Google Shape;3760;p44"/>
            <p:cNvSpPr/>
            <p:nvPr/>
          </p:nvSpPr>
          <p:spPr>
            <a:xfrm>
              <a:off x="9102166" y="3578099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6" y="0"/>
                  </a:lnTo>
                  <a:lnTo>
                    <a:pt x="51796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1" name="Google Shape;3761;p44"/>
            <p:cNvSpPr/>
            <p:nvPr/>
          </p:nvSpPr>
          <p:spPr>
            <a:xfrm>
              <a:off x="9102166" y="326691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2" name="Google Shape;3762;p44"/>
            <p:cNvSpPr/>
            <p:nvPr/>
          </p:nvSpPr>
          <p:spPr>
            <a:xfrm>
              <a:off x="9102166" y="3318849"/>
              <a:ext cx="362977" cy="622090"/>
            </a:xfrm>
            <a:custGeom>
              <a:rect b="b" l="l" r="r" t="t"/>
              <a:pathLst>
                <a:path extrusionOk="0" h="622090" w="362977">
                  <a:moveTo>
                    <a:pt x="362977" y="466568"/>
                  </a:moveTo>
                  <a:lnTo>
                    <a:pt x="362977" y="622090"/>
                  </a:lnTo>
                  <a:lnTo>
                    <a:pt x="311182" y="622090"/>
                  </a:lnTo>
                  <a:lnTo>
                    <a:pt x="311182" y="570295"/>
                  </a:lnTo>
                  <a:lnTo>
                    <a:pt x="259250" y="570295"/>
                  </a:lnTo>
                  <a:lnTo>
                    <a:pt x="259250" y="518500"/>
                  </a:lnTo>
                  <a:lnTo>
                    <a:pt x="207454" y="518500"/>
                  </a:lnTo>
                  <a:lnTo>
                    <a:pt x="207454" y="466568"/>
                  </a:lnTo>
                  <a:lnTo>
                    <a:pt x="103727" y="466568"/>
                  </a:lnTo>
                  <a:lnTo>
                    <a:pt x="103727" y="414772"/>
                  </a:lnTo>
                  <a:lnTo>
                    <a:pt x="0" y="414772"/>
                  </a:lnTo>
                  <a:lnTo>
                    <a:pt x="0" y="362840"/>
                  </a:lnTo>
                  <a:lnTo>
                    <a:pt x="51932" y="362840"/>
                  </a:lnTo>
                  <a:lnTo>
                    <a:pt x="51932" y="259250"/>
                  </a:lnTo>
                  <a:lnTo>
                    <a:pt x="0" y="259250"/>
                  </a:lnTo>
                  <a:lnTo>
                    <a:pt x="0" y="0"/>
                  </a:lnTo>
                  <a:lnTo>
                    <a:pt x="51932" y="0"/>
                  </a:lnTo>
                  <a:lnTo>
                    <a:pt x="51932" y="103727"/>
                  </a:lnTo>
                  <a:lnTo>
                    <a:pt x="103727" y="103727"/>
                  </a:lnTo>
                  <a:lnTo>
                    <a:pt x="103727" y="207318"/>
                  </a:lnTo>
                  <a:lnTo>
                    <a:pt x="155659" y="207318"/>
                  </a:lnTo>
                  <a:lnTo>
                    <a:pt x="155659" y="259250"/>
                  </a:lnTo>
                  <a:lnTo>
                    <a:pt x="207454" y="259250"/>
                  </a:lnTo>
                  <a:lnTo>
                    <a:pt x="207454" y="311045"/>
                  </a:lnTo>
                  <a:lnTo>
                    <a:pt x="259250" y="311045"/>
                  </a:lnTo>
                  <a:lnTo>
                    <a:pt x="259250" y="362840"/>
                  </a:lnTo>
                  <a:lnTo>
                    <a:pt x="311182" y="362840"/>
                  </a:lnTo>
                  <a:lnTo>
                    <a:pt x="311182" y="466568"/>
                  </a:lnTo>
                  <a:lnTo>
                    <a:pt x="362977" y="466568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3" name="Google Shape;3763;p44"/>
            <p:cNvSpPr/>
            <p:nvPr/>
          </p:nvSpPr>
          <p:spPr>
            <a:xfrm>
              <a:off x="9050370" y="3318849"/>
              <a:ext cx="51795" cy="259249"/>
            </a:xfrm>
            <a:custGeom>
              <a:rect b="b" l="l" r="r" t="t"/>
              <a:pathLst>
                <a:path extrusionOk="0" h="259249" w="51795">
                  <a:moveTo>
                    <a:pt x="0" y="0"/>
                  </a:moveTo>
                  <a:lnTo>
                    <a:pt x="51796" y="0"/>
                  </a:lnTo>
                  <a:lnTo>
                    <a:pt x="51796" y="259250"/>
                  </a:lnTo>
                  <a:lnTo>
                    <a:pt x="0" y="25925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4" name="Google Shape;3764;p44"/>
            <p:cNvSpPr/>
            <p:nvPr/>
          </p:nvSpPr>
          <p:spPr>
            <a:xfrm>
              <a:off x="10398415" y="331884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F4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5" name="Google Shape;3765;p44"/>
            <p:cNvSpPr/>
            <p:nvPr/>
          </p:nvSpPr>
          <p:spPr>
            <a:xfrm>
              <a:off x="10450210" y="326691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6" name="Google Shape;3766;p44"/>
            <p:cNvSpPr/>
            <p:nvPr/>
          </p:nvSpPr>
          <p:spPr>
            <a:xfrm>
              <a:off x="9983643" y="290407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7" name="Google Shape;3767;p44"/>
            <p:cNvSpPr/>
            <p:nvPr/>
          </p:nvSpPr>
          <p:spPr>
            <a:xfrm>
              <a:off x="10450210" y="290407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8" name="Google Shape;3768;p44"/>
            <p:cNvSpPr/>
            <p:nvPr/>
          </p:nvSpPr>
          <p:spPr>
            <a:xfrm>
              <a:off x="10502142" y="2852145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9" name="Google Shape;3769;p44"/>
            <p:cNvSpPr/>
            <p:nvPr/>
          </p:nvSpPr>
          <p:spPr>
            <a:xfrm>
              <a:off x="10502142" y="300780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0" name="Google Shape;3770;p44"/>
            <p:cNvSpPr/>
            <p:nvPr/>
          </p:nvSpPr>
          <p:spPr>
            <a:xfrm>
              <a:off x="10087370" y="352616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1" name="Google Shape;3771;p44"/>
            <p:cNvSpPr/>
            <p:nvPr/>
          </p:nvSpPr>
          <p:spPr>
            <a:xfrm>
              <a:off x="10035438" y="357809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2" name="Google Shape;3772;p44"/>
            <p:cNvSpPr/>
            <p:nvPr/>
          </p:nvSpPr>
          <p:spPr>
            <a:xfrm>
              <a:off x="9931847" y="3629894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8" y="0"/>
                  </a:lnTo>
                  <a:lnTo>
                    <a:pt x="103728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3" name="Google Shape;3773;p44"/>
            <p:cNvSpPr/>
            <p:nvPr/>
          </p:nvSpPr>
          <p:spPr>
            <a:xfrm>
              <a:off x="9828120" y="3681689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8" y="0"/>
                  </a:lnTo>
                  <a:lnTo>
                    <a:pt x="103728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4" name="Google Shape;3774;p44"/>
            <p:cNvSpPr/>
            <p:nvPr/>
          </p:nvSpPr>
          <p:spPr>
            <a:xfrm>
              <a:off x="9672598" y="3785417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5" name="Google Shape;3775;p44"/>
            <p:cNvSpPr/>
            <p:nvPr/>
          </p:nvSpPr>
          <p:spPr>
            <a:xfrm>
              <a:off x="9724393" y="378541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6" name="Google Shape;3776;p44"/>
            <p:cNvSpPr/>
            <p:nvPr/>
          </p:nvSpPr>
          <p:spPr>
            <a:xfrm>
              <a:off x="9828120" y="37336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7" name="Google Shape;3777;p44"/>
            <p:cNvSpPr/>
            <p:nvPr/>
          </p:nvSpPr>
          <p:spPr>
            <a:xfrm>
              <a:off x="9879915" y="3785417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8" name="Google Shape;3778;p44"/>
            <p:cNvSpPr/>
            <p:nvPr/>
          </p:nvSpPr>
          <p:spPr>
            <a:xfrm>
              <a:off x="9776188" y="3837349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6" y="0"/>
                  </a:lnTo>
                  <a:lnTo>
                    <a:pt x="51796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9" name="Google Shape;3779;p44"/>
            <p:cNvSpPr/>
            <p:nvPr/>
          </p:nvSpPr>
          <p:spPr>
            <a:xfrm>
              <a:off x="9879915" y="414839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0" name="Google Shape;3780;p44"/>
            <p:cNvSpPr/>
            <p:nvPr/>
          </p:nvSpPr>
          <p:spPr>
            <a:xfrm>
              <a:off x="9828120" y="409646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1" name="Google Shape;3781;p44"/>
            <p:cNvSpPr/>
            <p:nvPr/>
          </p:nvSpPr>
          <p:spPr>
            <a:xfrm>
              <a:off x="9724393" y="404466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2" name="Google Shape;3782;p44"/>
            <p:cNvSpPr/>
            <p:nvPr/>
          </p:nvSpPr>
          <p:spPr>
            <a:xfrm>
              <a:off x="10398415" y="37336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3" name="Google Shape;3783;p44"/>
            <p:cNvSpPr/>
            <p:nvPr/>
          </p:nvSpPr>
          <p:spPr>
            <a:xfrm>
              <a:off x="9361415" y="368168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4" name="Google Shape;3784;p44"/>
            <p:cNvSpPr/>
            <p:nvPr/>
          </p:nvSpPr>
          <p:spPr>
            <a:xfrm>
              <a:off x="9257825" y="383734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5" name="Google Shape;3785;p44"/>
            <p:cNvSpPr/>
            <p:nvPr/>
          </p:nvSpPr>
          <p:spPr>
            <a:xfrm>
              <a:off x="9154098" y="378541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6" name="Google Shape;3786;p44"/>
            <p:cNvSpPr/>
            <p:nvPr/>
          </p:nvSpPr>
          <p:spPr>
            <a:xfrm>
              <a:off x="9050370" y="37336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7" name="Google Shape;3787;p44"/>
            <p:cNvSpPr/>
            <p:nvPr/>
          </p:nvSpPr>
          <p:spPr>
            <a:xfrm>
              <a:off x="8946643" y="368168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8" name="Google Shape;3788;p44"/>
            <p:cNvSpPr/>
            <p:nvPr/>
          </p:nvSpPr>
          <p:spPr>
            <a:xfrm>
              <a:off x="8843053" y="357809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9" name="Google Shape;3789;p44"/>
            <p:cNvSpPr/>
            <p:nvPr/>
          </p:nvSpPr>
          <p:spPr>
            <a:xfrm>
              <a:off x="8894848" y="362989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0" name="Google Shape;3790;p44"/>
            <p:cNvSpPr/>
            <p:nvPr/>
          </p:nvSpPr>
          <p:spPr>
            <a:xfrm>
              <a:off x="9309620" y="362989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1" name="Google Shape;3791;p44"/>
            <p:cNvSpPr/>
            <p:nvPr/>
          </p:nvSpPr>
          <p:spPr>
            <a:xfrm>
              <a:off x="9257825" y="357809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2" name="Google Shape;3792;p44"/>
            <p:cNvSpPr/>
            <p:nvPr/>
          </p:nvSpPr>
          <p:spPr>
            <a:xfrm>
              <a:off x="9205893" y="352616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3" name="Google Shape;3793;p44"/>
            <p:cNvSpPr/>
            <p:nvPr/>
          </p:nvSpPr>
          <p:spPr>
            <a:xfrm>
              <a:off x="9154098" y="342257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4" name="Google Shape;3794;p44"/>
            <p:cNvSpPr/>
            <p:nvPr/>
          </p:nvSpPr>
          <p:spPr>
            <a:xfrm>
              <a:off x="9102166" y="331884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5" name="Google Shape;3795;p44"/>
            <p:cNvSpPr/>
            <p:nvPr/>
          </p:nvSpPr>
          <p:spPr>
            <a:xfrm>
              <a:off x="9828120" y="39409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6" name="Google Shape;3796;p44"/>
            <p:cNvSpPr/>
            <p:nvPr/>
          </p:nvSpPr>
          <p:spPr>
            <a:xfrm>
              <a:off x="9983643" y="44594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7" name="Google Shape;3797;p44"/>
            <p:cNvSpPr/>
            <p:nvPr/>
          </p:nvSpPr>
          <p:spPr>
            <a:xfrm>
              <a:off x="10242892" y="44594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8" name="Google Shape;3798;p44"/>
            <p:cNvSpPr/>
            <p:nvPr/>
          </p:nvSpPr>
          <p:spPr>
            <a:xfrm>
              <a:off x="9983643" y="383734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9" name="Google Shape;3799;p44"/>
            <p:cNvSpPr/>
            <p:nvPr/>
          </p:nvSpPr>
          <p:spPr>
            <a:xfrm>
              <a:off x="10139165" y="37336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0" name="Google Shape;3800;p44"/>
            <p:cNvSpPr/>
            <p:nvPr/>
          </p:nvSpPr>
          <p:spPr>
            <a:xfrm>
              <a:off x="9568870" y="39409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1" name="Google Shape;3801;p44"/>
            <p:cNvSpPr/>
            <p:nvPr/>
          </p:nvSpPr>
          <p:spPr>
            <a:xfrm>
              <a:off x="9620665" y="3992871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2" name="Google Shape;3802;p44"/>
            <p:cNvSpPr/>
            <p:nvPr/>
          </p:nvSpPr>
          <p:spPr>
            <a:xfrm>
              <a:off x="10087370" y="368168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3" name="Google Shape;3803;p44"/>
            <p:cNvSpPr/>
            <p:nvPr/>
          </p:nvSpPr>
          <p:spPr>
            <a:xfrm>
              <a:off x="9931847" y="368168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4" name="Google Shape;3804;p44"/>
            <p:cNvSpPr/>
            <p:nvPr/>
          </p:nvSpPr>
          <p:spPr>
            <a:xfrm>
              <a:off x="10035438" y="362989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5" name="Google Shape;3805;p44"/>
            <p:cNvSpPr/>
            <p:nvPr/>
          </p:nvSpPr>
          <p:spPr>
            <a:xfrm>
              <a:off x="10139165" y="347437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6" name="Google Shape;3806;p44"/>
            <p:cNvSpPr/>
            <p:nvPr/>
          </p:nvSpPr>
          <p:spPr>
            <a:xfrm>
              <a:off x="9620665" y="388914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7" name="Google Shape;3807;p44"/>
            <p:cNvSpPr/>
            <p:nvPr/>
          </p:nvSpPr>
          <p:spPr>
            <a:xfrm>
              <a:off x="9724393" y="3733622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8" name="Google Shape;3808;p44"/>
            <p:cNvSpPr/>
            <p:nvPr/>
          </p:nvSpPr>
          <p:spPr>
            <a:xfrm>
              <a:off x="10294688" y="3578099"/>
              <a:ext cx="51795" cy="207454"/>
            </a:xfrm>
            <a:custGeom>
              <a:rect b="b" l="l" r="r" t="t"/>
              <a:pathLst>
                <a:path extrusionOk="0" h="207454" w="51795">
                  <a:moveTo>
                    <a:pt x="0" y="0"/>
                  </a:moveTo>
                  <a:lnTo>
                    <a:pt x="51795" y="0"/>
                  </a:lnTo>
                  <a:lnTo>
                    <a:pt x="51795" y="207455"/>
                  </a:lnTo>
                  <a:lnTo>
                    <a:pt x="0" y="207455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9" name="Google Shape;3809;p44"/>
            <p:cNvSpPr/>
            <p:nvPr/>
          </p:nvSpPr>
          <p:spPr>
            <a:xfrm>
              <a:off x="10346620" y="3422577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2"/>
                  </a:lnTo>
                  <a:lnTo>
                    <a:pt x="0" y="155522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0" name="Google Shape;3810;p44"/>
            <p:cNvSpPr/>
            <p:nvPr/>
          </p:nvSpPr>
          <p:spPr>
            <a:xfrm>
              <a:off x="10242892" y="3785417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6" y="0"/>
                  </a:lnTo>
                  <a:lnTo>
                    <a:pt x="51796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1" name="Google Shape;3811;p44"/>
            <p:cNvSpPr/>
            <p:nvPr/>
          </p:nvSpPr>
          <p:spPr>
            <a:xfrm>
              <a:off x="10190960" y="3889144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2" name="Google Shape;3812;p44"/>
            <p:cNvSpPr/>
            <p:nvPr/>
          </p:nvSpPr>
          <p:spPr>
            <a:xfrm>
              <a:off x="10139165" y="3992871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6" y="0"/>
                  </a:lnTo>
                  <a:lnTo>
                    <a:pt x="51796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6" name="Shape 3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7" name="Google Shape;3817;p45"/>
          <p:cNvSpPr txBox="1"/>
          <p:nvPr>
            <p:ph idx="1" type="body"/>
          </p:nvPr>
        </p:nvSpPr>
        <p:spPr>
          <a:xfrm>
            <a:off x="713225" y="776925"/>
            <a:ext cx="4461300" cy="37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The game is designed to be inclusive and it offers full support for diverse global communities.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Multilingual support expands the potential user base significantly.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Our application currently features professional localization for six major languages: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➔"/>
            </a:pPr>
            <a:r>
              <a:rPr lang="en" sz="1300"/>
              <a:t>English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300"/>
              <a:buChar char="➔"/>
            </a:pPr>
            <a:r>
              <a:rPr lang="en" sz="1300">
                <a:solidFill>
                  <a:srgbClr val="1155CC"/>
                </a:solidFill>
              </a:rPr>
              <a:t>Bosnian</a:t>
            </a:r>
            <a:endParaRPr sz="1300">
              <a:solidFill>
                <a:srgbClr val="1155CC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300"/>
              <a:buChar char="➔"/>
            </a:pPr>
            <a:r>
              <a:rPr lang="en" sz="1300">
                <a:solidFill>
                  <a:srgbClr val="FFD966"/>
                </a:solidFill>
              </a:rPr>
              <a:t>German</a:t>
            </a:r>
            <a:endParaRPr sz="1300">
              <a:solidFill>
                <a:srgbClr val="FFD966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300"/>
              <a:buChar char="➔"/>
            </a:pPr>
            <a:r>
              <a:rPr lang="en" sz="1300">
                <a:solidFill>
                  <a:srgbClr val="FFFF00"/>
                </a:solidFill>
              </a:rPr>
              <a:t>Spanish</a:t>
            </a:r>
            <a:endParaRPr sz="1300">
              <a:solidFill>
                <a:srgbClr val="FFFF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300"/>
              <a:buChar char="➔"/>
            </a:pPr>
            <a:r>
              <a:rPr lang="en" sz="1300">
                <a:solidFill>
                  <a:srgbClr val="3D85C6"/>
                </a:solidFill>
              </a:rPr>
              <a:t>French</a:t>
            </a:r>
            <a:endParaRPr sz="1300">
              <a:solidFill>
                <a:srgbClr val="3D85C6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Char char="➔"/>
            </a:pPr>
            <a:r>
              <a:rPr lang="en" sz="1300">
                <a:solidFill>
                  <a:srgbClr val="FF0000"/>
                </a:solidFill>
              </a:rPr>
              <a:t>Japanese (Kanji)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3818" name="Google Shape;3818;p45"/>
          <p:cNvSpPr txBox="1"/>
          <p:nvPr>
            <p:ph type="title"/>
          </p:nvPr>
        </p:nvSpPr>
        <p:spPr>
          <a:xfrm>
            <a:off x="713225" y="177875"/>
            <a:ext cx="81150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Available Languages</a:t>
            </a:r>
            <a:endParaRPr sz="2000"/>
          </a:p>
        </p:txBody>
      </p:sp>
      <p:pic>
        <p:nvPicPr>
          <p:cNvPr id="3819" name="Google Shape;381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3450" y="1344663"/>
            <a:ext cx="3664675" cy="2586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3" name="Shape 3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4" name="Google Shape;3824;p46"/>
          <p:cNvSpPr txBox="1"/>
          <p:nvPr>
            <p:ph type="title"/>
          </p:nvPr>
        </p:nvSpPr>
        <p:spPr>
          <a:xfrm>
            <a:off x="713225" y="177875"/>
            <a:ext cx="81150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785A"/>
                </a:solidFill>
              </a:rPr>
              <a:t>Original</a:t>
            </a:r>
            <a:r>
              <a:rPr lang="en" sz="1500"/>
              <a:t> Features vs </a:t>
            </a:r>
            <a:r>
              <a:rPr lang="en" sz="1500">
                <a:solidFill>
                  <a:schemeClr val="accent3"/>
                </a:solidFill>
              </a:rPr>
              <a:t>Additional</a:t>
            </a:r>
            <a:r>
              <a:rPr lang="en" sz="1500"/>
              <a:t> Features</a:t>
            </a:r>
            <a:endParaRPr sz="1500"/>
          </a:p>
        </p:txBody>
      </p:sp>
      <p:sp>
        <p:nvSpPr>
          <p:cNvPr id="3825" name="Google Shape;3825;p46"/>
          <p:cNvSpPr txBox="1"/>
          <p:nvPr>
            <p:ph idx="1" type="body"/>
          </p:nvPr>
        </p:nvSpPr>
        <p:spPr>
          <a:xfrm>
            <a:off x="177675" y="776925"/>
            <a:ext cx="3778200" cy="39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85A"/>
              </a:buClr>
              <a:buSzPts val="1100"/>
              <a:buChar char="✓"/>
            </a:pPr>
            <a:r>
              <a:rPr b="1" lang="en" sz="1100">
                <a:solidFill>
                  <a:srgbClr val="00785A"/>
                </a:solidFill>
              </a:rPr>
              <a:t>Core Game Rules</a:t>
            </a:r>
            <a:r>
              <a:rPr b="1" lang="en" sz="1100">
                <a:solidFill>
                  <a:srgbClr val="00785A"/>
                </a:solidFill>
              </a:rPr>
              <a:t>:</a:t>
            </a:r>
            <a:r>
              <a:rPr lang="en" sz="1100"/>
              <a:t> Queen and Arrow placement, Path logic.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85A"/>
              </a:buClr>
              <a:buSzPts val="1100"/>
              <a:buChar char="✓"/>
            </a:pPr>
            <a:r>
              <a:rPr b="1" lang="en" sz="1100">
                <a:solidFill>
                  <a:srgbClr val="00785A"/>
                </a:solidFill>
              </a:rPr>
              <a:t>AI Engine:</a:t>
            </a:r>
            <a:r>
              <a:rPr lang="en" sz="1100"/>
              <a:t> Minimax with Alpha-Beta pruning.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85A"/>
              </a:buClr>
              <a:buSzPts val="1100"/>
              <a:buChar char="✓"/>
            </a:pPr>
            <a:r>
              <a:rPr b="1" lang="en" sz="1100">
                <a:solidFill>
                  <a:srgbClr val="00785A"/>
                </a:solidFill>
              </a:rPr>
              <a:t>Heuristics: </a:t>
            </a:r>
            <a:r>
              <a:rPr lang="en" sz="1100"/>
              <a:t>Spatial Influence &amp; Territory Score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85A"/>
              </a:buClr>
              <a:buSzPts val="1100"/>
              <a:buChar char="✓"/>
            </a:pPr>
            <a:r>
              <a:rPr b="1" lang="en" sz="1100">
                <a:solidFill>
                  <a:srgbClr val="00785A"/>
                </a:solidFill>
              </a:rPr>
              <a:t>Difficulty Levels:</a:t>
            </a:r>
            <a:r>
              <a:rPr lang="en" sz="1100"/>
              <a:t> Easy, Medium, and Hard.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85A"/>
              </a:buClr>
              <a:buSzPts val="1100"/>
              <a:buChar char="✓"/>
            </a:pPr>
            <a:r>
              <a:rPr b="1" lang="en" sz="1100">
                <a:solidFill>
                  <a:srgbClr val="00785A"/>
                </a:solidFill>
              </a:rPr>
              <a:t>Board Sizes:</a:t>
            </a:r>
            <a:r>
              <a:rPr lang="en" sz="1100"/>
              <a:t> Small (6x6), Medium (8x8), Large (10x10)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85A"/>
              </a:buClr>
              <a:buSzPts val="1100"/>
              <a:buChar char="✓"/>
            </a:pPr>
            <a:r>
              <a:rPr b="1" lang="en" sz="1100">
                <a:solidFill>
                  <a:srgbClr val="00785A"/>
                </a:solidFill>
              </a:rPr>
              <a:t>Basic GUI:</a:t>
            </a:r>
            <a:r>
              <a:rPr lang="en" sz="1100"/>
              <a:t> Responsive </a:t>
            </a:r>
            <a:r>
              <a:rPr lang="en" sz="1100"/>
              <a:t>interface</a:t>
            </a:r>
            <a:r>
              <a:rPr lang="en" sz="1100"/>
              <a:t>, interactive Queens, move highlights.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85A"/>
              </a:buClr>
              <a:buSzPts val="1100"/>
              <a:buChar char="✓"/>
            </a:pPr>
            <a:r>
              <a:rPr b="1" lang="en" sz="1100">
                <a:solidFill>
                  <a:srgbClr val="00785A"/>
                </a:solidFill>
              </a:rPr>
              <a:t>Primary Themes:</a:t>
            </a:r>
            <a:r>
              <a:rPr lang="en" sz="1100"/>
              <a:t> Wooden and Black &amp; White board styles.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85A"/>
              </a:buClr>
              <a:buSzPts val="1100"/>
              <a:buChar char="✓"/>
            </a:pPr>
            <a:r>
              <a:rPr b="1" lang="en" sz="1100">
                <a:solidFill>
                  <a:srgbClr val="00785A"/>
                </a:solidFill>
              </a:rPr>
              <a:t>Audio/Visuals:</a:t>
            </a:r>
            <a:r>
              <a:rPr lang="en" sz="1100"/>
              <a:t> Core animations for movement/explosions and basic sound effects.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785A"/>
              </a:buClr>
              <a:buSzPts val="1100"/>
              <a:buChar char="✓"/>
            </a:pPr>
            <a:r>
              <a:rPr b="1" lang="en" sz="1100">
                <a:solidFill>
                  <a:srgbClr val="00785A"/>
                </a:solidFill>
              </a:rPr>
              <a:t>Dual Language Support:</a:t>
            </a:r>
            <a:r>
              <a:rPr lang="en" sz="1100"/>
              <a:t> Interface available in Bosnian and English.</a:t>
            </a:r>
            <a:endParaRPr sz="1300"/>
          </a:p>
        </p:txBody>
      </p:sp>
      <p:sp>
        <p:nvSpPr>
          <p:cNvPr id="3826" name="Google Shape;3826;p46"/>
          <p:cNvSpPr txBox="1"/>
          <p:nvPr>
            <p:ph idx="1" type="body"/>
          </p:nvPr>
        </p:nvSpPr>
        <p:spPr>
          <a:xfrm>
            <a:off x="3844500" y="776925"/>
            <a:ext cx="4983600" cy="40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✓"/>
            </a:pPr>
            <a:r>
              <a:rPr b="1" lang="en" sz="1100">
                <a:solidFill>
                  <a:schemeClr val="accent3"/>
                </a:solidFill>
              </a:rPr>
              <a:t>Expanded Theme Library:</a:t>
            </a:r>
            <a:r>
              <a:rPr lang="en" sz="1100"/>
              <a:t> Six additional visual styles.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✓"/>
            </a:pPr>
            <a:r>
              <a:rPr b="1" lang="en" sz="1100">
                <a:solidFill>
                  <a:schemeClr val="accent3"/>
                </a:solidFill>
              </a:rPr>
              <a:t>Custom Theme Creator:</a:t>
            </a:r>
            <a:r>
              <a:rPr lang="en" sz="1100"/>
              <a:t> Integrated color pickers </a:t>
            </a:r>
            <a:r>
              <a:rPr lang="en" sz="1100"/>
              <a:t>allowing users </a:t>
            </a:r>
            <a:r>
              <a:rPr lang="en" sz="1100"/>
              <a:t>to define</a:t>
            </a:r>
            <a:r>
              <a:rPr lang="en" sz="1100"/>
              <a:t> their own tile colors.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✓"/>
            </a:pPr>
            <a:r>
              <a:rPr b="1" lang="en" sz="1100">
                <a:solidFill>
                  <a:schemeClr val="accent3"/>
                </a:solidFill>
              </a:rPr>
              <a:t>Additional Modes:</a:t>
            </a:r>
            <a:r>
              <a:rPr lang="en" sz="1100"/>
              <a:t> PvP and Spectator mode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✓"/>
            </a:pPr>
            <a:r>
              <a:rPr b="1" lang="en" sz="1100">
                <a:solidFill>
                  <a:schemeClr val="accent3"/>
                </a:solidFill>
              </a:rPr>
              <a:t>Multi-Language Expansion:</a:t>
            </a:r>
            <a:r>
              <a:rPr lang="en" sz="1100"/>
              <a:t> Added support for total 6 languages.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✓"/>
            </a:pPr>
            <a:r>
              <a:rPr b="1" lang="en" sz="1100">
                <a:solidFill>
                  <a:schemeClr val="accent3"/>
                </a:solidFill>
              </a:rPr>
              <a:t>Undo System:</a:t>
            </a:r>
            <a:r>
              <a:rPr lang="en" sz="1100"/>
              <a:t> A state-stack implementation that allows players to take back their last move.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✓"/>
            </a:pPr>
            <a:r>
              <a:rPr b="1" lang="en" sz="1100">
                <a:solidFill>
                  <a:schemeClr val="accent3"/>
                </a:solidFill>
              </a:rPr>
              <a:t>Stop AI Functionality:</a:t>
            </a:r>
            <a:r>
              <a:rPr lang="en" sz="1100"/>
              <a:t> Safety feature to stop deep calculations safely.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✓"/>
            </a:pPr>
            <a:r>
              <a:rPr b="1" lang="en" sz="1100">
                <a:solidFill>
                  <a:schemeClr val="accent3"/>
                </a:solidFill>
              </a:rPr>
              <a:t>Animation Speed Control:</a:t>
            </a:r>
            <a:r>
              <a:rPr lang="en" sz="1100"/>
              <a:t> Control of the pace of visual effects.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✓"/>
            </a:pPr>
            <a:r>
              <a:rPr b="1" lang="en" sz="1100">
                <a:solidFill>
                  <a:schemeClr val="accent3"/>
                </a:solidFill>
              </a:rPr>
              <a:t>Move History Log:</a:t>
            </a:r>
            <a:r>
              <a:rPr lang="en" sz="1100"/>
              <a:t> A text-based record of all actions during the match.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✓"/>
            </a:pPr>
            <a:r>
              <a:rPr b="1" lang="en" sz="1100">
                <a:solidFill>
                  <a:schemeClr val="accent3"/>
                </a:solidFill>
              </a:rPr>
              <a:t>Page System:</a:t>
            </a:r>
            <a:r>
              <a:rPr lang="en" sz="1100"/>
              <a:t> A three-page interface layout for Game, History, and Rules.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✓"/>
            </a:pPr>
            <a:r>
              <a:rPr b="1" lang="en" sz="1100">
                <a:solidFill>
                  <a:schemeClr val="accent3"/>
                </a:solidFill>
              </a:rPr>
              <a:t>Full Compatibility:</a:t>
            </a:r>
            <a:r>
              <a:rPr lang="en" sz="1100"/>
              <a:t> App is compatible with windows, mac-os and linux</a:t>
            </a:r>
            <a:endParaRPr sz="1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0" name="Shape 3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1" name="Google Shape;3831;p47"/>
          <p:cNvSpPr txBox="1"/>
          <p:nvPr>
            <p:ph type="title"/>
          </p:nvPr>
        </p:nvSpPr>
        <p:spPr>
          <a:xfrm>
            <a:off x="1626150" y="2243850"/>
            <a:ext cx="58917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YOUR ATTENTION</a:t>
            </a:r>
            <a:endParaRPr/>
          </a:p>
        </p:txBody>
      </p:sp>
      <p:grpSp>
        <p:nvGrpSpPr>
          <p:cNvPr id="3832" name="Google Shape;3832;p47"/>
          <p:cNvGrpSpPr/>
          <p:nvPr/>
        </p:nvGrpSpPr>
        <p:grpSpPr>
          <a:xfrm>
            <a:off x="784839" y="603280"/>
            <a:ext cx="1059162" cy="1059162"/>
            <a:chOff x="2051036" y="2955872"/>
            <a:chExt cx="1659089" cy="1659089"/>
          </a:xfrm>
        </p:grpSpPr>
        <p:sp>
          <p:nvSpPr>
            <p:cNvPr id="3833" name="Google Shape;3833;p47"/>
            <p:cNvSpPr/>
            <p:nvPr/>
          </p:nvSpPr>
          <p:spPr>
            <a:xfrm>
              <a:off x="2310285" y="4563166"/>
              <a:ext cx="466567" cy="51795"/>
            </a:xfrm>
            <a:custGeom>
              <a:rect b="b" l="l" r="r" t="t"/>
              <a:pathLst>
                <a:path extrusionOk="0" h="51795" w="466567">
                  <a:moveTo>
                    <a:pt x="0" y="0"/>
                  </a:moveTo>
                  <a:lnTo>
                    <a:pt x="466568" y="0"/>
                  </a:lnTo>
                  <a:lnTo>
                    <a:pt x="466568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4" name="Google Shape;3834;p47"/>
            <p:cNvSpPr/>
            <p:nvPr/>
          </p:nvSpPr>
          <p:spPr>
            <a:xfrm>
              <a:off x="2258490" y="451123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5" name="Google Shape;3835;p47"/>
            <p:cNvSpPr/>
            <p:nvPr/>
          </p:nvSpPr>
          <p:spPr>
            <a:xfrm>
              <a:off x="2673263" y="4459439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6" name="Google Shape;3836;p47"/>
            <p:cNvSpPr/>
            <p:nvPr/>
          </p:nvSpPr>
          <p:spPr>
            <a:xfrm>
              <a:off x="3347148" y="44594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7" name="Google Shape;3837;p47"/>
            <p:cNvSpPr/>
            <p:nvPr/>
          </p:nvSpPr>
          <p:spPr>
            <a:xfrm>
              <a:off x="3191625" y="4252121"/>
              <a:ext cx="51795" cy="311045"/>
            </a:xfrm>
            <a:custGeom>
              <a:rect b="b" l="l" r="r" t="t"/>
              <a:pathLst>
                <a:path extrusionOk="0" h="311045" w="51795">
                  <a:moveTo>
                    <a:pt x="0" y="0"/>
                  </a:moveTo>
                  <a:lnTo>
                    <a:pt x="51795" y="0"/>
                  </a:lnTo>
                  <a:lnTo>
                    <a:pt x="51795" y="311045"/>
                  </a:lnTo>
                  <a:lnTo>
                    <a:pt x="0" y="31104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8" name="Google Shape;3838;p47"/>
            <p:cNvSpPr/>
            <p:nvPr/>
          </p:nvSpPr>
          <p:spPr>
            <a:xfrm>
              <a:off x="2776853" y="4096462"/>
              <a:ext cx="51795" cy="362977"/>
            </a:xfrm>
            <a:custGeom>
              <a:rect b="b" l="l" r="r" t="t"/>
              <a:pathLst>
                <a:path extrusionOk="0" h="362977" w="51795">
                  <a:moveTo>
                    <a:pt x="0" y="0"/>
                  </a:moveTo>
                  <a:lnTo>
                    <a:pt x="51795" y="0"/>
                  </a:lnTo>
                  <a:lnTo>
                    <a:pt x="51795" y="362977"/>
                  </a:lnTo>
                  <a:lnTo>
                    <a:pt x="0" y="36297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9" name="Google Shape;3839;p47"/>
            <p:cNvSpPr/>
            <p:nvPr/>
          </p:nvSpPr>
          <p:spPr>
            <a:xfrm>
              <a:off x="2776853" y="4511234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0" name="Google Shape;3840;p47"/>
            <p:cNvSpPr/>
            <p:nvPr/>
          </p:nvSpPr>
          <p:spPr>
            <a:xfrm>
              <a:off x="3399080" y="451123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1" name="Google Shape;3841;p47"/>
            <p:cNvSpPr/>
            <p:nvPr/>
          </p:nvSpPr>
          <p:spPr>
            <a:xfrm>
              <a:off x="3036103" y="451123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2" name="Google Shape;3842;p47"/>
            <p:cNvSpPr/>
            <p:nvPr/>
          </p:nvSpPr>
          <p:spPr>
            <a:xfrm>
              <a:off x="3088035" y="4563166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3" name="Google Shape;3843;p47"/>
            <p:cNvSpPr/>
            <p:nvPr/>
          </p:nvSpPr>
          <p:spPr>
            <a:xfrm>
              <a:off x="2984308" y="44594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4" name="Google Shape;3844;p47"/>
            <p:cNvSpPr/>
            <p:nvPr/>
          </p:nvSpPr>
          <p:spPr>
            <a:xfrm>
              <a:off x="3243557" y="4563166"/>
              <a:ext cx="155522" cy="51795"/>
            </a:xfrm>
            <a:custGeom>
              <a:rect b="b" l="l" r="r" t="t"/>
              <a:pathLst>
                <a:path extrusionOk="0" h="51795" w="155522">
                  <a:moveTo>
                    <a:pt x="0" y="0"/>
                  </a:moveTo>
                  <a:lnTo>
                    <a:pt x="155522" y="0"/>
                  </a:lnTo>
                  <a:lnTo>
                    <a:pt x="155522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5" name="Google Shape;3845;p47"/>
            <p:cNvSpPr/>
            <p:nvPr/>
          </p:nvSpPr>
          <p:spPr>
            <a:xfrm>
              <a:off x="2880580" y="4563166"/>
              <a:ext cx="155522" cy="51795"/>
            </a:xfrm>
            <a:custGeom>
              <a:rect b="b" l="l" r="r" t="t"/>
              <a:pathLst>
                <a:path extrusionOk="0" h="51795" w="155522">
                  <a:moveTo>
                    <a:pt x="0" y="0"/>
                  </a:moveTo>
                  <a:lnTo>
                    <a:pt x="155523" y="0"/>
                  </a:lnTo>
                  <a:lnTo>
                    <a:pt x="155523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6" name="Google Shape;3846;p47"/>
            <p:cNvSpPr/>
            <p:nvPr/>
          </p:nvSpPr>
          <p:spPr>
            <a:xfrm>
              <a:off x="2984308" y="3785417"/>
              <a:ext cx="259249" cy="51795"/>
            </a:xfrm>
            <a:custGeom>
              <a:rect b="b" l="l" r="r" t="t"/>
              <a:pathLst>
                <a:path extrusionOk="0" h="51795" w="259249">
                  <a:moveTo>
                    <a:pt x="0" y="0"/>
                  </a:moveTo>
                  <a:lnTo>
                    <a:pt x="259250" y="0"/>
                  </a:lnTo>
                  <a:lnTo>
                    <a:pt x="259250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7" name="Google Shape;3847;p47"/>
            <p:cNvSpPr/>
            <p:nvPr/>
          </p:nvSpPr>
          <p:spPr>
            <a:xfrm>
              <a:off x="2828785" y="3733622"/>
              <a:ext cx="155522" cy="51795"/>
            </a:xfrm>
            <a:custGeom>
              <a:rect b="b" l="l" r="r" t="t"/>
              <a:pathLst>
                <a:path extrusionOk="0" h="51795" w="155522">
                  <a:moveTo>
                    <a:pt x="0" y="0"/>
                  </a:moveTo>
                  <a:lnTo>
                    <a:pt x="155523" y="0"/>
                  </a:lnTo>
                  <a:lnTo>
                    <a:pt x="155523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8" name="Google Shape;3848;p47"/>
            <p:cNvSpPr/>
            <p:nvPr/>
          </p:nvSpPr>
          <p:spPr>
            <a:xfrm>
              <a:off x="2725058" y="362989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9" name="Google Shape;3849;p47"/>
            <p:cNvSpPr/>
            <p:nvPr/>
          </p:nvSpPr>
          <p:spPr>
            <a:xfrm>
              <a:off x="2725058" y="331884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0" name="Google Shape;3850;p47"/>
            <p:cNvSpPr/>
            <p:nvPr/>
          </p:nvSpPr>
          <p:spPr>
            <a:xfrm>
              <a:off x="2776853" y="326691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1" name="Google Shape;3851;p47"/>
            <p:cNvSpPr/>
            <p:nvPr/>
          </p:nvSpPr>
          <p:spPr>
            <a:xfrm>
              <a:off x="2828785" y="32151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2" name="Google Shape;3852;p47"/>
            <p:cNvSpPr/>
            <p:nvPr/>
          </p:nvSpPr>
          <p:spPr>
            <a:xfrm>
              <a:off x="2828785" y="3007804"/>
              <a:ext cx="207317" cy="207317"/>
            </a:xfrm>
            <a:custGeom>
              <a:rect b="b" l="l" r="r" t="t"/>
              <a:pathLst>
                <a:path extrusionOk="0" h="207317" w="207317">
                  <a:moveTo>
                    <a:pt x="207318" y="0"/>
                  </a:moveTo>
                  <a:lnTo>
                    <a:pt x="207318" y="51795"/>
                  </a:lnTo>
                  <a:lnTo>
                    <a:pt x="155523" y="51795"/>
                  </a:lnTo>
                  <a:lnTo>
                    <a:pt x="155523" y="155523"/>
                  </a:lnTo>
                  <a:lnTo>
                    <a:pt x="51795" y="155523"/>
                  </a:lnTo>
                  <a:lnTo>
                    <a:pt x="51795" y="207318"/>
                  </a:lnTo>
                  <a:lnTo>
                    <a:pt x="0" y="207318"/>
                  </a:lnTo>
                  <a:lnTo>
                    <a:pt x="0" y="103590"/>
                  </a:lnTo>
                  <a:lnTo>
                    <a:pt x="51795" y="103590"/>
                  </a:lnTo>
                  <a:lnTo>
                    <a:pt x="51795" y="51795"/>
                  </a:lnTo>
                  <a:lnTo>
                    <a:pt x="103590" y="51795"/>
                  </a:lnTo>
                  <a:lnTo>
                    <a:pt x="103590" y="0"/>
                  </a:lnTo>
                  <a:lnTo>
                    <a:pt x="207318" y="0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3" name="Google Shape;3853;p47"/>
            <p:cNvSpPr/>
            <p:nvPr/>
          </p:nvSpPr>
          <p:spPr>
            <a:xfrm>
              <a:off x="2828785" y="305959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4" name="Google Shape;3854;p47"/>
            <p:cNvSpPr/>
            <p:nvPr/>
          </p:nvSpPr>
          <p:spPr>
            <a:xfrm>
              <a:off x="2880580" y="300780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5" name="Google Shape;3855;p47"/>
            <p:cNvSpPr/>
            <p:nvPr/>
          </p:nvSpPr>
          <p:spPr>
            <a:xfrm>
              <a:off x="2725058" y="32151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6" name="Google Shape;3856;p47"/>
            <p:cNvSpPr/>
            <p:nvPr/>
          </p:nvSpPr>
          <p:spPr>
            <a:xfrm>
              <a:off x="2932375" y="2955872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7" name="Google Shape;3857;p47"/>
            <p:cNvSpPr/>
            <p:nvPr/>
          </p:nvSpPr>
          <p:spPr>
            <a:xfrm>
              <a:off x="2776853" y="32151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8" name="Google Shape;3858;p47"/>
            <p:cNvSpPr/>
            <p:nvPr/>
          </p:nvSpPr>
          <p:spPr>
            <a:xfrm>
              <a:off x="2776853" y="3111395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9" name="Google Shape;3859;p47"/>
            <p:cNvSpPr/>
            <p:nvPr/>
          </p:nvSpPr>
          <p:spPr>
            <a:xfrm>
              <a:off x="3347148" y="326691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0" name="Google Shape;3860;p47"/>
            <p:cNvSpPr/>
            <p:nvPr/>
          </p:nvSpPr>
          <p:spPr>
            <a:xfrm>
              <a:off x="3139830" y="32151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1" name="Google Shape;3861;p47"/>
            <p:cNvSpPr/>
            <p:nvPr/>
          </p:nvSpPr>
          <p:spPr>
            <a:xfrm>
              <a:off x="3502807" y="342257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2" name="Google Shape;3862;p47"/>
            <p:cNvSpPr/>
            <p:nvPr/>
          </p:nvSpPr>
          <p:spPr>
            <a:xfrm>
              <a:off x="3554602" y="337064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3" name="Google Shape;3863;p47"/>
            <p:cNvSpPr/>
            <p:nvPr/>
          </p:nvSpPr>
          <p:spPr>
            <a:xfrm>
              <a:off x="3606398" y="331884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4" name="Google Shape;3864;p47"/>
            <p:cNvSpPr/>
            <p:nvPr/>
          </p:nvSpPr>
          <p:spPr>
            <a:xfrm>
              <a:off x="3658330" y="326691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5" name="Google Shape;3865;p47"/>
            <p:cNvSpPr/>
            <p:nvPr/>
          </p:nvSpPr>
          <p:spPr>
            <a:xfrm>
              <a:off x="3399080" y="3215122"/>
              <a:ext cx="259249" cy="51795"/>
            </a:xfrm>
            <a:custGeom>
              <a:rect b="b" l="l" r="r" t="t"/>
              <a:pathLst>
                <a:path extrusionOk="0" h="51795" w="259249">
                  <a:moveTo>
                    <a:pt x="0" y="0"/>
                  </a:moveTo>
                  <a:lnTo>
                    <a:pt x="259250" y="0"/>
                  </a:lnTo>
                  <a:lnTo>
                    <a:pt x="259250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6" name="Google Shape;3866;p47"/>
            <p:cNvSpPr/>
            <p:nvPr/>
          </p:nvSpPr>
          <p:spPr>
            <a:xfrm>
              <a:off x="3399080" y="3318849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3"/>
                  </a:lnTo>
                  <a:lnTo>
                    <a:pt x="0" y="155523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7" name="Google Shape;3867;p47"/>
            <p:cNvSpPr/>
            <p:nvPr/>
          </p:nvSpPr>
          <p:spPr>
            <a:xfrm>
              <a:off x="3399080" y="3266917"/>
              <a:ext cx="259249" cy="207454"/>
            </a:xfrm>
            <a:custGeom>
              <a:rect b="b" l="l" r="r" t="t"/>
              <a:pathLst>
                <a:path extrusionOk="0" h="207454" w="259249">
                  <a:moveTo>
                    <a:pt x="259250" y="0"/>
                  </a:moveTo>
                  <a:lnTo>
                    <a:pt x="259250" y="51932"/>
                  </a:lnTo>
                  <a:lnTo>
                    <a:pt x="207318" y="51932"/>
                  </a:lnTo>
                  <a:lnTo>
                    <a:pt x="207318" y="103727"/>
                  </a:lnTo>
                  <a:lnTo>
                    <a:pt x="155523" y="103727"/>
                  </a:lnTo>
                  <a:lnTo>
                    <a:pt x="155523" y="155660"/>
                  </a:lnTo>
                  <a:lnTo>
                    <a:pt x="103727" y="155660"/>
                  </a:lnTo>
                  <a:lnTo>
                    <a:pt x="103727" y="207455"/>
                  </a:lnTo>
                  <a:lnTo>
                    <a:pt x="51795" y="207455"/>
                  </a:lnTo>
                  <a:lnTo>
                    <a:pt x="51795" y="51932"/>
                  </a:lnTo>
                  <a:lnTo>
                    <a:pt x="0" y="51932"/>
                  </a:lnTo>
                  <a:lnTo>
                    <a:pt x="0" y="0"/>
                  </a:lnTo>
                  <a:lnTo>
                    <a:pt x="259250" y="0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8" name="Google Shape;3868;p47"/>
            <p:cNvSpPr/>
            <p:nvPr/>
          </p:nvSpPr>
          <p:spPr>
            <a:xfrm>
              <a:off x="3450875" y="3474372"/>
              <a:ext cx="51795" cy="207454"/>
            </a:xfrm>
            <a:custGeom>
              <a:rect b="b" l="l" r="r" t="t"/>
              <a:pathLst>
                <a:path extrusionOk="0" h="207454" w="51795">
                  <a:moveTo>
                    <a:pt x="0" y="0"/>
                  </a:moveTo>
                  <a:lnTo>
                    <a:pt x="51795" y="0"/>
                  </a:lnTo>
                  <a:lnTo>
                    <a:pt x="51795" y="207455"/>
                  </a:lnTo>
                  <a:lnTo>
                    <a:pt x="0" y="20745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9" name="Google Shape;3869;p47"/>
            <p:cNvSpPr/>
            <p:nvPr/>
          </p:nvSpPr>
          <p:spPr>
            <a:xfrm>
              <a:off x="2880580" y="3163327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0" name="Google Shape;3870;p47"/>
            <p:cNvSpPr/>
            <p:nvPr/>
          </p:nvSpPr>
          <p:spPr>
            <a:xfrm>
              <a:off x="2673263" y="3370644"/>
              <a:ext cx="51795" cy="259249"/>
            </a:xfrm>
            <a:custGeom>
              <a:rect b="b" l="l" r="r" t="t"/>
              <a:pathLst>
                <a:path extrusionOk="0" h="259249" w="51795">
                  <a:moveTo>
                    <a:pt x="0" y="0"/>
                  </a:moveTo>
                  <a:lnTo>
                    <a:pt x="51795" y="0"/>
                  </a:lnTo>
                  <a:lnTo>
                    <a:pt x="51795" y="259250"/>
                  </a:lnTo>
                  <a:lnTo>
                    <a:pt x="0" y="25925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1" name="Google Shape;3871;p47"/>
            <p:cNvSpPr/>
            <p:nvPr/>
          </p:nvSpPr>
          <p:spPr>
            <a:xfrm>
              <a:off x="2725058" y="368168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2" name="Google Shape;3872;p47"/>
            <p:cNvSpPr/>
            <p:nvPr/>
          </p:nvSpPr>
          <p:spPr>
            <a:xfrm>
              <a:off x="2725058" y="326691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3" name="Google Shape;3873;p47"/>
            <p:cNvSpPr/>
            <p:nvPr/>
          </p:nvSpPr>
          <p:spPr>
            <a:xfrm>
              <a:off x="2880580" y="295587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4" name="Google Shape;3874;p47"/>
            <p:cNvSpPr/>
            <p:nvPr/>
          </p:nvSpPr>
          <p:spPr>
            <a:xfrm>
              <a:off x="3502807" y="347437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5" name="Google Shape;3875;p47"/>
            <p:cNvSpPr/>
            <p:nvPr/>
          </p:nvSpPr>
          <p:spPr>
            <a:xfrm>
              <a:off x="3399080" y="420018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6" name="Google Shape;3876;p47"/>
            <p:cNvSpPr/>
            <p:nvPr/>
          </p:nvSpPr>
          <p:spPr>
            <a:xfrm>
              <a:off x="3191625" y="4563166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7" name="Google Shape;3877;p47"/>
            <p:cNvSpPr/>
            <p:nvPr/>
          </p:nvSpPr>
          <p:spPr>
            <a:xfrm>
              <a:off x="3036103" y="4563166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8" name="Google Shape;3878;p47"/>
            <p:cNvSpPr/>
            <p:nvPr/>
          </p:nvSpPr>
          <p:spPr>
            <a:xfrm>
              <a:off x="2776853" y="4563166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9" name="Google Shape;3879;p47"/>
            <p:cNvSpPr/>
            <p:nvPr/>
          </p:nvSpPr>
          <p:spPr>
            <a:xfrm>
              <a:off x="2258490" y="4563166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0" name="Google Shape;3880;p47"/>
            <p:cNvSpPr/>
            <p:nvPr/>
          </p:nvSpPr>
          <p:spPr>
            <a:xfrm>
              <a:off x="2051036" y="414839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1" name="Google Shape;3881;p47"/>
            <p:cNvSpPr/>
            <p:nvPr/>
          </p:nvSpPr>
          <p:spPr>
            <a:xfrm>
              <a:off x="2310285" y="39409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2" name="Google Shape;3882;p47"/>
            <p:cNvSpPr/>
            <p:nvPr/>
          </p:nvSpPr>
          <p:spPr>
            <a:xfrm>
              <a:off x="2310285" y="326691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3" name="Google Shape;3883;p47"/>
            <p:cNvSpPr/>
            <p:nvPr/>
          </p:nvSpPr>
          <p:spPr>
            <a:xfrm>
              <a:off x="2258490" y="305959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4" name="Google Shape;3884;p47"/>
            <p:cNvSpPr/>
            <p:nvPr/>
          </p:nvSpPr>
          <p:spPr>
            <a:xfrm>
              <a:off x="2517603" y="342257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5" name="Google Shape;3885;p47"/>
            <p:cNvSpPr/>
            <p:nvPr/>
          </p:nvSpPr>
          <p:spPr>
            <a:xfrm>
              <a:off x="2414013" y="37336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6" name="Google Shape;3886;p47"/>
            <p:cNvSpPr/>
            <p:nvPr/>
          </p:nvSpPr>
          <p:spPr>
            <a:xfrm>
              <a:off x="2621330" y="4355712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7" name="Google Shape;3887;p47"/>
            <p:cNvSpPr/>
            <p:nvPr/>
          </p:nvSpPr>
          <p:spPr>
            <a:xfrm>
              <a:off x="2673263" y="4252121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8" name="Google Shape;3888;p47"/>
            <p:cNvSpPr/>
            <p:nvPr/>
          </p:nvSpPr>
          <p:spPr>
            <a:xfrm>
              <a:off x="2621330" y="420018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9" name="Google Shape;3889;p47"/>
            <p:cNvSpPr/>
            <p:nvPr/>
          </p:nvSpPr>
          <p:spPr>
            <a:xfrm>
              <a:off x="2206558" y="4407644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0" name="Google Shape;3890;p47"/>
            <p:cNvSpPr/>
            <p:nvPr/>
          </p:nvSpPr>
          <p:spPr>
            <a:xfrm>
              <a:off x="2206558" y="4148394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1" name="Google Shape;3891;p47"/>
            <p:cNvSpPr/>
            <p:nvPr/>
          </p:nvSpPr>
          <p:spPr>
            <a:xfrm>
              <a:off x="2258490" y="4044667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2" name="Google Shape;3892;p47"/>
            <p:cNvSpPr/>
            <p:nvPr/>
          </p:nvSpPr>
          <p:spPr>
            <a:xfrm>
              <a:off x="2310285" y="3992871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3" name="Google Shape;3893;p47"/>
            <p:cNvSpPr/>
            <p:nvPr/>
          </p:nvSpPr>
          <p:spPr>
            <a:xfrm>
              <a:off x="2362081" y="39409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4" name="Google Shape;3894;p47"/>
            <p:cNvSpPr/>
            <p:nvPr/>
          </p:nvSpPr>
          <p:spPr>
            <a:xfrm>
              <a:off x="2310285" y="3837349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5" name="Google Shape;3895;p47"/>
            <p:cNvSpPr/>
            <p:nvPr/>
          </p:nvSpPr>
          <p:spPr>
            <a:xfrm>
              <a:off x="2258490" y="39409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6" name="Google Shape;3896;p47"/>
            <p:cNvSpPr/>
            <p:nvPr/>
          </p:nvSpPr>
          <p:spPr>
            <a:xfrm>
              <a:off x="2362081" y="3733622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7" name="Google Shape;3897;p47"/>
            <p:cNvSpPr/>
            <p:nvPr/>
          </p:nvSpPr>
          <p:spPr>
            <a:xfrm>
              <a:off x="2414013" y="3578099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3"/>
                  </a:lnTo>
                  <a:lnTo>
                    <a:pt x="0" y="155523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8" name="Google Shape;3898;p47"/>
            <p:cNvSpPr/>
            <p:nvPr/>
          </p:nvSpPr>
          <p:spPr>
            <a:xfrm>
              <a:off x="2465808" y="3163327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9" name="Google Shape;3899;p47"/>
            <p:cNvSpPr/>
            <p:nvPr/>
          </p:nvSpPr>
          <p:spPr>
            <a:xfrm>
              <a:off x="2414013" y="3111395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0" name="Google Shape;3900;p47"/>
            <p:cNvSpPr/>
            <p:nvPr/>
          </p:nvSpPr>
          <p:spPr>
            <a:xfrm>
              <a:off x="2310285" y="32151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1" name="Google Shape;3901;p47"/>
            <p:cNvSpPr/>
            <p:nvPr/>
          </p:nvSpPr>
          <p:spPr>
            <a:xfrm>
              <a:off x="2362081" y="3266917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2"/>
                  </a:lnTo>
                  <a:lnTo>
                    <a:pt x="0" y="155522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2" name="Google Shape;3902;p47"/>
            <p:cNvSpPr/>
            <p:nvPr/>
          </p:nvSpPr>
          <p:spPr>
            <a:xfrm>
              <a:off x="2310285" y="3422577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2"/>
                  </a:lnTo>
                  <a:lnTo>
                    <a:pt x="0" y="155522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3" name="Google Shape;3903;p47"/>
            <p:cNvSpPr/>
            <p:nvPr/>
          </p:nvSpPr>
          <p:spPr>
            <a:xfrm>
              <a:off x="2258490" y="3578099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3"/>
                  </a:lnTo>
                  <a:lnTo>
                    <a:pt x="0" y="155523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4" name="Google Shape;3904;p47"/>
            <p:cNvSpPr/>
            <p:nvPr/>
          </p:nvSpPr>
          <p:spPr>
            <a:xfrm>
              <a:off x="2206558" y="3733622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5" name="Google Shape;3905;p47"/>
            <p:cNvSpPr/>
            <p:nvPr/>
          </p:nvSpPr>
          <p:spPr>
            <a:xfrm>
              <a:off x="2154763" y="3837349"/>
              <a:ext cx="51795" cy="207454"/>
            </a:xfrm>
            <a:custGeom>
              <a:rect b="b" l="l" r="r" t="t"/>
              <a:pathLst>
                <a:path extrusionOk="0" h="207454" w="51795">
                  <a:moveTo>
                    <a:pt x="0" y="0"/>
                  </a:moveTo>
                  <a:lnTo>
                    <a:pt x="51795" y="0"/>
                  </a:lnTo>
                  <a:lnTo>
                    <a:pt x="51795" y="207455"/>
                  </a:lnTo>
                  <a:lnTo>
                    <a:pt x="0" y="20745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6" name="Google Shape;3906;p47"/>
            <p:cNvSpPr/>
            <p:nvPr/>
          </p:nvSpPr>
          <p:spPr>
            <a:xfrm>
              <a:off x="2102831" y="4044667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2"/>
                  </a:lnTo>
                  <a:lnTo>
                    <a:pt x="0" y="155522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7" name="Google Shape;3907;p47"/>
            <p:cNvSpPr/>
            <p:nvPr/>
          </p:nvSpPr>
          <p:spPr>
            <a:xfrm>
              <a:off x="2051036" y="4200189"/>
              <a:ext cx="51795" cy="259249"/>
            </a:xfrm>
            <a:custGeom>
              <a:rect b="b" l="l" r="r" t="t"/>
              <a:pathLst>
                <a:path extrusionOk="0" h="259249" w="51795">
                  <a:moveTo>
                    <a:pt x="0" y="0"/>
                  </a:moveTo>
                  <a:lnTo>
                    <a:pt x="51795" y="0"/>
                  </a:lnTo>
                  <a:lnTo>
                    <a:pt x="51795" y="259250"/>
                  </a:lnTo>
                  <a:lnTo>
                    <a:pt x="0" y="25925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8" name="Google Shape;3908;p47"/>
            <p:cNvSpPr/>
            <p:nvPr/>
          </p:nvSpPr>
          <p:spPr>
            <a:xfrm>
              <a:off x="2102831" y="4459439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9" name="Google Shape;3909;p47"/>
            <p:cNvSpPr/>
            <p:nvPr/>
          </p:nvSpPr>
          <p:spPr>
            <a:xfrm>
              <a:off x="2154763" y="4563166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0" name="Google Shape;3910;p47"/>
            <p:cNvSpPr/>
            <p:nvPr/>
          </p:nvSpPr>
          <p:spPr>
            <a:xfrm>
              <a:off x="2258490" y="3111395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1" name="Google Shape;3911;p47"/>
            <p:cNvSpPr/>
            <p:nvPr/>
          </p:nvSpPr>
          <p:spPr>
            <a:xfrm>
              <a:off x="2310285" y="3059599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2" name="Google Shape;3912;p47"/>
            <p:cNvSpPr/>
            <p:nvPr/>
          </p:nvSpPr>
          <p:spPr>
            <a:xfrm>
              <a:off x="2517603" y="3266917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2"/>
                  </a:lnTo>
                  <a:lnTo>
                    <a:pt x="0" y="155522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3" name="Google Shape;3913;p47"/>
            <p:cNvSpPr/>
            <p:nvPr/>
          </p:nvSpPr>
          <p:spPr>
            <a:xfrm>
              <a:off x="2465808" y="3422577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2"/>
                  </a:lnTo>
                  <a:lnTo>
                    <a:pt x="0" y="155522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4" name="Google Shape;3914;p47"/>
            <p:cNvSpPr/>
            <p:nvPr/>
          </p:nvSpPr>
          <p:spPr>
            <a:xfrm>
              <a:off x="2414013" y="3889144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5" name="Google Shape;3915;p47"/>
            <p:cNvSpPr/>
            <p:nvPr/>
          </p:nvSpPr>
          <p:spPr>
            <a:xfrm>
              <a:off x="2517603" y="383734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6" name="Google Shape;3916;p47"/>
            <p:cNvSpPr/>
            <p:nvPr/>
          </p:nvSpPr>
          <p:spPr>
            <a:xfrm>
              <a:off x="2569535" y="3785417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7" name="Google Shape;3917;p47"/>
            <p:cNvSpPr/>
            <p:nvPr/>
          </p:nvSpPr>
          <p:spPr>
            <a:xfrm>
              <a:off x="2673263" y="37336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8" name="Google Shape;3918;p47"/>
            <p:cNvSpPr/>
            <p:nvPr/>
          </p:nvSpPr>
          <p:spPr>
            <a:xfrm>
              <a:off x="2776853" y="368168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9" name="Google Shape;3919;p47"/>
            <p:cNvSpPr/>
            <p:nvPr/>
          </p:nvSpPr>
          <p:spPr>
            <a:xfrm>
              <a:off x="3399080" y="3681689"/>
              <a:ext cx="51795" cy="518499"/>
            </a:xfrm>
            <a:custGeom>
              <a:rect b="b" l="l" r="r" t="t"/>
              <a:pathLst>
                <a:path extrusionOk="0" h="518499" w="51795">
                  <a:moveTo>
                    <a:pt x="0" y="0"/>
                  </a:moveTo>
                  <a:lnTo>
                    <a:pt x="51795" y="0"/>
                  </a:lnTo>
                  <a:lnTo>
                    <a:pt x="51795" y="518500"/>
                  </a:lnTo>
                  <a:lnTo>
                    <a:pt x="0" y="51850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0" name="Google Shape;3920;p47"/>
            <p:cNvSpPr/>
            <p:nvPr/>
          </p:nvSpPr>
          <p:spPr>
            <a:xfrm>
              <a:off x="3347148" y="4200189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1" name="Google Shape;3921;p47"/>
            <p:cNvSpPr/>
            <p:nvPr/>
          </p:nvSpPr>
          <p:spPr>
            <a:xfrm>
              <a:off x="2984308" y="4148394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2" name="Google Shape;3922;p47"/>
            <p:cNvSpPr/>
            <p:nvPr/>
          </p:nvSpPr>
          <p:spPr>
            <a:xfrm>
              <a:off x="3295353" y="4303917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3"/>
                  </a:lnTo>
                  <a:lnTo>
                    <a:pt x="0" y="155523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3" name="Google Shape;3923;p47"/>
            <p:cNvSpPr/>
            <p:nvPr/>
          </p:nvSpPr>
          <p:spPr>
            <a:xfrm>
              <a:off x="2932375" y="4252121"/>
              <a:ext cx="51795" cy="207454"/>
            </a:xfrm>
            <a:custGeom>
              <a:rect b="b" l="l" r="r" t="t"/>
              <a:pathLst>
                <a:path extrusionOk="0" h="207454" w="51795">
                  <a:moveTo>
                    <a:pt x="0" y="0"/>
                  </a:moveTo>
                  <a:lnTo>
                    <a:pt x="51795" y="0"/>
                  </a:lnTo>
                  <a:lnTo>
                    <a:pt x="51795" y="207455"/>
                  </a:lnTo>
                  <a:lnTo>
                    <a:pt x="0" y="20745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4" name="Google Shape;3924;p47"/>
            <p:cNvSpPr/>
            <p:nvPr/>
          </p:nvSpPr>
          <p:spPr>
            <a:xfrm>
              <a:off x="3243557" y="4096462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2"/>
                  </a:lnTo>
                  <a:lnTo>
                    <a:pt x="0" y="155522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5" name="Google Shape;3925;p47"/>
            <p:cNvSpPr/>
            <p:nvPr/>
          </p:nvSpPr>
          <p:spPr>
            <a:xfrm>
              <a:off x="2102831" y="3111395"/>
              <a:ext cx="414772" cy="1451771"/>
            </a:xfrm>
            <a:custGeom>
              <a:rect b="b" l="l" r="r" t="t"/>
              <a:pathLst>
                <a:path extrusionOk="0" h="1451771" w="414772">
                  <a:moveTo>
                    <a:pt x="414772" y="155523"/>
                  </a:moveTo>
                  <a:lnTo>
                    <a:pt x="414772" y="311182"/>
                  </a:lnTo>
                  <a:lnTo>
                    <a:pt x="362977" y="311182"/>
                  </a:lnTo>
                  <a:lnTo>
                    <a:pt x="362977" y="466705"/>
                  </a:lnTo>
                  <a:lnTo>
                    <a:pt x="311182" y="466705"/>
                  </a:lnTo>
                  <a:lnTo>
                    <a:pt x="311182" y="622227"/>
                  </a:lnTo>
                  <a:lnTo>
                    <a:pt x="259250" y="622227"/>
                  </a:lnTo>
                  <a:lnTo>
                    <a:pt x="259250" y="725954"/>
                  </a:lnTo>
                  <a:lnTo>
                    <a:pt x="207455" y="725954"/>
                  </a:lnTo>
                  <a:lnTo>
                    <a:pt x="207455" y="829545"/>
                  </a:lnTo>
                  <a:lnTo>
                    <a:pt x="155660" y="829545"/>
                  </a:lnTo>
                  <a:lnTo>
                    <a:pt x="155660" y="881477"/>
                  </a:lnTo>
                  <a:lnTo>
                    <a:pt x="207455" y="881477"/>
                  </a:lnTo>
                  <a:lnTo>
                    <a:pt x="207455" y="933272"/>
                  </a:lnTo>
                  <a:lnTo>
                    <a:pt x="155660" y="933272"/>
                  </a:lnTo>
                  <a:lnTo>
                    <a:pt x="155660" y="1036999"/>
                  </a:lnTo>
                  <a:lnTo>
                    <a:pt x="103727" y="1036999"/>
                  </a:lnTo>
                  <a:lnTo>
                    <a:pt x="103727" y="1140727"/>
                  </a:lnTo>
                  <a:lnTo>
                    <a:pt x="51932" y="1140727"/>
                  </a:lnTo>
                  <a:lnTo>
                    <a:pt x="51932" y="1296249"/>
                  </a:lnTo>
                  <a:lnTo>
                    <a:pt x="103727" y="1296249"/>
                  </a:lnTo>
                  <a:lnTo>
                    <a:pt x="103727" y="1399840"/>
                  </a:lnTo>
                  <a:lnTo>
                    <a:pt x="155660" y="1399840"/>
                  </a:lnTo>
                  <a:lnTo>
                    <a:pt x="155660" y="1451772"/>
                  </a:lnTo>
                  <a:lnTo>
                    <a:pt x="51932" y="1451772"/>
                  </a:lnTo>
                  <a:lnTo>
                    <a:pt x="51932" y="1348045"/>
                  </a:lnTo>
                  <a:lnTo>
                    <a:pt x="0" y="1348045"/>
                  </a:lnTo>
                  <a:lnTo>
                    <a:pt x="0" y="1088795"/>
                  </a:lnTo>
                  <a:lnTo>
                    <a:pt x="51932" y="1088795"/>
                  </a:lnTo>
                  <a:lnTo>
                    <a:pt x="51932" y="933272"/>
                  </a:lnTo>
                  <a:lnTo>
                    <a:pt x="103727" y="933272"/>
                  </a:lnTo>
                  <a:lnTo>
                    <a:pt x="103727" y="725954"/>
                  </a:lnTo>
                  <a:lnTo>
                    <a:pt x="155660" y="725954"/>
                  </a:lnTo>
                  <a:lnTo>
                    <a:pt x="155660" y="622227"/>
                  </a:lnTo>
                  <a:lnTo>
                    <a:pt x="207455" y="622227"/>
                  </a:lnTo>
                  <a:lnTo>
                    <a:pt x="207455" y="466705"/>
                  </a:lnTo>
                  <a:lnTo>
                    <a:pt x="259250" y="466705"/>
                  </a:lnTo>
                  <a:lnTo>
                    <a:pt x="259250" y="311182"/>
                  </a:lnTo>
                  <a:lnTo>
                    <a:pt x="311182" y="311182"/>
                  </a:lnTo>
                  <a:lnTo>
                    <a:pt x="311182" y="155523"/>
                  </a:lnTo>
                  <a:lnTo>
                    <a:pt x="259250" y="155523"/>
                  </a:lnTo>
                  <a:lnTo>
                    <a:pt x="259250" y="103727"/>
                  </a:lnTo>
                  <a:lnTo>
                    <a:pt x="207455" y="103727"/>
                  </a:lnTo>
                  <a:lnTo>
                    <a:pt x="207455" y="0"/>
                  </a:lnTo>
                  <a:lnTo>
                    <a:pt x="311182" y="0"/>
                  </a:lnTo>
                  <a:lnTo>
                    <a:pt x="311182" y="51932"/>
                  </a:lnTo>
                  <a:lnTo>
                    <a:pt x="362977" y="51932"/>
                  </a:lnTo>
                  <a:lnTo>
                    <a:pt x="362977" y="155523"/>
                  </a:lnTo>
                  <a:lnTo>
                    <a:pt x="414772" y="155523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6" name="Google Shape;3926;p47"/>
            <p:cNvSpPr/>
            <p:nvPr/>
          </p:nvSpPr>
          <p:spPr>
            <a:xfrm>
              <a:off x="2154763" y="4252121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2"/>
                  </a:lnTo>
                  <a:lnTo>
                    <a:pt x="0" y="155522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7" name="Google Shape;3927;p47"/>
            <p:cNvSpPr/>
            <p:nvPr/>
          </p:nvSpPr>
          <p:spPr>
            <a:xfrm>
              <a:off x="2984308" y="316332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0E6B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8" name="Google Shape;3928;p47"/>
            <p:cNvSpPr/>
            <p:nvPr/>
          </p:nvSpPr>
          <p:spPr>
            <a:xfrm>
              <a:off x="3295353" y="3111395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3"/>
                  </a:lnTo>
                  <a:lnTo>
                    <a:pt x="0" y="155523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9" name="Google Shape;3929;p47"/>
            <p:cNvSpPr/>
            <p:nvPr/>
          </p:nvSpPr>
          <p:spPr>
            <a:xfrm>
              <a:off x="3191625" y="3111395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3"/>
                  </a:lnTo>
                  <a:lnTo>
                    <a:pt x="0" y="155523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0" name="Google Shape;3930;p47"/>
            <p:cNvSpPr/>
            <p:nvPr/>
          </p:nvSpPr>
          <p:spPr>
            <a:xfrm>
              <a:off x="3243557" y="305959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1" name="Google Shape;3931;p47"/>
            <p:cNvSpPr/>
            <p:nvPr/>
          </p:nvSpPr>
          <p:spPr>
            <a:xfrm>
              <a:off x="3243557" y="326691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2" name="Google Shape;3932;p47"/>
            <p:cNvSpPr/>
            <p:nvPr/>
          </p:nvSpPr>
          <p:spPr>
            <a:xfrm>
              <a:off x="3088035" y="3059599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3"/>
                  </a:lnTo>
                  <a:lnTo>
                    <a:pt x="0" y="155523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3" name="Google Shape;3933;p47"/>
            <p:cNvSpPr/>
            <p:nvPr/>
          </p:nvSpPr>
          <p:spPr>
            <a:xfrm>
              <a:off x="2984308" y="3059599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3"/>
                  </a:lnTo>
                  <a:lnTo>
                    <a:pt x="0" y="155523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4" name="Google Shape;3934;p47"/>
            <p:cNvSpPr/>
            <p:nvPr/>
          </p:nvSpPr>
          <p:spPr>
            <a:xfrm>
              <a:off x="3036103" y="300780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5" name="Google Shape;3935;p47"/>
            <p:cNvSpPr/>
            <p:nvPr/>
          </p:nvSpPr>
          <p:spPr>
            <a:xfrm>
              <a:off x="3036103" y="32151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6" name="Google Shape;3936;p47"/>
            <p:cNvSpPr/>
            <p:nvPr/>
          </p:nvSpPr>
          <p:spPr>
            <a:xfrm>
              <a:off x="3036103" y="3059599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3"/>
                  </a:lnTo>
                  <a:lnTo>
                    <a:pt x="0" y="155523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7" name="Google Shape;3937;p47"/>
            <p:cNvSpPr/>
            <p:nvPr/>
          </p:nvSpPr>
          <p:spPr>
            <a:xfrm>
              <a:off x="2984308" y="316332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8" name="Google Shape;3938;p47"/>
            <p:cNvSpPr/>
            <p:nvPr/>
          </p:nvSpPr>
          <p:spPr>
            <a:xfrm>
              <a:off x="3243557" y="3111395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3"/>
                  </a:lnTo>
                  <a:lnTo>
                    <a:pt x="0" y="155523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9" name="Google Shape;3939;p47"/>
            <p:cNvSpPr/>
            <p:nvPr/>
          </p:nvSpPr>
          <p:spPr>
            <a:xfrm>
              <a:off x="3191625" y="32151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0" name="Google Shape;3940;p47"/>
            <p:cNvSpPr/>
            <p:nvPr/>
          </p:nvSpPr>
          <p:spPr>
            <a:xfrm>
              <a:off x="2880580" y="3474372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1" name="Google Shape;3941;p47"/>
            <p:cNvSpPr/>
            <p:nvPr/>
          </p:nvSpPr>
          <p:spPr>
            <a:xfrm>
              <a:off x="2932375" y="347437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2" name="Google Shape;3942;p47"/>
            <p:cNvSpPr/>
            <p:nvPr/>
          </p:nvSpPr>
          <p:spPr>
            <a:xfrm>
              <a:off x="2932375" y="3578099"/>
              <a:ext cx="155522" cy="51795"/>
            </a:xfrm>
            <a:custGeom>
              <a:rect b="b" l="l" r="r" t="t"/>
              <a:pathLst>
                <a:path extrusionOk="0" h="51795" w="155522">
                  <a:moveTo>
                    <a:pt x="0" y="0"/>
                  </a:moveTo>
                  <a:lnTo>
                    <a:pt x="155522" y="0"/>
                  </a:lnTo>
                  <a:lnTo>
                    <a:pt x="155522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3" name="Google Shape;3943;p47"/>
            <p:cNvSpPr/>
            <p:nvPr/>
          </p:nvSpPr>
          <p:spPr>
            <a:xfrm>
              <a:off x="3088035" y="352616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4" name="Google Shape;3944;p47"/>
            <p:cNvSpPr/>
            <p:nvPr/>
          </p:nvSpPr>
          <p:spPr>
            <a:xfrm>
              <a:off x="2776853" y="3422577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5" name="Google Shape;3945;p47"/>
            <p:cNvSpPr/>
            <p:nvPr/>
          </p:nvSpPr>
          <p:spPr>
            <a:xfrm>
              <a:off x="2776853" y="3318849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6" name="Google Shape;3946;p47"/>
            <p:cNvSpPr/>
            <p:nvPr/>
          </p:nvSpPr>
          <p:spPr>
            <a:xfrm>
              <a:off x="2725058" y="337064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7" name="Google Shape;3947;p47"/>
            <p:cNvSpPr/>
            <p:nvPr/>
          </p:nvSpPr>
          <p:spPr>
            <a:xfrm>
              <a:off x="3036103" y="3318849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8" name="Google Shape;3948;p47"/>
            <p:cNvSpPr/>
            <p:nvPr/>
          </p:nvSpPr>
          <p:spPr>
            <a:xfrm>
              <a:off x="3036103" y="3422577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9" name="Google Shape;3949;p47"/>
            <p:cNvSpPr/>
            <p:nvPr/>
          </p:nvSpPr>
          <p:spPr>
            <a:xfrm>
              <a:off x="3139830" y="337064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0" name="Google Shape;3950;p47"/>
            <p:cNvSpPr/>
            <p:nvPr/>
          </p:nvSpPr>
          <p:spPr>
            <a:xfrm>
              <a:off x="2776853" y="352616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1" name="Google Shape;3951;p47"/>
            <p:cNvSpPr/>
            <p:nvPr/>
          </p:nvSpPr>
          <p:spPr>
            <a:xfrm>
              <a:off x="2828785" y="357809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2" name="Google Shape;3952;p47"/>
            <p:cNvSpPr/>
            <p:nvPr/>
          </p:nvSpPr>
          <p:spPr>
            <a:xfrm>
              <a:off x="2206832" y="3473961"/>
              <a:ext cx="1244043" cy="1088794"/>
            </a:xfrm>
            <a:custGeom>
              <a:rect b="b" l="l" r="r" t="t"/>
              <a:pathLst>
                <a:path extrusionOk="0" h="1088794" w="1244043">
                  <a:moveTo>
                    <a:pt x="1192248" y="411"/>
                  </a:moveTo>
                  <a:lnTo>
                    <a:pt x="1192248" y="52206"/>
                  </a:lnTo>
                  <a:lnTo>
                    <a:pt x="1140453" y="52206"/>
                  </a:lnTo>
                  <a:lnTo>
                    <a:pt x="1140453" y="155934"/>
                  </a:lnTo>
                  <a:lnTo>
                    <a:pt x="1088658" y="155934"/>
                  </a:lnTo>
                  <a:lnTo>
                    <a:pt x="1088658" y="207729"/>
                  </a:lnTo>
                  <a:lnTo>
                    <a:pt x="984930" y="207729"/>
                  </a:lnTo>
                  <a:lnTo>
                    <a:pt x="984930" y="259524"/>
                  </a:lnTo>
                  <a:lnTo>
                    <a:pt x="881203" y="259524"/>
                  </a:lnTo>
                  <a:lnTo>
                    <a:pt x="881203" y="311319"/>
                  </a:lnTo>
                  <a:lnTo>
                    <a:pt x="1036725" y="311319"/>
                  </a:lnTo>
                  <a:lnTo>
                    <a:pt x="1036725" y="363114"/>
                  </a:lnTo>
                  <a:lnTo>
                    <a:pt x="777476" y="363114"/>
                  </a:lnTo>
                  <a:lnTo>
                    <a:pt x="777476" y="311319"/>
                  </a:lnTo>
                  <a:lnTo>
                    <a:pt x="621953" y="311319"/>
                  </a:lnTo>
                  <a:lnTo>
                    <a:pt x="621953" y="259524"/>
                  </a:lnTo>
                  <a:lnTo>
                    <a:pt x="518226" y="259524"/>
                  </a:lnTo>
                  <a:lnTo>
                    <a:pt x="518226" y="311319"/>
                  </a:lnTo>
                  <a:lnTo>
                    <a:pt x="466431" y="311319"/>
                  </a:lnTo>
                  <a:lnTo>
                    <a:pt x="466431" y="363114"/>
                  </a:lnTo>
                  <a:lnTo>
                    <a:pt x="362703" y="363114"/>
                  </a:lnTo>
                  <a:lnTo>
                    <a:pt x="362703" y="414909"/>
                  </a:lnTo>
                  <a:lnTo>
                    <a:pt x="310908" y="414909"/>
                  </a:lnTo>
                  <a:lnTo>
                    <a:pt x="310908" y="466705"/>
                  </a:lnTo>
                  <a:lnTo>
                    <a:pt x="207181" y="466705"/>
                  </a:lnTo>
                  <a:lnTo>
                    <a:pt x="207181" y="518500"/>
                  </a:lnTo>
                  <a:lnTo>
                    <a:pt x="155385" y="518500"/>
                  </a:lnTo>
                  <a:lnTo>
                    <a:pt x="155385" y="570295"/>
                  </a:lnTo>
                  <a:lnTo>
                    <a:pt x="103590" y="570295"/>
                  </a:lnTo>
                  <a:lnTo>
                    <a:pt x="103590" y="674022"/>
                  </a:lnTo>
                  <a:lnTo>
                    <a:pt x="51795" y="674022"/>
                  </a:lnTo>
                  <a:lnTo>
                    <a:pt x="51795" y="777750"/>
                  </a:lnTo>
                  <a:lnTo>
                    <a:pt x="0" y="777750"/>
                  </a:lnTo>
                  <a:lnTo>
                    <a:pt x="0" y="933272"/>
                  </a:lnTo>
                  <a:lnTo>
                    <a:pt x="51795" y="933272"/>
                  </a:lnTo>
                  <a:lnTo>
                    <a:pt x="51795" y="1036999"/>
                  </a:lnTo>
                  <a:lnTo>
                    <a:pt x="103590" y="1036999"/>
                  </a:lnTo>
                  <a:lnTo>
                    <a:pt x="103590" y="1088795"/>
                  </a:lnTo>
                  <a:lnTo>
                    <a:pt x="570158" y="1088795"/>
                  </a:lnTo>
                  <a:lnTo>
                    <a:pt x="570158" y="1036999"/>
                  </a:lnTo>
                  <a:lnTo>
                    <a:pt x="466431" y="1036999"/>
                  </a:lnTo>
                  <a:lnTo>
                    <a:pt x="466431" y="985204"/>
                  </a:lnTo>
                  <a:lnTo>
                    <a:pt x="414635" y="985204"/>
                  </a:lnTo>
                  <a:lnTo>
                    <a:pt x="414635" y="881477"/>
                  </a:lnTo>
                  <a:lnTo>
                    <a:pt x="466431" y="881477"/>
                  </a:lnTo>
                  <a:lnTo>
                    <a:pt x="466431" y="777750"/>
                  </a:lnTo>
                  <a:lnTo>
                    <a:pt x="414635" y="777750"/>
                  </a:lnTo>
                  <a:lnTo>
                    <a:pt x="414635" y="725954"/>
                  </a:lnTo>
                  <a:lnTo>
                    <a:pt x="466431" y="725954"/>
                  </a:lnTo>
                  <a:lnTo>
                    <a:pt x="466431" y="777750"/>
                  </a:lnTo>
                  <a:lnTo>
                    <a:pt x="518226" y="777750"/>
                  </a:lnTo>
                  <a:lnTo>
                    <a:pt x="518226" y="881477"/>
                  </a:lnTo>
                  <a:lnTo>
                    <a:pt x="466431" y="881477"/>
                  </a:lnTo>
                  <a:lnTo>
                    <a:pt x="466431" y="985204"/>
                  </a:lnTo>
                  <a:lnTo>
                    <a:pt x="570158" y="985204"/>
                  </a:lnTo>
                  <a:lnTo>
                    <a:pt x="570158" y="622227"/>
                  </a:lnTo>
                  <a:lnTo>
                    <a:pt x="621953" y="622227"/>
                  </a:lnTo>
                  <a:lnTo>
                    <a:pt x="621953" y="985204"/>
                  </a:lnTo>
                  <a:lnTo>
                    <a:pt x="570158" y="985204"/>
                  </a:lnTo>
                  <a:lnTo>
                    <a:pt x="570158" y="1036999"/>
                  </a:lnTo>
                  <a:lnTo>
                    <a:pt x="673885" y="1036999"/>
                  </a:lnTo>
                  <a:lnTo>
                    <a:pt x="673885" y="1088795"/>
                  </a:lnTo>
                  <a:lnTo>
                    <a:pt x="829408" y="1088795"/>
                  </a:lnTo>
                  <a:lnTo>
                    <a:pt x="829408" y="1036999"/>
                  </a:lnTo>
                  <a:lnTo>
                    <a:pt x="777613" y="1036999"/>
                  </a:lnTo>
                  <a:lnTo>
                    <a:pt x="777613" y="985204"/>
                  </a:lnTo>
                  <a:lnTo>
                    <a:pt x="725817" y="985204"/>
                  </a:lnTo>
                  <a:lnTo>
                    <a:pt x="725817" y="777750"/>
                  </a:lnTo>
                  <a:lnTo>
                    <a:pt x="777613" y="777750"/>
                  </a:lnTo>
                  <a:lnTo>
                    <a:pt x="777613" y="674022"/>
                  </a:lnTo>
                  <a:lnTo>
                    <a:pt x="829408" y="674022"/>
                  </a:lnTo>
                  <a:lnTo>
                    <a:pt x="829408" y="777750"/>
                  </a:lnTo>
                  <a:lnTo>
                    <a:pt x="777613" y="777750"/>
                  </a:lnTo>
                  <a:lnTo>
                    <a:pt x="777613" y="985204"/>
                  </a:lnTo>
                  <a:lnTo>
                    <a:pt x="829408" y="985204"/>
                  </a:lnTo>
                  <a:lnTo>
                    <a:pt x="829408" y="1036999"/>
                  </a:lnTo>
                  <a:lnTo>
                    <a:pt x="881203" y="1036999"/>
                  </a:lnTo>
                  <a:lnTo>
                    <a:pt x="881203" y="1088795"/>
                  </a:lnTo>
                  <a:lnTo>
                    <a:pt x="984930" y="1088795"/>
                  </a:lnTo>
                  <a:lnTo>
                    <a:pt x="984930" y="777750"/>
                  </a:lnTo>
                  <a:lnTo>
                    <a:pt x="1036725" y="777750"/>
                  </a:lnTo>
                  <a:lnTo>
                    <a:pt x="1036725" y="622227"/>
                  </a:lnTo>
                  <a:lnTo>
                    <a:pt x="1088521" y="622227"/>
                  </a:lnTo>
                  <a:lnTo>
                    <a:pt x="1088521" y="777750"/>
                  </a:lnTo>
                  <a:lnTo>
                    <a:pt x="1036725" y="777750"/>
                  </a:lnTo>
                  <a:lnTo>
                    <a:pt x="1036725" y="1088795"/>
                  </a:lnTo>
                  <a:lnTo>
                    <a:pt x="1192248" y="1088795"/>
                  </a:lnTo>
                  <a:lnTo>
                    <a:pt x="1192248" y="1036999"/>
                  </a:lnTo>
                  <a:lnTo>
                    <a:pt x="1140453" y="1036999"/>
                  </a:lnTo>
                  <a:lnTo>
                    <a:pt x="1140453" y="985204"/>
                  </a:lnTo>
                  <a:lnTo>
                    <a:pt x="1088658" y="985204"/>
                  </a:lnTo>
                  <a:lnTo>
                    <a:pt x="1088658" y="829682"/>
                  </a:lnTo>
                  <a:lnTo>
                    <a:pt x="1140453" y="829682"/>
                  </a:lnTo>
                  <a:lnTo>
                    <a:pt x="1140453" y="725954"/>
                  </a:lnTo>
                  <a:lnTo>
                    <a:pt x="1192248" y="725954"/>
                  </a:lnTo>
                  <a:lnTo>
                    <a:pt x="1192248" y="207455"/>
                  </a:lnTo>
                  <a:lnTo>
                    <a:pt x="1244043" y="207455"/>
                  </a:lnTo>
                  <a:lnTo>
                    <a:pt x="1244043" y="0"/>
                  </a:lnTo>
                  <a:lnTo>
                    <a:pt x="1192248" y="0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3" name="Google Shape;3953;p47"/>
            <p:cNvSpPr/>
            <p:nvPr/>
          </p:nvSpPr>
          <p:spPr>
            <a:xfrm>
              <a:off x="2725332" y="3215259"/>
              <a:ext cx="673885" cy="569883"/>
            </a:xfrm>
            <a:custGeom>
              <a:rect b="b" l="l" r="r" t="t"/>
              <a:pathLst>
                <a:path extrusionOk="0" h="569883" w="673885">
                  <a:moveTo>
                    <a:pt x="621816" y="103590"/>
                  </a:moveTo>
                  <a:lnTo>
                    <a:pt x="621816" y="51795"/>
                  </a:lnTo>
                  <a:lnTo>
                    <a:pt x="570021" y="51795"/>
                  </a:lnTo>
                  <a:lnTo>
                    <a:pt x="570021" y="103590"/>
                  </a:lnTo>
                  <a:lnTo>
                    <a:pt x="518226" y="103590"/>
                  </a:lnTo>
                  <a:lnTo>
                    <a:pt x="518226" y="51795"/>
                  </a:lnTo>
                  <a:lnTo>
                    <a:pt x="414498" y="51795"/>
                  </a:lnTo>
                  <a:lnTo>
                    <a:pt x="414498" y="0"/>
                  </a:lnTo>
                  <a:lnTo>
                    <a:pt x="362703" y="0"/>
                  </a:lnTo>
                  <a:lnTo>
                    <a:pt x="362703" y="51795"/>
                  </a:lnTo>
                  <a:lnTo>
                    <a:pt x="310908" y="51795"/>
                  </a:lnTo>
                  <a:lnTo>
                    <a:pt x="310908" y="0"/>
                  </a:lnTo>
                  <a:lnTo>
                    <a:pt x="155385" y="0"/>
                  </a:lnTo>
                  <a:lnTo>
                    <a:pt x="155385" y="51795"/>
                  </a:lnTo>
                  <a:lnTo>
                    <a:pt x="103590" y="51795"/>
                  </a:lnTo>
                  <a:lnTo>
                    <a:pt x="103590" y="103590"/>
                  </a:lnTo>
                  <a:lnTo>
                    <a:pt x="155385" y="103590"/>
                  </a:lnTo>
                  <a:lnTo>
                    <a:pt x="155385" y="155385"/>
                  </a:lnTo>
                  <a:lnTo>
                    <a:pt x="51658" y="155385"/>
                  </a:lnTo>
                  <a:lnTo>
                    <a:pt x="51658" y="207181"/>
                  </a:lnTo>
                  <a:lnTo>
                    <a:pt x="155385" y="207181"/>
                  </a:lnTo>
                  <a:lnTo>
                    <a:pt x="155385" y="258976"/>
                  </a:lnTo>
                  <a:lnTo>
                    <a:pt x="259113" y="258976"/>
                  </a:lnTo>
                  <a:lnTo>
                    <a:pt x="259113" y="310771"/>
                  </a:lnTo>
                  <a:lnTo>
                    <a:pt x="207318" y="310771"/>
                  </a:lnTo>
                  <a:lnTo>
                    <a:pt x="207318" y="362566"/>
                  </a:lnTo>
                  <a:lnTo>
                    <a:pt x="362840" y="362566"/>
                  </a:lnTo>
                  <a:lnTo>
                    <a:pt x="362840" y="310771"/>
                  </a:lnTo>
                  <a:lnTo>
                    <a:pt x="414635" y="310771"/>
                  </a:lnTo>
                  <a:lnTo>
                    <a:pt x="414635" y="362566"/>
                  </a:lnTo>
                  <a:lnTo>
                    <a:pt x="362840" y="362566"/>
                  </a:lnTo>
                  <a:lnTo>
                    <a:pt x="362840" y="414361"/>
                  </a:lnTo>
                  <a:lnTo>
                    <a:pt x="207318" y="414361"/>
                  </a:lnTo>
                  <a:lnTo>
                    <a:pt x="207318" y="362566"/>
                  </a:lnTo>
                  <a:lnTo>
                    <a:pt x="155523" y="362566"/>
                  </a:lnTo>
                  <a:lnTo>
                    <a:pt x="155523" y="414361"/>
                  </a:lnTo>
                  <a:lnTo>
                    <a:pt x="103727" y="414361"/>
                  </a:lnTo>
                  <a:lnTo>
                    <a:pt x="103727" y="362566"/>
                  </a:lnTo>
                  <a:lnTo>
                    <a:pt x="51932" y="362566"/>
                  </a:lnTo>
                  <a:lnTo>
                    <a:pt x="51932" y="310771"/>
                  </a:lnTo>
                  <a:lnTo>
                    <a:pt x="103727" y="310771"/>
                  </a:lnTo>
                  <a:lnTo>
                    <a:pt x="103727" y="362566"/>
                  </a:lnTo>
                  <a:lnTo>
                    <a:pt x="155523" y="362566"/>
                  </a:lnTo>
                  <a:lnTo>
                    <a:pt x="155523" y="258839"/>
                  </a:lnTo>
                  <a:lnTo>
                    <a:pt x="51795" y="258839"/>
                  </a:lnTo>
                  <a:lnTo>
                    <a:pt x="51795" y="207044"/>
                  </a:lnTo>
                  <a:lnTo>
                    <a:pt x="0" y="207044"/>
                  </a:lnTo>
                  <a:lnTo>
                    <a:pt x="0" y="414498"/>
                  </a:lnTo>
                  <a:lnTo>
                    <a:pt x="51795" y="414498"/>
                  </a:lnTo>
                  <a:lnTo>
                    <a:pt x="51795" y="466293"/>
                  </a:lnTo>
                  <a:lnTo>
                    <a:pt x="103590" y="466293"/>
                  </a:lnTo>
                  <a:lnTo>
                    <a:pt x="103590" y="518089"/>
                  </a:lnTo>
                  <a:lnTo>
                    <a:pt x="259113" y="518089"/>
                  </a:lnTo>
                  <a:lnTo>
                    <a:pt x="259113" y="569884"/>
                  </a:lnTo>
                  <a:lnTo>
                    <a:pt x="362840" y="569884"/>
                  </a:lnTo>
                  <a:lnTo>
                    <a:pt x="362840" y="518089"/>
                  </a:lnTo>
                  <a:lnTo>
                    <a:pt x="466568" y="518089"/>
                  </a:lnTo>
                  <a:lnTo>
                    <a:pt x="466568" y="466293"/>
                  </a:lnTo>
                  <a:lnTo>
                    <a:pt x="570295" y="466293"/>
                  </a:lnTo>
                  <a:lnTo>
                    <a:pt x="570295" y="414498"/>
                  </a:lnTo>
                  <a:lnTo>
                    <a:pt x="622090" y="414498"/>
                  </a:lnTo>
                  <a:lnTo>
                    <a:pt x="622090" y="310771"/>
                  </a:lnTo>
                  <a:lnTo>
                    <a:pt x="673885" y="310771"/>
                  </a:lnTo>
                  <a:lnTo>
                    <a:pt x="673885" y="103316"/>
                  </a:lnTo>
                  <a:lnTo>
                    <a:pt x="622090" y="103316"/>
                  </a:lnTo>
                  <a:close/>
                  <a:moveTo>
                    <a:pt x="466293" y="207318"/>
                  </a:moveTo>
                  <a:lnTo>
                    <a:pt x="414498" y="207318"/>
                  </a:lnTo>
                  <a:lnTo>
                    <a:pt x="414498" y="259113"/>
                  </a:lnTo>
                  <a:lnTo>
                    <a:pt x="310771" y="259113"/>
                  </a:lnTo>
                  <a:lnTo>
                    <a:pt x="310771" y="207318"/>
                  </a:lnTo>
                  <a:lnTo>
                    <a:pt x="414498" y="207318"/>
                  </a:lnTo>
                  <a:lnTo>
                    <a:pt x="414498" y="155523"/>
                  </a:lnTo>
                  <a:lnTo>
                    <a:pt x="310771" y="155523"/>
                  </a:lnTo>
                  <a:lnTo>
                    <a:pt x="310771" y="103727"/>
                  </a:lnTo>
                  <a:lnTo>
                    <a:pt x="414498" y="103727"/>
                  </a:lnTo>
                  <a:lnTo>
                    <a:pt x="414498" y="155523"/>
                  </a:lnTo>
                  <a:lnTo>
                    <a:pt x="466293" y="155523"/>
                  </a:lnTo>
                  <a:lnTo>
                    <a:pt x="466293" y="207318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4" name="Google Shape;3954;p47"/>
            <p:cNvSpPr/>
            <p:nvPr/>
          </p:nvSpPr>
          <p:spPr>
            <a:xfrm>
              <a:off x="2880580" y="347437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5" name="Google Shape;3955;p47"/>
            <p:cNvSpPr/>
            <p:nvPr/>
          </p:nvSpPr>
          <p:spPr>
            <a:xfrm>
              <a:off x="2362081" y="316332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6" name="Google Shape;3956;p47"/>
            <p:cNvSpPr/>
            <p:nvPr/>
          </p:nvSpPr>
          <p:spPr>
            <a:xfrm>
              <a:off x="2414013" y="326691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7" name="Google Shape;3957;p47"/>
            <p:cNvSpPr/>
            <p:nvPr/>
          </p:nvSpPr>
          <p:spPr>
            <a:xfrm>
              <a:off x="2414013" y="337064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8" name="Google Shape;3958;p47"/>
            <p:cNvSpPr/>
            <p:nvPr/>
          </p:nvSpPr>
          <p:spPr>
            <a:xfrm>
              <a:off x="2362081" y="3474372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9" name="Google Shape;3959;p47"/>
            <p:cNvSpPr/>
            <p:nvPr/>
          </p:nvSpPr>
          <p:spPr>
            <a:xfrm>
              <a:off x="2362081" y="357809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0" name="Google Shape;3960;p47"/>
            <p:cNvSpPr/>
            <p:nvPr/>
          </p:nvSpPr>
          <p:spPr>
            <a:xfrm>
              <a:off x="2310285" y="368168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1" name="Google Shape;3961;p47"/>
            <p:cNvSpPr/>
            <p:nvPr/>
          </p:nvSpPr>
          <p:spPr>
            <a:xfrm>
              <a:off x="2258490" y="378541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2" name="Google Shape;3962;p47"/>
            <p:cNvSpPr/>
            <p:nvPr/>
          </p:nvSpPr>
          <p:spPr>
            <a:xfrm>
              <a:off x="2206558" y="388914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3" name="Google Shape;3963;p47"/>
            <p:cNvSpPr/>
            <p:nvPr/>
          </p:nvSpPr>
          <p:spPr>
            <a:xfrm>
              <a:off x="2206558" y="3992871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4" name="Google Shape;3964;p47"/>
            <p:cNvSpPr/>
            <p:nvPr/>
          </p:nvSpPr>
          <p:spPr>
            <a:xfrm>
              <a:off x="2258490" y="3992871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5" name="Google Shape;3965;p47"/>
            <p:cNvSpPr/>
            <p:nvPr/>
          </p:nvSpPr>
          <p:spPr>
            <a:xfrm>
              <a:off x="2154763" y="409646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6" name="Google Shape;3966;p47"/>
            <p:cNvSpPr/>
            <p:nvPr/>
          </p:nvSpPr>
          <p:spPr>
            <a:xfrm>
              <a:off x="2102831" y="420018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7" name="Google Shape;3967;p47"/>
            <p:cNvSpPr/>
            <p:nvPr/>
          </p:nvSpPr>
          <p:spPr>
            <a:xfrm>
              <a:off x="2102831" y="430391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8" name="Google Shape;3968;p47"/>
            <p:cNvSpPr/>
            <p:nvPr/>
          </p:nvSpPr>
          <p:spPr>
            <a:xfrm>
              <a:off x="2102831" y="440764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9" name="Google Shape;3969;p47"/>
            <p:cNvSpPr/>
            <p:nvPr/>
          </p:nvSpPr>
          <p:spPr>
            <a:xfrm>
              <a:off x="2154763" y="451123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0" name="Google Shape;3970;p47"/>
            <p:cNvSpPr/>
            <p:nvPr/>
          </p:nvSpPr>
          <p:spPr>
            <a:xfrm>
              <a:off x="3243557" y="368168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1" name="Google Shape;3971;p47"/>
            <p:cNvSpPr/>
            <p:nvPr/>
          </p:nvSpPr>
          <p:spPr>
            <a:xfrm>
              <a:off x="3243557" y="3889144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2" name="Google Shape;3972;p47"/>
            <p:cNvSpPr/>
            <p:nvPr/>
          </p:nvSpPr>
          <p:spPr>
            <a:xfrm>
              <a:off x="3139830" y="4044667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3" name="Google Shape;3973;p47"/>
            <p:cNvSpPr/>
            <p:nvPr/>
          </p:nvSpPr>
          <p:spPr>
            <a:xfrm>
              <a:off x="3088035" y="4148394"/>
              <a:ext cx="51795" cy="259249"/>
            </a:xfrm>
            <a:custGeom>
              <a:rect b="b" l="l" r="r" t="t"/>
              <a:pathLst>
                <a:path extrusionOk="0" h="259249" w="51795">
                  <a:moveTo>
                    <a:pt x="0" y="0"/>
                  </a:moveTo>
                  <a:lnTo>
                    <a:pt x="51795" y="0"/>
                  </a:lnTo>
                  <a:lnTo>
                    <a:pt x="51795" y="259250"/>
                  </a:lnTo>
                  <a:lnTo>
                    <a:pt x="0" y="259250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4" name="Google Shape;3974;p47"/>
            <p:cNvSpPr/>
            <p:nvPr/>
          </p:nvSpPr>
          <p:spPr>
            <a:xfrm>
              <a:off x="3139830" y="4407644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3"/>
                  </a:lnTo>
                  <a:lnTo>
                    <a:pt x="0" y="155523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5" name="Google Shape;3975;p47"/>
            <p:cNvSpPr/>
            <p:nvPr/>
          </p:nvSpPr>
          <p:spPr>
            <a:xfrm>
              <a:off x="3191625" y="3992871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6" name="Google Shape;3976;p47"/>
            <p:cNvSpPr/>
            <p:nvPr/>
          </p:nvSpPr>
          <p:spPr>
            <a:xfrm>
              <a:off x="3295353" y="3733622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3"/>
                  </a:lnTo>
                  <a:lnTo>
                    <a:pt x="0" y="155523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7" name="Google Shape;3977;p47"/>
            <p:cNvSpPr/>
            <p:nvPr/>
          </p:nvSpPr>
          <p:spPr>
            <a:xfrm>
              <a:off x="2673263" y="3785417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8" name="Google Shape;3978;p47"/>
            <p:cNvSpPr/>
            <p:nvPr/>
          </p:nvSpPr>
          <p:spPr>
            <a:xfrm>
              <a:off x="2725058" y="388914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9" name="Google Shape;3979;p47"/>
            <p:cNvSpPr/>
            <p:nvPr/>
          </p:nvSpPr>
          <p:spPr>
            <a:xfrm>
              <a:off x="2517603" y="3889144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0" name="Google Shape;3980;p47"/>
            <p:cNvSpPr/>
            <p:nvPr/>
          </p:nvSpPr>
          <p:spPr>
            <a:xfrm>
              <a:off x="2569535" y="3992871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1" name="Google Shape;3981;p47"/>
            <p:cNvSpPr/>
            <p:nvPr/>
          </p:nvSpPr>
          <p:spPr>
            <a:xfrm>
              <a:off x="2362081" y="3992871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2" name="Google Shape;3982;p47"/>
            <p:cNvSpPr/>
            <p:nvPr/>
          </p:nvSpPr>
          <p:spPr>
            <a:xfrm>
              <a:off x="2414013" y="39409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3" name="Google Shape;3983;p47"/>
            <p:cNvSpPr/>
            <p:nvPr/>
          </p:nvSpPr>
          <p:spPr>
            <a:xfrm>
              <a:off x="2569535" y="383734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4" name="Google Shape;3984;p47"/>
            <p:cNvSpPr/>
            <p:nvPr/>
          </p:nvSpPr>
          <p:spPr>
            <a:xfrm>
              <a:off x="2880580" y="451123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5" name="Google Shape;3985;p47"/>
            <p:cNvSpPr/>
            <p:nvPr/>
          </p:nvSpPr>
          <p:spPr>
            <a:xfrm>
              <a:off x="2984308" y="451123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6" name="Google Shape;3986;p47"/>
            <p:cNvSpPr/>
            <p:nvPr/>
          </p:nvSpPr>
          <p:spPr>
            <a:xfrm>
              <a:off x="3347148" y="451123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7" name="Google Shape;3987;p47"/>
            <p:cNvSpPr/>
            <p:nvPr/>
          </p:nvSpPr>
          <p:spPr>
            <a:xfrm>
              <a:off x="3243557" y="451123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8" name="Google Shape;3988;p47"/>
            <p:cNvSpPr/>
            <p:nvPr/>
          </p:nvSpPr>
          <p:spPr>
            <a:xfrm>
              <a:off x="2725058" y="451123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9" name="Google Shape;3989;p47"/>
            <p:cNvSpPr/>
            <p:nvPr/>
          </p:nvSpPr>
          <p:spPr>
            <a:xfrm>
              <a:off x="2621330" y="451123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0" name="Google Shape;3990;p47"/>
            <p:cNvSpPr/>
            <p:nvPr/>
          </p:nvSpPr>
          <p:spPr>
            <a:xfrm>
              <a:off x="2517603" y="451123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1" name="Google Shape;3991;p47"/>
            <p:cNvSpPr/>
            <p:nvPr/>
          </p:nvSpPr>
          <p:spPr>
            <a:xfrm>
              <a:off x="2621330" y="4252121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2" name="Google Shape;3992;p47"/>
            <p:cNvSpPr/>
            <p:nvPr/>
          </p:nvSpPr>
          <p:spPr>
            <a:xfrm>
              <a:off x="2569535" y="420018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3" name="Google Shape;3993;p47"/>
            <p:cNvSpPr/>
            <p:nvPr/>
          </p:nvSpPr>
          <p:spPr>
            <a:xfrm>
              <a:off x="2932375" y="409646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4" name="Google Shape;3994;p47"/>
            <p:cNvSpPr/>
            <p:nvPr/>
          </p:nvSpPr>
          <p:spPr>
            <a:xfrm>
              <a:off x="2880580" y="3785417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5" name="Google Shape;3995;p47"/>
            <p:cNvSpPr/>
            <p:nvPr/>
          </p:nvSpPr>
          <p:spPr>
            <a:xfrm>
              <a:off x="3347148" y="409646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6" name="Google Shape;3996;p47"/>
            <p:cNvSpPr/>
            <p:nvPr/>
          </p:nvSpPr>
          <p:spPr>
            <a:xfrm>
              <a:off x="2725058" y="37336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7" name="Google Shape;3997;p47"/>
            <p:cNvSpPr/>
            <p:nvPr/>
          </p:nvSpPr>
          <p:spPr>
            <a:xfrm>
              <a:off x="2776853" y="3785417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8" name="Google Shape;3998;p47"/>
            <p:cNvSpPr/>
            <p:nvPr/>
          </p:nvSpPr>
          <p:spPr>
            <a:xfrm>
              <a:off x="3243557" y="32151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9" name="Google Shape;3999;p47"/>
            <p:cNvSpPr/>
            <p:nvPr/>
          </p:nvSpPr>
          <p:spPr>
            <a:xfrm>
              <a:off x="3036103" y="316332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0" name="Google Shape;4000;p47"/>
            <p:cNvSpPr/>
            <p:nvPr/>
          </p:nvSpPr>
          <p:spPr>
            <a:xfrm>
              <a:off x="2932375" y="305959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1" name="Google Shape;4001;p47"/>
            <p:cNvSpPr/>
            <p:nvPr/>
          </p:nvSpPr>
          <p:spPr>
            <a:xfrm>
              <a:off x="3502807" y="331884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2" name="Google Shape;4002;p47"/>
            <p:cNvSpPr/>
            <p:nvPr/>
          </p:nvSpPr>
          <p:spPr>
            <a:xfrm>
              <a:off x="3450875" y="337064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3" name="Google Shape;4003;p47"/>
            <p:cNvSpPr/>
            <p:nvPr/>
          </p:nvSpPr>
          <p:spPr>
            <a:xfrm>
              <a:off x="2880580" y="3111395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4" name="Google Shape;4004;p47"/>
            <p:cNvSpPr/>
            <p:nvPr/>
          </p:nvSpPr>
          <p:spPr>
            <a:xfrm>
              <a:off x="2621330" y="3889144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5" name="Google Shape;4005;p47"/>
            <p:cNvSpPr/>
            <p:nvPr/>
          </p:nvSpPr>
          <p:spPr>
            <a:xfrm>
              <a:off x="2465808" y="3992871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6" name="Google Shape;4006;p47"/>
            <p:cNvSpPr/>
            <p:nvPr/>
          </p:nvSpPr>
          <p:spPr>
            <a:xfrm>
              <a:off x="2414013" y="409646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07" name="Google Shape;4007;p47"/>
          <p:cNvGrpSpPr/>
          <p:nvPr/>
        </p:nvGrpSpPr>
        <p:grpSpPr>
          <a:xfrm>
            <a:off x="7517850" y="3244839"/>
            <a:ext cx="893657" cy="1092228"/>
            <a:chOff x="5524737" y="2904077"/>
            <a:chExt cx="1399839" cy="1710884"/>
          </a:xfrm>
        </p:grpSpPr>
        <p:sp>
          <p:nvSpPr>
            <p:cNvPr id="4008" name="Google Shape;4008;p47"/>
            <p:cNvSpPr/>
            <p:nvPr/>
          </p:nvSpPr>
          <p:spPr>
            <a:xfrm>
              <a:off x="5576669" y="3733622"/>
              <a:ext cx="259249" cy="51795"/>
            </a:xfrm>
            <a:custGeom>
              <a:rect b="b" l="l" r="r" t="t"/>
              <a:pathLst>
                <a:path extrusionOk="0" h="51795" w="259249">
                  <a:moveTo>
                    <a:pt x="0" y="0"/>
                  </a:moveTo>
                  <a:lnTo>
                    <a:pt x="259250" y="0"/>
                  </a:lnTo>
                  <a:lnTo>
                    <a:pt x="259250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9" name="Google Shape;4009;p47"/>
            <p:cNvSpPr/>
            <p:nvPr/>
          </p:nvSpPr>
          <p:spPr>
            <a:xfrm>
              <a:off x="5524737" y="368168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0" name="Google Shape;4010;p47"/>
            <p:cNvSpPr/>
            <p:nvPr/>
          </p:nvSpPr>
          <p:spPr>
            <a:xfrm>
              <a:off x="5576669" y="3629894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1" name="Google Shape;4011;p47"/>
            <p:cNvSpPr/>
            <p:nvPr/>
          </p:nvSpPr>
          <p:spPr>
            <a:xfrm>
              <a:off x="5835919" y="3785417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2" name="Google Shape;4012;p47"/>
            <p:cNvSpPr/>
            <p:nvPr/>
          </p:nvSpPr>
          <p:spPr>
            <a:xfrm>
              <a:off x="5732192" y="4303917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3" name="Google Shape;4013;p47"/>
            <p:cNvSpPr/>
            <p:nvPr/>
          </p:nvSpPr>
          <p:spPr>
            <a:xfrm>
              <a:off x="5783987" y="440764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4" name="Google Shape;4014;p47"/>
            <p:cNvSpPr/>
            <p:nvPr/>
          </p:nvSpPr>
          <p:spPr>
            <a:xfrm>
              <a:off x="5835919" y="44594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5" name="Google Shape;4015;p47"/>
            <p:cNvSpPr/>
            <p:nvPr/>
          </p:nvSpPr>
          <p:spPr>
            <a:xfrm>
              <a:off x="5628464" y="451123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078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6" name="Google Shape;4016;p47"/>
            <p:cNvSpPr/>
            <p:nvPr/>
          </p:nvSpPr>
          <p:spPr>
            <a:xfrm>
              <a:off x="6250691" y="451123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7" name="Google Shape;4017;p47"/>
            <p:cNvSpPr/>
            <p:nvPr/>
          </p:nvSpPr>
          <p:spPr>
            <a:xfrm>
              <a:off x="6302486" y="44594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8" name="Google Shape;4018;p47"/>
            <p:cNvSpPr/>
            <p:nvPr/>
          </p:nvSpPr>
          <p:spPr>
            <a:xfrm>
              <a:off x="6146964" y="4459439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8" y="0"/>
                  </a:lnTo>
                  <a:lnTo>
                    <a:pt x="103728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9" name="Google Shape;4019;p47"/>
            <p:cNvSpPr/>
            <p:nvPr/>
          </p:nvSpPr>
          <p:spPr>
            <a:xfrm>
              <a:off x="5576669" y="44594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078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0" name="Google Shape;4020;p47"/>
            <p:cNvSpPr/>
            <p:nvPr/>
          </p:nvSpPr>
          <p:spPr>
            <a:xfrm>
              <a:off x="5887714" y="451123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1" name="Google Shape;4021;p47"/>
            <p:cNvSpPr/>
            <p:nvPr/>
          </p:nvSpPr>
          <p:spPr>
            <a:xfrm>
              <a:off x="5524737" y="4563166"/>
              <a:ext cx="362977" cy="51795"/>
            </a:xfrm>
            <a:custGeom>
              <a:rect b="b" l="l" r="r" t="t"/>
              <a:pathLst>
                <a:path extrusionOk="0" h="51795" w="362977">
                  <a:moveTo>
                    <a:pt x="0" y="0"/>
                  </a:moveTo>
                  <a:lnTo>
                    <a:pt x="362977" y="0"/>
                  </a:lnTo>
                  <a:lnTo>
                    <a:pt x="36297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078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2" name="Google Shape;4022;p47"/>
            <p:cNvSpPr/>
            <p:nvPr/>
          </p:nvSpPr>
          <p:spPr>
            <a:xfrm>
              <a:off x="5939509" y="4563166"/>
              <a:ext cx="674022" cy="51795"/>
            </a:xfrm>
            <a:custGeom>
              <a:rect b="b" l="l" r="r" t="t"/>
              <a:pathLst>
                <a:path extrusionOk="0" h="51795" w="674022">
                  <a:moveTo>
                    <a:pt x="0" y="0"/>
                  </a:moveTo>
                  <a:lnTo>
                    <a:pt x="674022" y="0"/>
                  </a:lnTo>
                  <a:lnTo>
                    <a:pt x="674022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3" name="Google Shape;4023;p47"/>
            <p:cNvSpPr/>
            <p:nvPr/>
          </p:nvSpPr>
          <p:spPr>
            <a:xfrm>
              <a:off x="5732192" y="3992871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4" name="Google Shape;4024;p47"/>
            <p:cNvSpPr/>
            <p:nvPr/>
          </p:nvSpPr>
          <p:spPr>
            <a:xfrm>
              <a:off x="5783987" y="3889144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5" name="Google Shape;4025;p47"/>
            <p:cNvSpPr/>
            <p:nvPr/>
          </p:nvSpPr>
          <p:spPr>
            <a:xfrm>
              <a:off x="5680259" y="4096462"/>
              <a:ext cx="51795" cy="207454"/>
            </a:xfrm>
            <a:custGeom>
              <a:rect b="b" l="l" r="r" t="t"/>
              <a:pathLst>
                <a:path extrusionOk="0" h="207454" w="51795">
                  <a:moveTo>
                    <a:pt x="0" y="0"/>
                  </a:moveTo>
                  <a:lnTo>
                    <a:pt x="51795" y="0"/>
                  </a:lnTo>
                  <a:lnTo>
                    <a:pt x="51795" y="207455"/>
                  </a:lnTo>
                  <a:lnTo>
                    <a:pt x="0" y="20745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6" name="Google Shape;4026;p47"/>
            <p:cNvSpPr/>
            <p:nvPr/>
          </p:nvSpPr>
          <p:spPr>
            <a:xfrm>
              <a:off x="5680259" y="357809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7" name="Google Shape;4027;p47"/>
            <p:cNvSpPr/>
            <p:nvPr/>
          </p:nvSpPr>
          <p:spPr>
            <a:xfrm>
              <a:off x="5887714" y="3578099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8" name="Google Shape;4028;p47"/>
            <p:cNvSpPr/>
            <p:nvPr/>
          </p:nvSpPr>
          <p:spPr>
            <a:xfrm>
              <a:off x="5835919" y="368168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9" name="Google Shape;4029;p47"/>
            <p:cNvSpPr/>
            <p:nvPr/>
          </p:nvSpPr>
          <p:spPr>
            <a:xfrm>
              <a:off x="5576669" y="3578099"/>
              <a:ext cx="311045" cy="155522"/>
            </a:xfrm>
            <a:custGeom>
              <a:rect b="b" l="l" r="r" t="t"/>
              <a:pathLst>
                <a:path extrusionOk="0" h="155522" w="311045">
                  <a:moveTo>
                    <a:pt x="311045" y="0"/>
                  </a:moveTo>
                  <a:lnTo>
                    <a:pt x="311045" y="103590"/>
                  </a:lnTo>
                  <a:lnTo>
                    <a:pt x="259250" y="103590"/>
                  </a:lnTo>
                  <a:lnTo>
                    <a:pt x="259250" y="155523"/>
                  </a:lnTo>
                  <a:lnTo>
                    <a:pt x="0" y="155523"/>
                  </a:lnTo>
                  <a:lnTo>
                    <a:pt x="0" y="103590"/>
                  </a:lnTo>
                  <a:lnTo>
                    <a:pt x="103590" y="103590"/>
                  </a:lnTo>
                  <a:lnTo>
                    <a:pt x="103590" y="51795"/>
                  </a:lnTo>
                  <a:lnTo>
                    <a:pt x="155523" y="51795"/>
                  </a:lnTo>
                  <a:lnTo>
                    <a:pt x="155523" y="0"/>
                  </a:lnTo>
                  <a:lnTo>
                    <a:pt x="311045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0" name="Google Shape;4030;p47"/>
            <p:cNvSpPr/>
            <p:nvPr/>
          </p:nvSpPr>
          <p:spPr>
            <a:xfrm>
              <a:off x="5732192" y="3526167"/>
              <a:ext cx="155522" cy="51795"/>
            </a:xfrm>
            <a:custGeom>
              <a:rect b="b" l="l" r="r" t="t"/>
              <a:pathLst>
                <a:path extrusionOk="0" h="51795" w="155522">
                  <a:moveTo>
                    <a:pt x="0" y="0"/>
                  </a:moveTo>
                  <a:lnTo>
                    <a:pt x="155523" y="0"/>
                  </a:lnTo>
                  <a:lnTo>
                    <a:pt x="155523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1" name="Google Shape;4031;p47"/>
            <p:cNvSpPr/>
            <p:nvPr/>
          </p:nvSpPr>
          <p:spPr>
            <a:xfrm>
              <a:off x="5939509" y="347437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2" name="Google Shape;4032;p47"/>
            <p:cNvSpPr/>
            <p:nvPr/>
          </p:nvSpPr>
          <p:spPr>
            <a:xfrm>
              <a:off x="5732192" y="337064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3" name="Google Shape;4033;p47"/>
            <p:cNvSpPr/>
            <p:nvPr/>
          </p:nvSpPr>
          <p:spPr>
            <a:xfrm>
              <a:off x="5783987" y="331884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4" name="Google Shape;4034;p47"/>
            <p:cNvSpPr/>
            <p:nvPr/>
          </p:nvSpPr>
          <p:spPr>
            <a:xfrm>
              <a:off x="5783987" y="32151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5" name="Google Shape;4035;p47"/>
            <p:cNvSpPr/>
            <p:nvPr/>
          </p:nvSpPr>
          <p:spPr>
            <a:xfrm>
              <a:off x="5991441" y="300780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6" name="Google Shape;4036;p47"/>
            <p:cNvSpPr/>
            <p:nvPr/>
          </p:nvSpPr>
          <p:spPr>
            <a:xfrm>
              <a:off x="6250691" y="300780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7" name="Google Shape;4037;p47"/>
            <p:cNvSpPr/>
            <p:nvPr/>
          </p:nvSpPr>
          <p:spPr>
            <a:xfrm>
              <a:off x="5732192" y="305959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8" name="Google Shape;4038;p47"/>
            <p:cNvSpPr/>
            <p:nvPr/>
          </p:nvSpPr>
          <p:spPr>
            <a:xfrm>
              <a:off x="5887714" y="3111395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9" name="Google Shape;4039;p47"/>
            <p:cNvSpPr/>
            <p:nvPr/>
          </p:nvSpPr>
          <p:spPr>
            <a:xfrm>
              <a:off x="5887714" y="295587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0" name="Google Shape;4040;p47"/>
            <p:cNvSpPr/>
            <p:nvPr/>
          </p:nvSpPr>
          <p:spPr>
            <a:xfrm>
              <a:off x="5939509" y="2904077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1" name="Google Shape;4041;p47"/>
            <p:cNvSpPr/>
            <p:nvPr/>
          </p:nvSpPr>
          <p:spPr>
            <a:xfrm>
              <a:off x="6043237" y="295587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2" name="Google Shape;4042;p47"/>
            <p:cNvSpPr/>
            <p:nvPr/>
          </p:nvSpPr>
          <p:spPr>
            <a:xfrm>
              <a:off x="6095169" y="3007804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3"/>
                  </a:lnTo>
                  <a:lnTo>
                    <a:pt x="0" y="155523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3" name="Google Shape;4043;p47"/>
            <p:cNvSpPr/>
            <p:nvPr/>
          </p:nvSpPr>
          <p:spPr>
            <a:xfrm>
              <a:off x="6146964" y="316332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4" name="Google Shape;4044;p47"/>
            <p:cNvSpPr/>
            <p:nvPr/>
          </p:nvSpPr>
          <p:spPr>
            <a:xfrm>
              <a:off x="6146964" y="295587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5" name="Google Shape;4045;p47"/>
            <p:cNvSpPr/>
            <p:nvPr/>
          </p:nvSpPr>
          <p:spPr>
            <a:xfrm>
              <a:off x="6302486" y="295587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6" name="Google Shape;4046;p47"/>
            <p:cNvSpPr/>
            <p:nvPr/>
          </p:nvSpPr>
          <p:spPr>
            <a:xfrm>
              <a:off x="6250691" y="32151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7" name="Google Shape;4047;p47"/>
            <p:cNvSpPr/>
            <p:nvPr/>
          </p:nvSpPr>
          <p:spPr>
            <a:xfrm>
              <a:off x="6250691" y="3318849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8" name="Google Shape;4048;p47"/>
            <p:cNvSpPr/>
            <p:nvPr/>
          </p:nvSpPr>
          <p:spPr>
            <a:xfrm>
              <a:off x="6302486" y="3111395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9" name="Google Shape;4049;p47"/>
            <p:cNvSpPr/>
            <p:nvPr/>
          </p:nvSpPr>
          <p:spPr>
            <a:xfrm>
              <a:off x="6354282" y="32151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0" name="Google Shape;4050;p47"/>
            <p:cNvSpPr/>
            <p:nvPr/>
          </p:nvSpPr>
          <p:spPr>
            <a:xfrm>
              <a:off x="6354282" y="337064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1" name="Google Shape;4051;p47"/>
            <p:cNvSpPr/>
            <p:nvPr/>
          </p:nvSpPr>
          <p:spPr>
            <a:xfrm>
              <a:off x="6250691" y="3422577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2" name="Google Shape;4052;p47"/>
            <p:cNvSpPr/>
            <p:nvPr/>
          </p:nvSpPr>
          <p:spPr>
            <a:xfrm>
              <a:off x="6406214" y="3266917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3" name="Google Shape;4053;p47"/>
            <p:cNvSpPr/>
            <p:nvPr/>
          </p:nvSpPr>
          <p:spPr>
            <a:xfrm>
              <a:off x="6354282" y="3007804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4" name="Google Shape;4054;p47"/>
            <p:cNvSpPr/>
            <p:nvPr/>
          </p:nvSpPr>
          <p:spPr>
            <a:xfrm>
              <a:off x="6198759" y="2904077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8" y="0"/>
                  </a:lnTo>
                  <a:lnTo>
                    <a:pt x="103728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5" name="Google Shape;4055;p47"/>
            <p:cNvSpPr/>
            <p:nvPr/>
          </p:nvSpPr>
          <p:spPr>
            <a:xfrm>
              <a:off x="5939509" y="316332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6" name="Google Shape;4056;p47"/>
            <p:cNvSpPr/>
            <p:nvPr/>
          </p:nvSpPr>
          <p:spPr>
            <a:xfrm>
              <a:off x="5628464" y="3059599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7" name="Google Shape;4057;p47"/>
            <p:cNvSpPr/>
            <p:nvPr/>
          </p:nvSpPr>
          <p:spPr>
            <a:xfrm>
              <a:off x="5732192" y="2955872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8" name="Google Shape;4058;p47"/>
            <p:cNvSpPr/>
            <p:nvPr/>
          </p:nvSpPr>
          <p:spPr>
            <a:xfrm>
              <a:off x="5835919" y="3007804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9" name="Google Shape;4059;p47"/>
            <p:cNvSpPr/>
            <p:nvPr/>
          </p:nvSpPr>
          <p:spPr>
            <a:xfrm>
              <a:off x="5680259" y="300780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0" name="Google Shape;4060;p47"/>
            <p:cNvSpPr/>
            <p:nvPr/>
          </p:nvSpPr>
          <p:spPr>
            <a:xfrm>
              <a:off x="5680259" y="3163327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1" name="Google Shape;4061;p47"/>
            <p:cNvSpPr/>
            <p:nvPr/>
          </p:nvSpPr>
          <p:spPr>
            <a:xfrm>
              <a:off x="6095169" y="331884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2" name="Google Shape;4062;p47"/>
            <p:cNvSpPr/>
            <p:nvPr/>
          </p:nvSpPr>
          <p:spPr>
            <a:xfrm>
              <a:off x="6146964" y="3370644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3" name="Google Shape;4063;p47"/>
            <p:cNvSpPr/>
            <p:nvPr/>
          </p:nvSpPr>
          <p:spPr>
            <a:xfrm>
              <a:off x="6146964" y="3681689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4" name="Google Shape;4064;p47"/>
            <p:cNvSpPr/>
            <p:nvPr/>
          </p:nvSpPr>
          <p:spPr>
            <a:xfrm>
              <a:off x="6095169" y="3785417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5" name="Google Shape;4065;p47"/>
            <p:cNvSpPr/>
            <p:nvPr/>
          </p:nvSpPr>
          <p:spPr>
            <a:xfrm>
              <a:off x="6043237" y="388914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6" name="Google Shape;4066;p47"/>
            <p:cNvSpPr/>
            <p:nvPr/>
          </p:nvSpPr>
          <p:spPr>
            <a:xfrm>
              <a:off x="6146964" y="3837349"/>
              <a:ext cx="311045" cy="51795"/>
            </a:xfrm>
            <a:custGeom>
              <a:rect b="b" l="l" r="r" t="t"/>
              <a:pathLst>
                <a:path extrusionOk="0" h="51795" w="311045">
                  <a:moveTo>
                    <a:pt x="0" y="0"/>
                  </a:moveTo>
                  <a:lnTo>
                    <a:pt x="311045" y="0"/>
                  </a:lnTo>
                  <a:lnTo>
                    <a:pt x="31104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7" name="Google Shape;4067;p47"/>
            <p:cNvSpPr/>
            <p:nvPr/>
          </p:nvSpPr>
          <p:spPr>
            <a:xfrm>
              <a:off x="6458009" y="3889144"/>
              <a:ext cx="155522" cy="51795"/>
            </a:xfrm>
            <a:custGeom>
              <a:rect b="b" l="l" r="r" t="t"/>
              <a:pathLst>
                <a:path extrusionOk="0" h="51795" w="155522">
                  <a:moveTo>
                    <a:pt x="0" y="0"/>
                  </a:moveTo>
                  <a:lnTo>
                    <a:pt x="155523" y="0"/>
                  </a:lnTo>
                  <a:lnTo>
                    <a:pt x="155523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8" name="Google Shape;4068;p47"/>
            <p:cNvSpPr/>
            <p:nvPr/>
          </p:nvSpPr>
          <p:spPr>
            <a:xfrm>
              <a:off x="6613531" y="3940939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9" name="Google Shape;4069;p47"/>
            <p:cNvSpPr/>
            <p:nvPr/>
          </p:nvSpPr>
          <p:spPr>
            <a:xfrm>
              <a:off x="6561736" y="3992871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0" name="Google Shape;4070;p47"/>
            <p:cNvSpPr/>
            <p:nvPr/>
          </p:nvSpPr>
          <p:spPr>
            <a:xfrm>
              <a:off x="6458009" y="420018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1" name="Google Shape;4071;p47"/>
            <p:cNvSpPr/>
            <p:nvPr/>
          </p:nvSpPr>
          <p:spPr>
            <a:xfrm>
              <a:off x="6717259" y="3992871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8" y="0"/>
                  </a:lnTo>
                  <a:lnTo>
                    <a:pt x="103728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2" name="Google Shape;4072;p47"/>
            <p:cNvSpPr/>
            <p:nvPr/>
          </p:nvSpPr>
          <p:spPr>
            <a:xfrm>
              <a:off x="6820986" y="404466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3" name="Google Shape;4073;p47"/>
            <p:cNvSpPr/>
            <p:nvPr/>
          </p:nvSpPr>
          <p:spPr>
            <a:xfrm>
              <a:off x="6872781" y="4096462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4" name="Google Shape;4074;p47"/>
            <p:cNvSpPr/>
            <p:nvPr/>
          </p:nvSpPr>
          <p:spPr>
            <a:xfrm>
              <a:off x="6820986" y="420018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5" name="Google Shape;4075;p47"/>
            <p:cNvSpPr/>
            <p:nvPr/>
          </p:nvSpPr>
          <p:spPr>
            <a:xfrm>
              <a:off x="6769054" y="440764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6" name="Google Shape;4076;p47"/>
            <p:cNvSpPr/>
            <p:nvPr/>
          </p:nvSpPr>
          <p:spPr>
            <a:xfrm>
              <a:off x="6717259" y="44594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7" name="Google Shape;4077;p47"/>
            <p:cNvSpPr/>
            <p:nvPr/>
          </p:nvSpPr>
          <p:spPr>
            <a:xfrm>
              <a:off x="6613531" y="4511234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8" name="Google Shape;4078;p47"/>
            <p:cNvSpPr/>
            <p:nvPr/>
          </p:nvSpPr>
          <p:spPr>
            <a:xfrm>
              <a:off x="6820986" y="4303917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9" name="Google Shape;4079;p47"/>
            <p:cNvSpPr/>
            <p:nvPr/>
          </p:nvSpPr>
          <p:spPr>
            <a:xfrm>
              <a:off x="6665464" y="4252121"/>
              <a:ext cx="155522" cy="51795"/>
            </a:xfrm>
            <a:custGeom>
              <a:rect b="b" l="l" r="r" t="t"/>
              <a:pathLst>
                <a:path extrusionOk="0" h="51795" w="155522">
                  <a:moveTo>
                    <a:pt x="0" y="0"/>
                  </a:moveTo>
                  <a:lnTo>
                    <a:pt x="155523" y="0"/>
                  </a:lnTo>
                  <a:lnTo>
                    <a:pt x="155523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0" name="Google Shape;4080;p47"/>
            <p:cNvSpPr/>
            <p:nvPr/>
          </p:nvSpPr>
          <p:spPr>
            <a:xfrm>
              <a:off x="6250691" y="4252121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1" name="Google Shape;4081;p47"/>
            <p:cNvSpPr/>
            <p:nvPr/>
          </p:nvSpPr>
          <p:spPr>
            <a:xfrm>
              <a:off x="6198759" y="420018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2" name="Google Shape;4082;p47"/>
            <p:cNvSpPr/>
            <p:nvPr/>
          </p:nvSpPr>
          <p:spPr>
            <a:xfrm>
              <a:off x="6509941" y="4096462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3" name="Google Shape;4083;p47"/>
            <p:cNvSpPr/>
            <p:nvPr/>
          </p:nvSpPr>
          <p:spPr>
            <a:xfrm>
              <a:off x="6146964" y="414839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4" name="Google Shape;4084;p47"/>
            <p:cNvSpPr/>
            <p:nvPr/>
          </p:nvSpPr>
          <p:spPr>
            <a:xfrm>
              <a:off x="6095169" y="409646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5" name="Google Shape;4085;p47"/>
            <p:cNvSpPr/>
            <p:nvPr/>
          </p:nvSpPr>
          <p:spPr>
            <a:xfrm>
              <a:off x="6354282" y="4303917"/>
              <a:ext cx="311045" cy="51795"/>
            </a:xfrm>
            <a:custGeom>
              <a:rect b="b" l="l" r="r" t="t"/>
              <a:pathLst>
                <a:path extrusionOk="0" h="51795" w="311045">
                  <a:moveTo>
                    <a:pt x="0" y="0"/>
                  </a:moveTo>
                  <a:lnTo>
                    <a:pt x="311045" y="0"/>
                  </a:lnTo>
                  <a:lnTo>
                    <a:pt x="31104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6" name="Google Shape;4086;p47"/>
            <p:cNvSpPr/>
            <p:nvPr/>
          </p:nvSpPr>
          <p:spPr>
            <a:xfrm>
              <a:off x="6198759" y="3474372"/>
              <a:ext cx="51795" cy="207454"/>
            </a:xfrm>
            <a:custGeom>
              <a:rect b="b" l="l" r="r" t="t"/>
              <a:pathLst>
                <a:path extrusionOk="0" h="207454" w="51795">
                  <a:moveTo>
                    <a:pt x="0" y="0"/>
                  </a:moveTo>
                  <a:lnTo>
                    <a:pt x="51795" y="0"/>
                  </a:lnTo>
                  <a:lnTo>
                    <a:pt x="51795" y="207455"/>
                  </a:lnTo>
                  <a:lnTo>
                    <a:pt x="0" y="20745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7" name="Google Shape;4087;p47"/>
            <p:cNvSpPr/>
            <p:nvPr/>
          </p:nvSpPr>
          <p:spPr>
            <a:xfrm>
              <a:off x="5680259" y="2955872"/>
              <a:ext cx="725954" cy="518499"/>
            </a:xfrm>
            <a:custGeom>
              <a:rect b="b" l="l" r="r" t="t"/>
              <a:pathLst>
                <a:path extrusionOk="0" h="518499" w="725954">
                  <a:moveTo>
                    <a:pt x="725955" y="311045"/>
                  </a:moveTo>
                  <a:lnTo>
                    <a:pt x="725955" y="414772"/>
                  </a:lnTo>
                  <a:lnTo>
                    <a:pt x="674022" y="414772"/>
                  </a:lnTo>
                  <a:lnTo>
                    <a:pt x="674022" y="362977"/>
                  </a:lnTo>
                  <a:lnTo>
                    <a:pt x="570432" y="362977"/>
                  </a:lnTo>
                  <a:lnTo>
                    <a:pt x="570432" y="414772"/>
                  </a:lnTo>
                  <a:lnTo>
                    <a:pt x="674022" y="414772"/>
                  </a:lnTo>
                  <a:lnTo>
                    <a:pt x="674022" y="466705"/>
                  </a:lnTo>
                  <a:lnTo>
                    <a:pt x="570432" y="466705"/>
                  </a:lnTo>
                  <a:lnTo>
                    <a:pt x="570432" y="518500"/>
                  </a:lnTo>
                  <a:lnTo>
                    <a:pt x="518500" y="518500"/>
                  </a:lnTo>
                  <a:lnTo>
                    <a:pt x="518500" y="414772"/>
                  </a:lnTo>
                  <a:lnTo>
                    <a:pt x="466705" y="414772"/>
                  </a:lnTo>
                  <a:lnTo>
                    <a:pt x="466705" y="362977"/>
                  </a:lnTo>
                  <a:lnTo>
                    <a:pt x="414910" y="362977"/>
                  </a:lnTo>
                  <a:lnTo>
                    <a:pt x="414910" y="311045"/>
                  </a:lnTo>
                  <a:lnTo>
                    <a:pt x="155660" y="311045"/>
                  </a:lnTo>
                  <a:lnTo>
                    <a:pt x="155660" y="259250"/>
                  </a:lnTo>
                  <a:lnTo>
                    <a:pt x="103727" y="259250"/>
                  </a:lnTo>
                  <a:lnTo>
                    <a:pt x="103727" y="207455"/>
                  </a:lnTo>
                  <a:lnTo>
                    <a:pt x="0" y="207455"/>
                  </a:lnTo>
                  <a:lnTo>
                    <a:pt x="0" y="103727"/>
                  </a:lnTo>
                  <a:lnTo>
                    <a:pt x="51932" y="103727"/>
                  </a:lnTo>
                  <a:lnTo>
                    <a:pt x="51932" y="155523"/>
                  </a:lnTo>
                  <a:lnTo>
                    <a:pt x="103727" y="155523"/>
                  </a:lnTo>
                  <a:lnTo>
                    <a:pt x="103727" y="103727"/>
                  </a:lnTo>
                  <a:lnTo>
                    <a:pt x="51932" y="103727"/>
                  </a:lnTo>
                  <a:lnTo>
                    <a:pt x="51932" y="51932"/>
                  </a:lnTo>
                  <a:lnTo>
                    <a:pt x="155660" y="51932"/>
                  </a:lnTo>
                  <a:lnTo>
                    <a:pt x="155660" y="155523"/>
                  </a:lnTo>
                  <a:lnTo>
                    <a:pt x="207455" y="155523"/>
                  </a:lnTo>
                  <a:lnTo>
                    <a:pt x="207455" y="207455"/>
                  </a:lnTo>
                  <a:lnTo>
                    <a:pt x="259250" y="207455"/>
                  </a:lnTo>
                  <a:lnTo>
                    <a:pt x="259250" y="259250"/>
                  </a:lnTo>
                  <a:lnTo>
                    <a:pt x="311182" y="259250"/>
                  </a:lnTo>
                  <a:lnTo>
                    <a:pt x="311182" y="207455"/>
                  </a:lnTo>
                  <a:lnTo>
                    <a:pt x="259250" y="207455"/>
                  </a:lnTo>
                  <a:lnTo>
                    <a:pt x="259250" y="155523"/>
                  </a:lnTo>
                  <a:lnTo>
                    <a:pt x="207455" y="155523"/>
                  </a:lnTo>
                  <a:lnTo>
                    <a:pt x="207455" y="51932"/>
                  </a:lnTo>
                  <a:lnTo>
                    <a:pt x="259250" y="51932"/>
                  </a:lnTo>
                  <a:lnTo>
                    <a:pt x="259250" y="0"/>
                  </a:lnTo>
                  <a:lnTo>
                    <a:pt x="362978" y="0"/>
                  </a:lnTo>
                  <a:lnTo>
                    <a:pt x="362978" y="51932"/>
                  </a:lnTo>
                  <a:lnTo>
                    <a:pt x="311182" y="51932"/>
                  </a:lnTo>
                  <a:lnTo>
                    <a:pt x="311182" y="103727"/>
                  </a:lnTo>
                  <a:lnTo>
                    <a:pt x="362978" y="103727"/>
                  </a:lnTo>
                  <a:lnTo>
                    <a:pt x="362978" y="51932"/>
                  </a:lnTo>
                  <a:lnTo>
                    <a:pt x="414910" y="51932"/>
                  </a:lnTo>
                  <a:lnTo>
                    <a:pt x="414910" y="207455"/>
                  </a:lnTo>
                  <a:lnTo>
                    <a:pt x="466705" y="207455"/>
                  </a:lnTo>
                  <a:lnTo>
                    <a:pt x="466705" y="259250"/>
                  </a:lnTo>
                  <a:lnTo>
                    <a:pt x="518500" y="259250"/>
                  </a:lnTo>
                  <a:lnTo>
                    <a:pt x="518500" y="207455"/>
                  </a:lnTo>
                  <a:lnTo>
                    <a:pt x="466705" y="207455"/>
                  </a:lnTo>
                  <a:lnTo>
                    <a:pt x="466705" y="51932"/>
                  </a:lnTo>
                  <a:lnTo>
                    <a:pt x="518500" y="51932"/>
                  </a:lnTo>
                  <a:lnTo>
                    <a:pt x="518500" y="0"/>
                  </a:lnTo>
                  <a:lnTo>
                    <a:pt x="622227" y="0"/>
                  </a:lnTo>
                  <a:lnTo>
                    <a:pt x="622227" y="51932"/>
                  </a:lnTo>
                  <a:lnTo>
                    <a:pt x="570432" y="51932"/>
                  </a:lnTo>
                  <a:lnTo>
                    <a:pt x="570432" y="103727"/>
                  </a:lnTo>
                  <a:lnTo>
                    <a:pt x="622227" y="103727"/>
                  </a:lnTo>
                  <a:lnTo>
                    <a:pt x="622227" y="51932"/>
                  </a:lnTo>
                  <a:lnTo>
                    <a:pt x="674022" y="51932"/>
                  </a:lnTo>
                  <a:lnTo>
                    <a:pt x="674022" y="155523"/>
                  </a:lnTo>
                  <a:lnTo>
                    <a:pt x="622227" y="155523"/>
                  </a:lnTo>
                  <a:lnTo>
                    <a:pt x="622227" y="259250"/>
                  </a:lnTo>
                  <a:lnTo>
                    <a:pt x="570432" y="259250"/>
                  </a:lnTo>
                  <a:lnTo>
                    <a:pt x="570432" y="311045"/>
                  </a:lnTo>
                  <a:lnTo>
                    <a:pt x="622227" y="311045"/>
                  </a:lnTo>
                  <a:lnTo>
                    <a:pt x="622227" y="259250"/>
                  </a:lnTo>
                  <a:lnTo>
                    <a:pt x="674022" y="259250"/>
                  </a:lnTo>
                  <a:lnTo>
                    <a:pt x="674022" y="311045"/>
                  </a:lnTo>
                  <a:lnTo>
                    <a:pt x="725955" y="31104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8" name="Google Shape;4088;p47"/>
            <p:cNvSpPr/>
            <p:nvPr/>
          </p:nvSpPr>
          <p:spPr>
            <a:xfrm>
              <a:off x="5835919" y="3266917"/>
              <a:ext cx="259249" cy="51795"/>
            </a:xfrm>
            <a:custGeom>
              <a:rect b="b" l="l" r="r" t="t"/>
              <a:pathLst>
                <a:path extrusionOk="0" h="51795" w="259249">
                  <a:moveTo>
                    <a:pt x="0" y="0"/>
                  </a:moveTo>
                  <a:lnTo>
                    <a:pt x="259250" y="0"/>
                  </a:lnTo>
                  <a:lnTo>
                    <a:pt x="259250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9" name="Google Shape;4089;p47"/>
            <p:cNvSpPr/>
            <p:nvPr/>
          </p:nvSpPr>
          <p:spPr>
            <a:xfrm>
              <a:off x="5991441" y="342257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0" name="Google Shape;4090;p47"/>
            <p:cNvSpPr/>
            <p:nvPr/>
          </p:nvSpPr>
          <p:spPr>
            <a:xfrm>
              <a:off x="5939509" y="342257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1" name="Google Shape;4091;p47"/>
            <p:cNvSpPr/>
            <p:nvPr/>
          </p:nvSpPr>
          <p:spPr>
            <a:xfrm>
              <a:off x="5680259" y="3422577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2" name="Google Shape;4092;p47"/>
            <p:cNvSpPr/>
            <p:nvPr/>
          </p:nvSpPr>
          <p:spPr>
            <a:xfrm>
              <a:off x="6095169" y="383734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3" name="Google Shape;4093;p47"/>
            <p:cNvSpPr/>
            <p:nvPr/>
          </p:nvSpPr>
          <p:spPr>
            <a:xfrm>
              <a:off x="5628464" y="4563166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0E6B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4" name="Google Shape;4094;p47"/>
            <p:cNvSpPr/>
            <p:nvPr/>
          </p:nvSpPr>
          <p:spPr>
            <a:xfrm>
              <a:off x="6250691" y="4563166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5" name="Google Shape;4095;p47"/>
            <p:cNvSpPr/>
            <p:nvPr/>
          </p:nvSpPr>
          <p:spPr>
            <a:xfrm>
              <a:off x="6613531" y="3992871"/>
              <a:ext cx="207454" cy="103590"/>
            </a:xfrm>
            <a:custGeom>
              <a:rect b="b" l="l" r="r" t="t"/>
              <a:pathLst>
                <a:path extrusionOk="0" h="103590" w="207454">
                  <a:moveTo>
                    <a:pt x="207454" y="51795"/>
                  </a:moveTo>
                  <a:lnTo>
                    <a:pt x="207454" y="103590"/>
                  </a:lnTo>
                  <a:lnTo>
                    <a:pt x="0" y="103590"/>
                  </a:lnTo>
                  <a:lnTo>
                    <a:pt x="0" y="0"/>
                  </a:lnTo>
                  <a:lnTo>
                    <a:pt x="103727" y="0"/>
                  </a:lnTo>
                  <a:lnTo>
                    <a:pt x="103727" y="51795"/>
                  </a:lnTo>
                  <a:lnTo>
                    <a:pt x="207454" y="51795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6" name="Google Shape;4096;p47"/>
            <p:cNvSpPr/>
            <p:nvPr/>
          </p:nvSpPr>
          <p:spPr>
            <a:xfrm>
              <a:off x="6613531" y="4096462"/>
              <a:ext cx="207454" cy="51795"/>
            </a:xfrm>
            <a:custGeom>
              <a:rect b="b" l="l" r="r" t="t"/>
              <a:pathLst>
                <a:path extrusionOk="0" h="51795" w="207454">
                  <a:moveTo>
                    <a:pt x="0" y="0"/>
                  </a:moveTo>
                  <a:lnTo>
                    <a:pt x="207455" y="0"/>
                  </a:lnTo>
                  <a:lnTo>
                    <a:pt x="20745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7" name="Google Shape;4097;p47"/>
            <p:cNvSpPr/>
            <p:nvPr/>
          </p:nvSpPr>
          <p:spPr>
            <a:xfrm>
              <a:off x="5732329" y="3733622"/>
              <a:ext cx="1088383" cy="829681"/>
            </a:xfrm>
            <a:custGeom>
              <a:rect b="b" l="l" r="r" t="t"/>
              <a:pathLst>
                <a:path extrusionOk="0" h="829681" w="1088383">
                  <a:moveTo>
                    <a:pt x="103590" y="0"/>
                  </a:moveTo>
                  <a:lnTo>
                    <a:pt x="103590" y="51795"/>
                  </a:lnTo>
                  <a:lnTo>
                    <a:pt x="155385" y="51795"/>
                  </a:lnTo>
                  <a:lnTo>
                    <a:pt x="155385" y="0"/>
                  </a:lnTo>
                  <a:lnTo>
                    <a:pt x="103590" y="0"/>
                  </a:lnTo>
                  <a:close/>
                  <a:moveTo>
                    <a:pt x="933135" y="570295"/>
                  </a:moveTo>
                  <a:lnTo>
                    <a:pt x="933135" y="622090"/>
                  </a:lnTo>
                  <a:lnTo>
                    <a:pt x="622090" y="622090"/>
                  </a:lnTo>
                  <a:lnTo>
                    <a:pt x="622090" y="570295"/>
                  </a:lnTo>
                  <a:lnTo>
                    <a:pt x="518363" y="570295"/>
                  </a:lnTo>
                  <a:lnTo>
                    <a:pt x="518363" y="518500"/>
                  </a:lnTo>
                  <a:lnTo>
                    <a:pt x="466567" y="518500"/>
                  </a:lnTo>
                  <a:lnTo>
                    <a:pt x="466567" y="466705"/>
                  </a:lnTo>
                  <a:lnTo>
                    <a:pt x="414772" y="466705"/>
                  </a:lnTo>
                  <a:lnTo>
                    <a:pt x="414772" y="414909"/>
                  </a:lnTo>
                  <a:lnTo>
                    <a:pt x="362977" y="414909"/>
                  </a:lnTo>
                  <a:lnTo>
                    <a:pt x="362977" y="363114"/>
                  </a:lnTo>
                  <a:lnTo>
                    <a:pt x="414772" y="363114"/>
                  </a:lnTo>
                  <a:lnTo>
                    <a:pt x="414772" y="414909"/>
                  </a:lnTo>
                  <a:lnTo>
                    <a:pt x="466567" y="414909"/>
                  </a:lnTo>
                  <a:lnTo>
                    <a:pt x="466567" y="466705"/>
                  </a:lnTo>
                  <a:lnTo>
                    <a:pt x="518363" y="466705"/>
                  </a:lnTo>
                  <a:lnTo>
                    <a:pt x="518363" y="518500"/>
                  </a:lnTo>
                  <a:lnTo>
                    <a:pt x="622090" y="518500"/>
                  </a:lnTo>
                  <a:lnTo>
                    <a:pt x="622090" y="570295"/>
                  </a:lnTo>
                  <a:lnTo>
                    <a:pt x="933135" y="570295"/>
                  </a:lnTo>
                  <a:lnTo>
                    <a:pt x="933135" y="518500"/>
                  </a:lnTo>
                  <a:lnTo>
                    <a:pt x="829408" y="518500"/>
                  </a:lnTo>
                  <a:lnTo>
                    <a:pt x="829408" y="466705"/>
                  </a:lnTo>
                  <a:lnTo>
                    <a:pt x="777613" y="466705"/>
                  </a:lnTo>
                  <a:lnTo>
                    <a:pt x="777613" y="518500"/>
                  </a:lnTo>
                  <a:lnTo>
                    <a:pt x="725817" y="518500"/>
                  </a:lnTo>
                  <a:lnTo>
                    <a:pt x="725817" y="466705"/>
                  </a:lnTo>
                  <a:lnTo>
                    <a:pt x="777613" y="466705"/>
                  </a:lnTo>
                  <a:lnTo>
                    <a:pt x="777613" y="362977"/>
                  </a:lnTo>
                  <a:lnTo>
                    <a:pt x="829408" y="362977"/>
                  </a:lnTo>
                  <a:lnTo>
                    <a:pt x="829408" y="259250"/>
                  </a:lnTo>
                  <a:lnTo>
                    <a:pt x="881203" y="259250"/>
                  </a:lnTo>
                  <a:lnTo>
                    <a:pt x="881203" y="207455"/>
                  </a:lnTo>
                  <a:lnTo>
                    <a:pt x="725680" y="207455"/>
                  </a:lnTo>
                  <a:lnTo>
                    <a:pt x="725680" y="155660"/>
                  </a:lnTo>
                  <a:lnTo>
                    <a:pt x="362703" y="155660"/>
                  </a:lnTo>
                  <a:lnTo>
                    <a:pt x="362703" y="207455"/>
                  </a:lnTo>
                  <a:lnTo>
                    <a:pt x="310908" y="207455"/>
                  </a:lnTo>
                  <a:lnTo>
                    <a:pt x="310908" y="155660"/>
                  </a:lnTo>
                  <a:lnTo>
                    <a:pt x="362703" y="155660"/>
                  </a:lnTo>
                  <a:lnTo>
                    <a:pt x="362703" y="51932"/>
                  </a:lnTo>
                  <a:lnTo>
                    <a:pt x="310908" y="51932"/>
                  </a:lnTo>
                  <a:lnTo>
                    <a:pt x="310908" y="103727"/>
                  </a:lnTo>
                  <a:lnTo>
                    <a:pt x="207181" y="103727"/>
                  </a:lnTo>
                  <a:lnTo>
                    <a:pt x="207181" y="51932"/>
                  </a:lnTo>
                  <a:lnTo>
                    <a:pt x="155385" y="51932"/>
                  </a:lnTo>
                  <a:lnTo>
                    <a:pt x="155385" y="155660"/>
                  </a:lnTo>
                  <a:lnTo>
                    <a:pt x="103590" y="155660"/>
                  </a:lnTo>
                  <a:lnTo>
                    <a:pt x="103590" y="259387"/>
                  </a:lnTo>
                  <a:lnTo>
                    <a:pt x="51795" y="259387"/>
                  </a:lnTo>
                  <a:lnTo>
                    <a:pt x="51795" y="363114"/>
                  </a:lnTo>
                  <a:lnTo>
                    <a:pt x="0" y="363114"/>
                  </a:lnTo>
                  <a:lnTo>
                    <a:pt x="0" y="570569"/>
                  </a:lnTo>
                  <a:lnTo>
                    <a:pt x="51795" y="570569"/>
                  </a:lnTo>
                  <a:lnTo>
                    <a:pt x="51795" y="674296"/>
                  </a:lnTo>
                  <a:lnTo>
                    <a:pt x="103590" y="674296"/>
                  </a:lnTo>
                  <a:lnTo>
                    <a:pt x="103590" y="726091"/>
                  </a:lnTo>
                  <a:lnTo>
                    <a:pt x="155385" y="726091"/>
                  </a:lnTo>
                  <a:lnTo>
                    <a:pt x="155385" y="777887"/>
                  </a:lnTo>
                  <a:lnTo>
                    <a:pt x="207181" y="777887"/>
                  </a:lnTo>
                  <a:lnTo>
                    <a:pt x="207181" y="829682"/>
                  </a:lnTo>
                  <a:lnTo>
                    <a:pt x="518226" y="829682"/>
                  </a:lnTo>
                  <a:lnTo>
                    <a:pt x="518226" y="777887"/>
                  </a:lnTo>
                  <a:lnTo>
                    <a:pt x="414498" y="777887"/>
                  </a:lnTo>
                  <a:lnTo>
                    <a:pt x="414498" y="726091"/>
                  </a:lnTo>
                  <a:lnTo>
                    <a:pt x="518226" y="726091"/>
                  </a:lnTo>
                  <a:lnTo>
                    <a:pt x="518226" y="777887"/>
                  </a:lnTo>
                  <a:lnTo>
                    <a:pt x="570021" y="777887"/>
                  </a:lnTo>
                  <a:lnTo>
                    <a:pt x="570021" y="726091"/>
                  </a:lnTo>
                  <a:lnTo>
                    <a:pt x="621816" y="726091"/>
                  </a:lnTo>
                  <a:lnTo>
                    <a:pt x="621816" y="777887"/>
                  </a:lnTo>
                  <a:lnTo>
                    <a:pt x="570021" y="777887"/>
                  </a:lnTo>
                  <a:lnTo>
                    <a:pt x="570021" y="829682"/>
                  </a:lnTo>
                  <a:lnTo>
                    <a:pt x="881066" y="829682"/>
                  </a:lnTo>
                  <a:lnTo>
                    <a:pt x="881066" y="777887"/>
                  </a:lnTo>
                  <a:lnTo>
                    <a:pt x="984793" y="777887"/>
                  </a:lnTo>
                  <a:lnTo>
                    <a:pt x="984793" y="726091"/>
                  </a:lnTo>
                  <a:lnTo>
                    <a:pt x="1036588" y="726091"/>
                  </a:lnTo>
                  <a:lnTo>
                    <a:pt x="1036588" y="674296"/>
                  </a:lnTo>
                  <a:lnTo>
                    <a:pt x="1088383" y="674296"/>
                  </a:lnTo>
                  <a:lnTo>
                    <a:pt x="1088383" y="570569"/>
                  </a:lnTo>
                  <a:lnTo>
                    <a:pt x="932861" y="570569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8" name="Google Shape;4098;p47"/>
            <p:cNvSpPr/>
            <p:nvPr/>
          </p:nvSpPr>
          <p:spPr>
            <a:xfrm>
              <a:off x="6561736" y="4096462"/>
              <a:ext cx="311045" cy="155659"/>
            </a:xfrm>
            <a:custGeom>
              <a:rect b="b" l="l" r="r" t="t"/>
              <a:pathLst>
                <a:path extrusionOk="0" h="155659" w="311045">
                  <a:moveTo>
                    <a:pt x="311045" y="0"/>
                  </a:moveTo>
                  <a:lnTo>
                    <a:pt x="311045" y="103727"/>
                  </a:lnTo>
                  <a:lnTo>
                    <a:pt x="259250" y="103727"/>
                  </a:lnTo>
                  <a:lnTo>
                    <a:pt x="259250" y="155660"/>
                  </a:lnTo>
                  <a:lnTo>
                    <a:pt x="103727" y="155660"/>
                  </a:lnTo>
                  <a:lnTo>
                    <a:pt x="103727" y="103727"/>
                  </a:lnTo>
                  <a:lnTo>
                    <a:pt x="0" y="103727"/>
                  </a:lnTo>
                  <a:lnTo>
                    <a:pt x="0" y="0"/>
                  </a:lnTo>
                  <a:lnTo>
                    <a:pt x="51795" y="0"/>
                  </a:lnTo>
                  <a:lnTo>
                    <a:pt x="51795" y="51932"/>
                  </a:lnTo>
                  <a:lnTo>
                    <a:pt x="259250" y="51932"/>
                  </a:lnTo>
                  <a:lnTo>
                    <a:pt x="259250" y="0"/>
                  </a:lnTo>
                  <a:lnTo>
                    <a:pt x="311045" y="0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9" name="Google Shape;4099;p47"/>
            <p:cNvSpPr/>
            <p:nvPr/>
          </p:nvSpPr>
          <p:spPr>
            <a:xfrm>
              <a:off x="6561736" y="4200189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0" name="Google Shape;4100;p47"/>
            <p:cNvSpPr/>
            <p:nvPr/>
          </p:nvSpPr>
          <p:spPr>
            <a:xfrm>
              <a:off x="5576669" y="44594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1" name="Google Shape;4101;p47"/>
            <p:cNvSpPr/>
            <p:nvPr/>
          </p:nvSpPr>
          <p:spPr>
            <a:xfrm>
              <a:off x="5524737" y="4511234"/>
              <a:ext cx="362977" cy="103727"/>
            </a:xfrm>
            <a:custGeom>
              <a:rect b="b" l="l" r="r" t="t"/>
              <a:pathLst>
                <a:path extrusionOk="0" h="103727" w="362977">
                  <a:moveTo>
                    <a:pt x="155522" y="51932"/>
                  </a:moveTo>
                  <a:lnTo>
                    <a:pt x="362977" y="51932"/>
                  </a:lnTo>
                  <a:lnTo>
                    <a:pt x="362977" y="103727"/>
                  </a:lnTo>
                  <a:lnTo>
                    <a:pt x="0" y="103727"/>
                  </a:lnTo>
                  <a:lnTo>
                    <a:pt x="0" y="51932"/>
                  </a:lnTo>
                  <a:lnTo>
                    <a:pt x="103727" y="51932"/>
                  </a:lnTo>
                  <a:lnTo>
                    <a:pt x="103727" y="0"/>
                  </a:lnTo>
                  <a:lnTo>
                    <a:pt x="155522" y="0"/>
                  </a:lnTo>
                  <a:lnTo>
                    <a:pt x="155522" y="51932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2" name="Google Shape;4102;p47"/>
            <p:cNvSpPr/>
            <p:nvPr/>
          </p:nvSpPr>
          <p:spPr>
            <a:xfrm>
              <a:off x="5732329" y="3318849"/>
              <a:ext cx="466567" cy="518362"/>
            </a:xfrm>
            <a:custGeom>
              <a:rect b="b" l="l" r="r" t="t"/>
              <a:pathLst>
                <a:path extrusionOk="0" h="518362" w="466567">
                  <a:moveTo>
                    <a:pt x="414635" y="155523"/>
                  </a:moveTo>
                  <a:lnTo>
                    <a:pt x="414635" y="51795"/>
                  </a:lnTo>
                  <a:lnTo>
                    <a:pt x="362840" y="51795"/>
                  </a:lnTo>
                  <a:lnTo>
                    <a:pt x="362840" y="0"/>
                  </a:lnTo>
                  <a:lnTo>
                    <a:pt x="103590" y="0"/>
                  </a:lnTo>
                  <a:lnTo>
                    <a:pt x="103590" y="51795"/>
                  </a:lnTo>
                  <a:lnTo>
                    <a:pt x="51795" y="51795"/>
                  </a:lnTo>
                  <a:lnTo>
                    <a:pt x="51795" y="103590"/>
                  </a:lnTo>
                  <a:lnTo>
                    <a:pt x="0" y="103590"/>
                  </a:lnTo>
                  <a:lnTo>
                    <a:pt x="0" y="207318"/>
                  </a:lnTo>
                  <a:lnTo>
                    <a:pt x="155523" y="207318"/>
                  </a:lnTo>
                  <a:lnTo>
                    <a:pt x="155523" y="259113"/>
                  </a:lnTo>
                  <a:lnTo>
                    <a:pt x="207318" y="259113"/>
                  </a:lnTo>
                  <a:lnTo>
                    <a:pt x="207318" y="362840"/>
                  </a:lnTo>
                  <a:lnTo>
                    <a:pt x="155523" y="362840"/>
                  </a:lnTo>
                  <a:lnTo>
                    <a:pt x="155523" y="466568"/>
                  </a:lnTo>
                  <a:lnTo>
                    <a:pt x="207318" y="466568"/>
                  </a:lnTo>
                  <a:lnTo>
                    <a:pt x="207318" y="518363"/>
                  </a:lnTo>
                  <a:lnTo>
                    <a:pt x="311045" y="518363"/>
                  </a:lnTo>
                  <a:lnTo>
                    <a:pt x="311045" y="466568"/>
                  </a:lnTo>
                  <a:lnTo>
                    <a:pt x="414772" y="466568"/>
                  </a:lnTo>
                  <a:lnTo>
                    <a:pt x="414772" y="362840"/>
                  </a:lnTo>
                  <a:lnTo>
                    <a:pt x="466567" y="362840"/>
                  </a:lnTo>
                  <a:lnTo>
                    <a:pt x="466567" y="155386"/>
                  </a:lnTo>
                  <a:lnTo>
                    <a:pt x="414772" y="155386"/>
                  </a:lnTo>
                  <a:close/>
                  <a:moveTo>
                    <a:pt x="259113" y="155523"/>
                  </a:moveTo>
                  <a:lnTo>
                    <a:pt x="259113" y="207318"/>
                  </a:lnTo>
                  <a:lnTo>
                    <a:pt x="207318" y="207318"/>
                  </a:lnTo>
                  <a:lnTo>
                    <a:pt x="207318" y="103590"/>
                  </a:lnTo>
                  <a:lnTo>
                    <a:pt x="311045" y="103590"/>
                  </a:lnTo>
                  <a:lnTo>
                    <a:pt x="311045" y="155386"/>
                  </a:lnTo>
                  <a:lnTo>
                    <a:pt x="259250" y="155386"/>
                  </a:lnTo>
                  <a:close/>
                </a:path>
              </a:pathLst>
            </a:custGeom>
            <a:solidFill>
              <a:srgbClr val="FFF4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3" name="Google Shape;4103;p47"/>
            <p:cNvSpPr/>
            <p:nvPr/>
          </p:nvSpPr>
          <p:spPr>
            <a:xfrm>
              <a:off x="5991441" y="347437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4" name="Google Shape;4104;p47"/>
            <p:cNvSpPr/>
            <p:nvPr/>
          </p:nvSpPr>
          <p:spPr>
            <a:xfrm>
              <a:off x="6043237" y="342257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5" name="Google Shape;4105;p47"/>
            <p:cNvSpPr/>
            <p:nvPr/>
          </p:nvSpPr>
          <p:spPr>
            <a:xfrm>
              <a:off x="5939509" y="3370644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6" name="Google Shape;4106;p47"/>
            <p:cNvSpPr/>
            <p:nvPr/>
          </p:nvSpPr>
          <p:spPr>
            <a:xfrm>
              <a:off x="5732192" y="357809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7" name="Google Shape;4107;p47"/>
            <p:cNvSpPr/>
            <p:nvPr/>
          </p:nvSpPr>
          <p:spPr>
            <a:xfrm>
              <a:off x="5680259" y="362989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8" name="Google Shape;4108;p47"/>
            <p:cNvSpPr/>
            <p:nvPr/>
          </p:nvSpPr>
          <p:spPr>
            <a:xfrm>
              <a:off x="5887714" y="368168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B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9" name="Google Shape;4109;p47"/>
            <p:cNvSpPr/>
            <p:nvPr/>
          </p:nvSpPr>
          <p:spPr>
            <a:xfrm>
              <a:off x="5576669" y="368168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0" name="Google Shape;4110;p47"/>
            <p:cNvSpPr/>
            <p:nvPr/>
          </p:nvSpPr>
          <p:spPr>
            <a:xfrm>
              <a:off x="6198759" y="3370644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1" name="Google Shape;4111;p47"/>
            <p:cNvSpPr/>
            <p:nvPr/>
          </p:nvSpPr>
          <p:spPr>
            <a:xfrm>
              <a:off x="6250691" y="3370644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7" y="0"/>
                  </a:lnTo>
                  <a:lnTo>
                    <a:pt x="103727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2" name="Google Shape;4112;p47"/>
            <p:cNvSpPr/>
            <p:nvPr/>
          </p:nvSpPr>
          <p:spPr>
            <a:xfrm>
              <a:off x="6354282" y="3266917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3" name="Google Shape;4113;p47"/>
            <p:cNvSpPr/>
            <p:nvPr/>
          </p:nvSpPr>
          <p:spPr>
            <a:xfrm>
              <a:off x="6302486" y="3215122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4" name="Google Shape;4114;p47"/>
            <p:cNvSpPr/>
            <p:nvPr/>
          </p:nvSpPr>
          <p:spPr>
            <a:xfrm>
              <a:off x="6043237" y="3007804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5" name="Google Shape;4115;p47"/>
            <p:cNvSpPr/>
            <p:nvPr/>
          </p:nvSpPr>
          <p:spPr>
            <a:xfrm>
              <a:off x="5991441" y="295587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6" name="Google Shape;4116;p47"/>
            <p:cNvSpPr/>
            <p:nvPr/>
          </p:nvSpPr>
          <p:spPr>
            <a:xfrm>
              <a:off x="6095169" y="316332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7" name="Google Shape;4117;p47"/>
            <p:cNvSpPr/>
            <p:nvPr/>
          </p:nvSpPr>
          <p:spPr>
            <a:xfrm>
              <a:off x="6250691" y="3111395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8" name="Google Shape;4118;p47"/>
            <p:cNvSpPr/>
            <p:nvPr/>
          </p:nvSpPr>
          <p:spPr>
            <a:xfrm>
              <a:off x="6302486" y="3007804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9" name="Google Shape;4119;p47"/>
            <p:cNvSpPr/>
            <p:nvPr/>
          </p:nvSpPr>
          <p:spPr>
            <a:xfrm>
              <a:off x="6250691" y="295587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0" name="Google Shape;4120;p47"/>
            <p:cNvSpPr/>
            <p:nvPr/>
          </p:nvSpPr>
          <p:spPr>
            <a:xfrm>
              <a:off x="6665464" y="430391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1" name="Google Shape;4121;p47"/>
            <p:cNvSpPr/>
            <p:nvPr/>
          </p:nvSpPr>
          <p:spPr>
            <a:xfrm>
              <a:off x="6561736" y="435571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2" name="Google Shape;4122;p47"/>
            <p:cNvSpPr/>
            <p:nvPr/>
          </p:nvSpPr>
          <p:spPr>
            <a:xfrm>
              <a:off x="5939509" y="3837349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3" name="Google Shape;4123;p47"/>
            <p:cNvSpPr/>
            <p:nvPr/>
          </p:nvSpPr>
          <p:spPr>
            <a:xfrm>
              <a:off x="5887714" y="4303917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4" name="Google Shape;4124;p47"/>
            <p:cNvSpPr/>
            <p:nvPr/>
          </p:nvSpPr>
          <p:spPr>
            <a:xfrm>
              <a:off x="5939509" y="440764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5" name="Google Shape;4125;p47"/>
            <p:cNvSpPr/>
            <p:nvPr/>
          </p:nvSpPr>
          <p:spPr>
            <a:xfrm>
              <a:off x="5991441" y="4459439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6" name="Google Shape;4126;p47"/>
            <p:cNvSpPr/>
            <p:nvPr/>
          </p:nvSpPr>
          <p:spPr>
            <a:xfrm>
              <a:off x="5887714" y="3940939"/>
              <a:ext cx="51795" cy="207454"/>
            </a:xfrm>
            <a:custGeom>
              <a:rect b="b" l="l" r="r" t="t"/>
              <a:pathLst>
                <a:path extrusionOk="0" h="207454" w="51795">
                  <a:moveTo>
                    <a:pt x="0" y="0"/>
                  </a:moveTo>
                  <a:lnTo>
                    <a:pt x="51795" y="0"/>
                  </a:lnTo>
                  <a:lnTo>
                    <a:pt x="51795" y="207455"/>
                  </a:lnTo>
                  <a:lnTo>
                    <a:pt x="0" y="20745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7" name="Google Shape;4127;p47"/>
            <p:cNvSpPr/>
            <p:nvPr/>
          </p:nvSpPr>
          <p:spPr>
            <a:xfrm>
              <a:off x="5835919" y="4148394"/>
              <a:ext cx="51795" cy="155522"/>
            </a:xfrm>
            <a:custGeom>
              <a:rect b="b" l="l" r="r" t="t"/>
              <a:pathLst>
                <a:path extrusionOk="0" h="155522" w="51795">
                  <a:moveTo>
                    <a:pt x="0" y="0"/>
                  </a:moveTo>
                  <a:lnTo>
                    <a:pt x="51795" y="0"/>
                  </a:lnTo>
                  <a:lnTo>
                    <a:pt x="51795" y="155522"/>
                  </a:lnTo>
                  <a:lnTo>
                    <a:pt x="0" y="155522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8" name="Google Shape;4128;p47"/>
            <p:cNvSpPr/>
            <p:nvPr/>
          </p:nvSpPr>
          <p:spPr>
            <a:xfrm>
              <a:off x="6717259" y="4355712"/>
              <a:ext cx="103727" cy="51795"/>
            </a:xfrm>
            <a:custGeom>
              <a:rect b="b" l="l" r="r" t="t"/>
              <a:pathLst>
                <a:path extrusionOk="0" h="51795" w="103727">
                  <a:moveTo>
                    <a:pt x="0" y="0"/>
                  </a:moveTo>
                  <a:lnTo>
                    <a:pt x="103728" y="0"/>
                  </a:lnTo>
                  <a:lnTo>
                    <a:pt x="103728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9" name="Google Shape;4129;p47"/>
            <p:cNvSpPr/>
            <p:nvPr/>
          </p:nvSpPr>
          <p:spPr>
            <a:xfrm>
              <a:off x="6613531" y="4407644"/>
              <a:ext cx="51795" cy="103727"/>
            </a:xfrm>
            <a:custGeom>
              <a:rect b="b" l="l" r="r" t="t"/>
              <a:pathLst>
                <a:path extrusionOk="0" h="103727" w="51795">
                  <a:moveTo>
                    <a:pt x="0" y="0"/>
                  </a:moveTo>
                  <a:lnTo>
                    <a:pt x="51795" y="0"/>
                  </a:lnTo>
                  <a:lnTo>
                    <a:pt x="51795" y="103727"/>
                  </a:lnTo>
                  <a:lnTo>
                    <a:pt x="0" y="103727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0" name="Google Shape;4130;p47"/>
            <p:cNvSpPr/>
            <p:nvPr/>
          </p:nvSpPr>
          <p:spPr>
            <a:xfrm>
              <a:off x="6198759" y="3889144"/>
              <a:ext cx="207454" cy="51795"/>
            </a:xfrm>
            <a:custGeom>
              <a:rect b="b" l="l" r="r" t="t"/>
              <a:pathLst>
                <a:path extrusionOk="0" h="51795" w="207454">
                  <a:moveTo>
                    <a:pt x="0" y="0"/>
                  </a:moveTo>
                  <a:lnTo>
                    <a:pt x="207455" y="0"/>
                  </a:lnTo>
                  <a:lnTo>
                    <a:pt x="20745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0534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1" name="Google Shape;4131;p47"/>
            <p:cNvSpPr/>
            <p:nvPr/>
          </p:nvSpPr>
          <p:spPr>
            <a:xfrm>
              <a:off x="5783987" y="326691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2" name="Google Shape;4132;p47"/>
            <p:cNvSpPr/>
            <p:nvPr/>
          </p:nvSpPr>
          <p:spPr>
            <a:xfrm>
              <a:off x="5524737" y="373362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3" name="Google Shape;4133;p47"/>
            <p:cNvSpPr/>
            <p:nvPr/>
          </p:nvSpPr>
          <p:spPr>
            <a:xfrm>
              <a:off x="6250691" y="3474372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4" name="Google Shape;4134;p47"/>
            <p:cNvSpPr/>
            <p:nvPr/>
          </p:nvSpPr>
          <p:spPr>
            <a:xfrm>
              <a:off x="5732192" y="3940939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5" name="Google Shape;4135;p47"/>
            <p:cNvSpPr/>
            <p:nvPr/>
          </p:nvSpPr>
          <p:spPr>
            <a:xfrm>
              <a:off x="5887714" y="4563166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6" name="Google Shape;4136;p47"/>
            <p:cNvSpPr/>
            <p:nvPr/>
          </p:nvSpPr>
          <p:spPr>
            <a:xfrm>
              <a:off x="5680259" y="430391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7" name="Google Shape;4137;p47"/>
            <p:cNvSpPr/>
            <p:nvPr/>
          </p:nvSpPr>
          <p:spPr>
            <a:xfrm>
              <a:off x="6820986" y="4252121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8" name="Google Shape;4138;p47"/>
            <p:cNvSpPr/>
            <p:nvPr/>
          </p:nvSpPr>
          <p:spPr>
            <a:xfrm>
              <a:off x="6613531" y="3889144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9" name="Google Shape;4139;p47"/>
            <p:cNvSpPr/>
            <p:nvPr/>
          </p:nvSpPr>
          <p:spPr>
            <a:xfrm>
              <a:off x="6302486" y="2904077"/>
              <a:ext cx="51795" cy="51795"/>
            </a:xfrm>
            <a:custGeom>
              <a:rect b="b" l="l" r="r" t="t"/>
              <a:pathLst>
                <a:path extrusionOk="0" h="51795" w="51795">
                  <a:moveTo>
                    <a:pt x="0" y="0"/>
                  </a:moveTo>
                  <a:lnTo>
                    <a:pt x="51795" y="0"/>
                  </a:lnTo>
                  <a:lnTo>
                    <a:pt x="51795" y="51795"/>
                  </a:lnTo>
                  <a:lnTo>
                    <a:pt x="0" y="51795"/>
                  </a:lnTo>
                  <a:close/>
                </a:path>
              </a:pathLst>
            </a:custGeom>
            <a:solidFill>
              <a:srgbClr val="B1A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Retro Pixel Business Basic Template by Slidesgo">
  <a:themeElements>
    <a:clrScheme name="Simple Light">
      <a:dk1>
        <a:srgbClr val="F8F8F8"/>
      </a:dk1>
      <a:lt1>
        <a:srgbClr val="1B1B1B"/>
      </a:lt1>
      <a:dk2>
        <a:srgbClr val="595959"/>
      </a:dk2>
      <a:lt2>
        <a:srgbClr val="F1C232"/>
      </a:lt2>
      <a:accent1>
        <a:srgbClr val="FF9900"/>
      </a:accent1>
      <a:accent2>
        <a:srgbClr val="FFF2CC"/>
      </a:accent2>
      <a:accent3>
        <a:srgbClr val="CC0000"/>
      </a:accent3>
      <a:accent4>
        <a:srgbClr val="05349B"/>
      </a:accent4>
      <a:accent5>
        <a:srgbClr val="B1AAF2"/>
      </a:accent5>
      <a:accent6>
        <a:srgbClr val="FFFFFF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