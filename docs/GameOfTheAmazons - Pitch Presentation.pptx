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Press Start 2P"/>
      <p:regular r:id="rId9"/>
    </p:embeddedFont>
    <p:embeddedFont>
      <p:font typeface="Archiv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chivo-bold.fntdata"/><Relationship Id="rId10" Type="http://schemas.openxmlformats.org/officeDocument/2006/relationships/font" Target="fonts/Archivo-regular.fntdata"/><Relationship Id="rId13" Type="http://schemas.openxmlformats.org/officeDocument/2006/relationships/font" Target="fonts/Archivo-boldItalic.fntdata"/><Relationship Id="rId12" Type="http://schemas.openxmlformats.org/officeDocument/2006/relationships/font" Target="fonts/Archiv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essStart2P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a4806b127_0_5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ba4806b127_0_5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3c96c6e65b4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3c96c6e65b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3c96c6e65b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3c96c6e65b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going to show you some of these now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680900" y="1285850"/>
            <a:ext cx="5782200" cy="15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680900" y="3379750"/>
            <a:ext cx="5782200" cy="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 txBox="1"/>
          <p:nvPr>
            <p:ph idx="2" type="ctrTitle"/>
          </p:nvPr>
        </p:nvSpPr>
        <p:spPr>
          <a:xfrm>
            <a:off x="1680900" y="2721350"/>
            <a:ext cx="5782200" cy="6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800">
                <a:solidFill>
                  <a:schemeClr val="lt2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3715838" y="281238"/>
            <a:ext cx="1712300" cy="178225"/>
            <a:chOff x="3715838" y="281238"/>
            <a:chExt cx="1712300" cy="178225"/>
          </a:xfrm>
        </p:grpSpPr>
        <p:sp>
          <p:nvSpPr>
            <p:cNvPr id="13" name="Google Shape;13;p2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" name="Google Shape;26;p2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27" name="Google Shape;27;p2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" name="Google Shape;29;p2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30" name="Google Shape;30;p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" name="Google Shape;35;p2"/>
          <p:cNvGrpSpPr/>
          <p:nvPr/>
        </p:nvGrpSpPr>
        <p:grpSpPr>
          <a:xfrm>
            <a:off x="401038" y="333613"/>
            <a:ext cx="8355300" cy="4476275"/>
            <a:chOff x="401038" y="333613"/>
            <a:chExt cx="8355300" cy="4476275"/>
          </a:xfrm>
        </p:grpSpPr>
        <p:sp>
          <p:nvSpPr>
            <p:cNvPr id="36" name="Google Shape;36;p2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>
            <p:ph type="title"/>
          </p:nvPr>
        </p:nvSpPr>
        <p:spPr>
          <a:xfrm>
            <a:off x="2038200" y="2207942"/>
            <a:ext cx="5067600" cy="115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3"/>
          <p:cNvSpPr txBox="1"/>
          <p:nvPr>
            <p:ph hasCustomPrompt="1" idx="2" type="title"/>
          </p:nvPr>
        </p:nvSpPr>
        <p:spPr>
          <a:xfrm>
            <a:off x="3949050" y="1403063"/>
            <a:ext cx="1245900" cy="841800"/>
          </a:xfrm>
          <a:prstGeom prst="rect">
            <a:avLst/>
          </a:prstGeom>
          <a:noFill/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8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3"/>
          <p:cNvSpPr txBox="1"/>
          <p:nvPr>
            <p:ph idx="1" type="subTitle"/>
          </p:nvPr>
        </p:nvSpPr>
        <p:spPr>
          <a:xfrm>
            <a:off x="2038200" y="3307225"/>
            <a:ext cx="5067600" cy="433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4" name="Google Shape;44;p3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45" name="Google Shape;45;p3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" name="Google Shape;46;p3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47" name="Google Shape;47;p3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" name="Google Shape;52;p3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8" name="Google Shape;58;p3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59" name="Google Shape;59;p3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" name="Google Shape;61;p3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62" name="Google Shape;62;p3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7" name="Google Shape;67;p3"/>
          <p:cNvGrpSpPr/>
          <p:nvPr/>
        </p:nvGrpSpPr>
        <p:grpSpPr>
          <a:xfrm>
            <a:off x="401038" y="333625"/>
            <a:ext cx="8341875" cy="4476263"/>
            <a:chOff x="401038" y="333625"/>
            <a:chExt cx="8341875" cy="4476263"/>
          </a:xfrm>
        </p:grpSpPr>
        <p:sp>
          <p:nvSpPr>
            <p:cNvPr id="68" name="Google Shape;68;p3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3"/>
          <p:cNvGrpSpPr/>
          <p:nvPr/>
        </p:nvGrpSpPr>
        <p:grpSpPr>
          <a:xfrm>
            <a:off x="401038" y="333613"/>
            <a:ext cx="8355300" cy="4476275"/>
            <a:chOff x="401038" y="333613"/>
            <a:chExt cx="8355300" cy="4476275"/>
          </a:xfrm>
        </p:grpSpPr>
        <p:sp>
          <p:nvSpPr>
            <p:cNvPr id="71" name="Google Shape;71;p3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3"/>
          <p:cNvGrpSpPr/>
          <p:nvPr/>
        </p:nvGrpSpPr>
        <p:grpSpPr>
          <a:xfrm>
            <a:off x="3768188" y="281250"/>
            <a:ext cx="1607575" cy="178225"/>
            <a:chOff x="3768188" y="4684025"/>
            <a:chExt cx="1607575" cy="178225"/>
          </a:xfrm>
        </p:grpSpPr>
        <p:sp>
          <p:nvSpPr>
            <p:cNvPr id="76" name="Google Shape;76;p3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" name="Google Shape;78;p3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idx="1" type="body"/>
          </p:nvPr>
        </p:nvSpPr>
        <p:spPr>
          <a:xfrm>
            <a:off x="713225" y="1073075"/>
            <a:ext cx="7717500" cy="3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Didact Gothic"/>
              <a:buChar char="■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7" name="Google Shape;87;p4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88" name="Google Shape;88;p4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" name="Google Shape;89;p4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4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96" name="Google Shape;96;p4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1" name="Google Shape;101;p4"/>
          <p:cNvGrpSpPr/>
          <p:nvPr/>
        </p:nvGrpSpPr>
        <p:grpSpPr>
          <a:xfrm>
            <a:off x="401025" y="333613"/>
            <a:ext cx="8341875" cy="4476263"/>
            <a:chOff x="401038" y="333625"/>
            <a:chExt cx="8341875" cy="4476263"/>
          </a:xfrm>
        </p:grpSpPr>
        <p:sp>
          <p:nvSpPr>
            <p:cNvPr id="102" name="Google Shape;102;p4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1095150" y="521225"/>
            <a:ext cx="69537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051706" y="1776125"/>
            <a:ext cx="3103200" cy="896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051719" y="2612575"/>
            <a:ext cx="3103200" cy="1601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4989083" y="1776125"/>
            <a:ext cx="3103200" cy="896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4989094" y="2612575"/>
            <a:ext cx="3103200" cy="1601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0" name="Google Shape;110;p5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111" name="Google Shape;111;p5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5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9" name="Google Shape;119;p5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120" name="Google Shape;120;p5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4" name="Google Shape;124;p6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125" name="Google Shape;125;p6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6" name="Google Shape;126;p6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127" name="Google Shape;127;p6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" name="Google Shape;132;p6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133" name="Google Shape;133;p6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6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8" name="Google Shape;138;p6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139" name="Google Shape;139;p6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>
            <p:ph idx="2" type="pic"/>
          </p:nvPr>
        </p:nvSpPr>
        <p:spPr>
          <a:xfrm>
            <a:off x="5838175" y="745800"/>
            <a:ext cx="3305700" cy="3651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  <p:sp>
        <p:nvSpPr>
          <p:cNvPr id="143" name="Google Shape;143;p7"/>
          <p:cNvSpPr txBox="1"/>
          <p:nvPr>
            <p:ph idx="1" type="subTitle"/>
          </p:nvPr>
        </p:nvSpPr>
        <p:spPr>
          <a:xfrm>
            <a:off x="713225" y="1520125"/>
            <a:ext cx="3722700" cy="30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Light"/>
              <a:buChar char="●"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○"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Light"/>
              <a:buChar char="■"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Light"/>
              <a:buChar char="●"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 Light"/>
              <a:buChar char="●"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 Light"/>
              <a:buChar char="○"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2100"/>
            </a:lvl9pPr>
          </a:lstStyle>
          <a:p/>
        </p:txBody>
      </p:sp>
      <p:sp>
        <p:nvSpPr>
          <p:cNvPr id="144" name="Google Shape;144;p7"/>
          <p:cNvSpPr txBox="1"/>
          <p:nvPr>
            <p:ph type="title"/>
          </p:nvPr>
        </p:nvSpPr>
        <p:spPr>
          <a:xfrm>
            <a:off x="713225" y="521225"/>
            <a:ext cx="4761000" cy="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5" name="Google Shape;145;p7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146" name="Google Shape;146;p7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8" name="Google Shape;148;p7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149" name="Google Shape;149;p7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7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" name="Google Shape;154;p7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155" name="Google Shape;155;p7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59" name="Google Shape;159;p8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160" name="Google Shape;160;p8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" name="Google Shape;161;p8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162" name="Google Shape;162;p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" name="Google Shape;167;p8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168" name="Google Shape;168;p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3" name="Google Shape;173;p8"/>
          <p:cNvGrpSpPr/>
          <p:nvPr/>
        </p:nvGrpSpPr>
        <p:grpSpPr>
          <a:xfrm>
            <a:off x="401038" y="333613"/>
            <a:ext cx="8355300" cy="4476275"/>
            <a:chOff x="401038" y="333613"/>
            <a:chExt cx="8355300" cy="4476275"/>
          </a:xfrm>
        </p:grpSpPr>
        <p:sp>
          <p:nvSpPr>
            <p:cNvPr id="174" name="Google Shape;174;p8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8"/>
          <p:cNvGrpSpPr/>
          <p:nvPr/>
        </p:nvGrpSpPr>
        <p:grpSpPr>
          <a:xfrm>
            <a:off x="3768188" y="281250"/>
            <a:ext cx="1607575" cy="178225"/>
            <a:chOff x="3768188" y="4684025"/>
            <a:chExt cx="1607575" cy="178225"/>
          </a:xfrm>
        </p:grpSpPr>
        <p:sp>
          <p:nvSpPr>
            <p:cNvPr id="179" name="Google Shape;179;p8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1" name="Google Shape;181;p8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182" name="Google Shape;182;p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9" name="Google Shape;189;p9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90" name="Google Shape;190;p9"/>
          <p:cNvGrpSpPr/>
          <p:nvPr/>
        </p:nvGrpSpPr>
        <p:grpSpPr>
          <a:xfrm>
            <a:off x="401025" y="333613"/>
            <a:ext cx="8341875" cy="4476263"/>
            <a:chOff x="401038" y="333625"/>
            <a:chExt cx="8341875" cy="4476263"/>
          </a:xfrm>
        </p:grpSpPr>
        <p:sp>
          <p:nvSpPr>
            <p:cNvPr id="191" name="Google Shape;191;p9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" name="Google Shape;193;p9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194" name="Google Shape;194;p9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6" name="Google Shape;196;p9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197" name="Google Shape;197;p9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10"/>
          <p:cNvSpPr txBox="1"/>
          <p:nvPr>
            <p:ph type="title"/>
          </p:nvPr>
        </p:nvSpPr>
        <p:spPr>
          <a:xfrm>
            <a:off x="713225" y="521225"/>
            <a:ext cx="7717500" cy="763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7" name="Google Shape;20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08" name="Google Shape;208;p11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209" name="Google Shape;209;p11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1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11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212" name="Google Shape;212;p11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" name="Google Shape;213;p11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214" name="Google Shape;214;p11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220" name="Google Shape;220;p11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1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1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1" type="subTitle"/>
          </p:nvPr>
        </p:nvSpPr>
        <p:spPr>
          <a:xfrm>
            <a:off x="804550" y="2253982"/>
            <a:ext cx="238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" type="subTitle"/>
          </p:nvPr>
        </p:nvSpPr>
        <p:spPr>
          <a:xfrm>
            <a:off x="804550" y="2675425"/>
            <a:ext cx="23886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3" type="subTitle"/>
          </p:nvPr>
        </p:nvSpPr>
        <p:spPr>
          <a:xfrm>
            <a:off x="3377700" y="2253985"/>
            <a:ext cx="238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4" type="subTitle"/>
          </p:nvPr>
        </p:nvSpPr>
        <p:spPr>
          <a:xfrm>
            <a:off x="3377700" y="2675428"/>
            <a:ext cx="23886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5" type="subTitle"/>
          </p:nvPr>
        </p:nvSpPr>
        <p:spPr>
          <a:xfrm>
            <a:off x="5950850" y="2253985"/>
            <a:ext cx="238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6" type="subTitle"/>
          </p:nvPr>
        </p:nvSpPr>
        <p:spPr>
          <a:xfrm>
            <a:off x="5950850" y="2675428"/>
            <a:ext cx="23886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hasCustomPrompt="1" idx="7" type="title"/>
          </p:nvPr>
        </p:nvSpPr>
        <p:spPr>
          <a:xfrm>
            <a:off x="1528150" y="1676925"/>
            <a:ext cx="941400" cy="57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3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35" name="Google Shape;235;p13"/>
          <p:cNvSpPr txBox="1"/>
          <p:nvPr>
            <p:ph hasCustomPrompt="1" idx="8" type="title"/>
          </p:nvPr>
        </p:nvSpPr>
        <p:spPr>
          <a:xfrm>
            <a:off x="4101300" y="1676925"/>
            <a:ext cx="941400" cy="57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3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36" name="Google Shape;236;p13"/>
          <p:cNvSpPr txBox="1"/>
          <p:nvPr>
            <p:ph hasCustomPrompt="1" idx="9" type="title"/>
          </p:nvPr>
        </p:nvSpPr>
        <p:spPr>
          <a:xfrm>
            <a:off x="6674450" y="1676925"/>
            <a:ext cx="941400" cy="57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3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grpSp>
        <p:nvGrpSpPr>
          <p:cNvPr id="237" name="Google Shape;237;p13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238" name="Google Shape;238;p13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0" name="Google Shape;240;p13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241" name="Google Shape;241;p13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3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3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3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3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6" name="Google Shape;246;p13"/>
          <p:cNvGrpSpPr/>
          <p:nvPr/>
        </p:nvGrpSpPr>
        <p:grpSpPr>
          <a:xfrm>
            <a:off x="401038" y="333625"/>
            <a:ext cx="8341875" cy="4476263"/>
            <a:chOff x="401038" y="333625"/>
            <a:chExt cx="8341875" cy="4476263"/>
          </a:xfrm>
        </p:grpSpPr>
        <p:sp>
          <p:nvSpPr>
            <p:cNvPr id="247" name="Google Shape;247;p13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"/>
          <p:cNvSpPr txBox="1"/>
          <p:nvPr>
            <p:ph type="title"/>
          </p:nvPr>
        </p:nvSpPr>
        <p:spPr>
          <a:xfrm flipH="1">
            <a:off x="1803150" y="3412850"/>
            <a:ext cx="5537700" cy="4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1" name="Google Shape;251;p14"/>
          <p:cNvSpPr txBox="1"/>
          <p:nvPr>
            <p:ph idx="1" type="subTitle"/>
          </p:nvPr>
        </p:nvSpPr>
        <p:spPr>
          <a:xfrm flipH="1">
            <a:off x="1803150" y="1103500"/>
            <a:ext cx="5537700" cy="22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2" name="Google Shape;252;p14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253" name="Google Shape;253;p14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4" name="Google Shape;254;p14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255" name="Google Shape;255;p14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4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4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4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4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14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261" name="Google Shape;261;p14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4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4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4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4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6" name="Google Shape;266;p14"/>
          <p:cNvGrpSpPr/>
          <p:nvPr/>
        </p:nvGrpSpPr>
        <p:grpSpPr>
          <a:xfrm>
            <a:off x="401038" y="333625"/>
            <a:ext cx="8341875" cy="4476263"/>
            <a:chOff x="401038" y="333625"/>
            <a:chExt cx="8341875" cy="4476263"/>
          </a:xfrm>
        </p:grpSpPr>
        <p:sp>
          <p:nvSpPr>
            <p:cNvPr id="267" name="Google Shape;267;p14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14"/>
          <p:cNvGrpSpPr/>
          <p:nvPr/>
        </p:nvGrpSpPr>
        <p:grpSpPr>
          <a:xfrm>
            <a:off x="3768188" y="281250"/>
            <a:ext cx="1607575" cy="178225"/>
            <a:chOff x="3768188" y="4684025"/>
            <a:chExt cx="1607575" cy="178225"/>
          </a:xfrm>
        </p:grpSpPr>
        <p:sp>
          <p:nvSpPr>
            <p:cNvPr id="270" name="Google Shape;270;p14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2" name="Google Shape;272;p14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273" name="Google Shape;273;p14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4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4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4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4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0" name="Google Shape;280;p15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281" name="Google Shape;281;p15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3" name="Google Shape;283;p15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284" name="Google Shape;284;p15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5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5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5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5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9" name="Google Shape;289;p15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290" name="Google Shape;290;p15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5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94" name="Google Shape;294;p16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295" name="Google Shape;295;p16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6" name="Google Shape;296;p16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297" name="Google Shape;297;p16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2" name="Google Shape;302;p16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303" name="Google Shape;303;p16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8" name="Google Shape;308;p16"/>
          <p:cNvGrpSpPr/>
          <p:nvPr/>
        </p:nvGrpSpPr>
        <p:grpSpPr>
          <a:xfrm>
            <a:off x="401025" y="333613"/>
            <a:ext cx="8341875" cy="4476263"/>
            <a:chOff x="401038" y="333625"/>
            <a:chExt cx="8341875" cy="4476263"/>
          </a:xfrm>
        </p:grpSpPr>
        <p:sp>
          <p:nvSpPr>
            <p:cNvPr id="309" name="Google Shape;309;p16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>
            <p:ph idx="2" type="pic"/>
          </p:nvPr>
        </p:nvSpPr>
        <p:spPr>
          <a:xfrm>
            <a:off x="0" y="745800"/>
            <a:ext cx="3305700" cy="3651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  <p:sp>
        <p:nvSpPr>
          <p:cNvPr id="313" name="Google Shape;313;p17"/>
          <p:cNvSpPr txBox="1"/>
          <p:nvPr>
            <p:ph idx="1" type="subTitle"/>
          </p:nvPr>
        </p:nvSpPr>
        <p:spPr>
          <a:xfrm>
            <a:off x="4066400" y="1596325"/>
            <a:ext cx="4364400" cy="28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hivo"/>
              <a:buChar char="■"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○"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■"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●"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○"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■"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●"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○"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2CB8"/>
              </a:buClr>
              <a:buSzPts val="1200"/>
              <a:buFont typeface="Chivo"/>
              <a:buChar char="■"/>
              <a:defRPr sz="2100"/>
            </a:lvl9pPr>
          </a:lstStyle>
          <a:p/>
        </p:txBody>
      </p:sp>
      <p:sp>
        <p:nvSpPr>
          <p:cNvPr id="314" name="Google Shape;314;p17"/>
          <p:cNvSpPr txBox="1"/>
          <p:nvPr>
            <p:ph type="title"/>
          </p:nvPr>
        </p:nvSpPr>
        <p:spPr>
          <a:xfrm>
            <a:off x="4066400" y="521225"/>
            <a:ext cx="4364400" cy="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15" name="Google Shape;315;p17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316" name="Google Shape;316;p17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7" name="Google Shape;317;p17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318" name="Google Shape;318;p17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7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17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7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7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" name="Google Shape;323;p17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324" name="Google Shape;324;p17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7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7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7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9" name="Google Shape;329;p17"/>
          <p:cNvGrpSpPr/>
          <p:nvPr/>
        </p:nvGrpSpPr>
        <p:grpSpPr>
          <a:xfrm>
            <a:off x="401038" y="333625"/>
            <a:ext cx="8341875" cy="4476263"/>
            <a:chOff x="401038" y="333625"/>
            <a:chExt cx="8341875" cy="4476263"/>
          </a:xfrm>
        </p:grpSpPr>
        <p:sp>
          <p:nvSpPr>
            <p:cNvPr id="330" name="Google Shape;330;p17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8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/>
          <p:cNvSpPr txBox="1"/>
          <p:nvPr>
            <p:ph idx="1" type="body"/>
          </p:nvPr>
        </p:nvSpPr>
        <p:spPr>
          <a:xfrm>
            <a:off x="713225" y="1073075"/>
            <a:ext cx="7717500" cy="12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Didact Gothic"/>
              <a:buChar char="■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334" name="Google Shape;334;p18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35" name="Google Shape;335;p18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336" name="Google Shape;336;p18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7" name="Google Shape;337;p18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338" name="Google Shape;338;p1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3" name="Google Shape;343;p18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344" name="Google Shape;344;p18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8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8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8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8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9" name="Google Shape;349;p18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350" name="Google Shape;350;p18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8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4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"/>
          <p:cNvSpPr txBox="1"/>
          <p:nvPr>
            <p:ph type="title"/>
          </p:nvPr>
        </p:nvSpPr>
        <p:spPr>
          <a:xfrm>
            <a:off x="713225" y="521225"/>
            <a:ext cx="77175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4" name="Google Shape;354;p19"/>
          <p:cNvSpPr txBox="1"/>
          <p:nvPr>
            <p:ph idx="1" type="subTitle"/>
          </p:nvPr>
        </p:nvSpPr>
        <p:spPr>
          <a:xfrm>
            <a:off x="910563" y="1480500"/>
            <a:ext cx="3385500" cy="2412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19"/>
          <p:cNvSpPr txBox="1"/>
          <p:nvPr>
            <p:ph idx="2" type="subTitle"/>
          </p:nvPr>
        </p:nvSpPr>
        <p:spPr>
          <a:xfrm>
            <a:off x="4847938" y="1480500"/>
            <a:ext cx="3385500" cy="2412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6" name="Google Shape;356;p19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357" name="Google Shape;357;p19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9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9" name="Google Shape;359;p19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360" name="Google Shape;360;p19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5" name="Google Shape;365;p19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366" name="Google Shape;366;p19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6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0"/>
          <p:cNvSpPr txBox="1"/>
          <p:nvPr>
            <p:ph type="title"/>
          </p:nvPr>
        </p:nvSpPr>
        <p:spPr>
          <a:xfrm>
            <a:off x="2257500" y="576063"/>
            <a:ext cx="4629000" cy="10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20"/>
          <p:cNvSpPr txBox="1"/>
          <p:nvPr>
            <p:ph idx="1" type="subTitle"/>
          </p:nvPr>
        </p:nvSpPr>
        <p:spPr>
          <a:xfrm>
            <a:off x="2964800" y="1524450"/>
            <a:ext cx="32145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71" name="Google Shape;371;p20"/>
          <p:cNvGrpSpPr/>
          <p:nvPr/>
        </p:nvGrpSpPr>
        <p:grpSpPr>
          <a:xfrm>
            <a:off x="3715838" y="281238"/>
            <a:ext cx="1712300" cy="178225"/>
            <a:chOff x="3715838" y="281238"/>
            <a:chExt cx="1712300" cy="178225"/>
          </a:xfrm>
        </p:grpSpPr>
        <p:sp>
          <p:nvSpPr>
            <p:cNvPr id="372" name="Google Shape;372;p20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3" name="Google Shape;373;p20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374" name="Google Shape;374;p20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0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0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0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0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9" name="Google Shape;379;p20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380" name="Google Shape;380;p20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0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0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0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0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5" name="Google Shape;385;p20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386" name="Google Shape;386;p20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0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8" name="Google Shape;388;p20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389" name="Google Shape;389;p20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0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0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0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0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4" name="Google Shape;394;p20"/>
          <p:cNvGrpSpPr/>
          <p:nvPr/>
        </p:nvGrpSpPr>
        <p:grpSpPr>
          <a:xfrm>
            <a:off x="401038" y="333613"/>
            <a:ext cx="8355300" cy="4476275"/>
            <a:chOff x="401038" y="333613"/>
            <a:chExt cx="8355300" cy="4476275"/>
          </a:xfrm>
        </p:grpSpPr>
        <p:sp>
          <p:nvSpPr>
            <p:cNvPr id="395" name="Google Shape;395;p20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0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0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0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9" name="Google Shape;399;p20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400" name="Google Shape;400;p20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1" name="Google Shape;401;p20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402" name="Google Shape;402;p20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7" name="Google Shape;407;p20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408" name="Google Shape;408;p20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3" name="Google Shape;413;p20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414" name="Google Shape;414;p20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0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6" name="Google Shape;416;p20"/>
          <p:cNvSpPr txBox="1"/>
          <p:nvPr/>
        </p:nvSpPr>
        <p:spPr>
          <a:xfrm>
            <a:off x="2689350" y="3427938"/>
            <a:ext cx="37653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1000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21"/>
          <p:cNvGrpSpPr/>
          <p:nvPr/>
        </p:nvGrpSpPr>
        <p:grpSpPr>
          <a:xfrm>
            <a:off x="3768188" y="4684025"/>
            <a:ext cx="1607575" cy="178225"/>
            <a:chOff x="3768188" y="4684025"/>
            <a:chExt cx="1607575" cy="178225"/>
          </a:xfrm>
        </p:grpSpPr>
        <p:sp>
          <p:nvSpPr>
            <p:cNvPr id="419" name="Google Shape;419;p21"/>
            <p:cNvSpPr/>
            <p:nvPr/>
          </p:nvSpPr>
          <p:spPr>
            <a:xfrm>
              <a:off x="3768188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5302263" y="47364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1" name="Google Shape;421;p21"/>
            <p:cNvGrpSpPr/>
            <p:nvPr/>
          </p:nvGrpSpPr>
          <p:grpSpPr>
            <a:xfrm>
              <a:off x="4482863" y="4684025"/>
              <a:ext cx="178225" cy="178225"/>
              <a:chOff x="6772475" y="3811500"/>
              <a:chExt cx="178225" cy="178225"/>
            </a:xfrm>
          </p:grpSpPr>
          <p:sp>
            <p:nvSpPr>
              <p:cNvPr id="422" name="Google Shape;422;p21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1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1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1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1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7" name="Google Shape;427;p21"/>
          <p:cNvGrpSpPr/>
          <p:nvPr/>
        </p:nvGrpSpPr>
        <p:grpSpPr>
          <a:xfrm>
            <a:off x="401038" y="333613"/>
            <a:ext cx="8355300" cy="4476263"/>
            <a:chOff x="401038" y="333613"/>
            <a:chExt cx="8355300" cy="4476263"/>
          </a:xfrm>
        </p:grpSpPr>
        <p:sp>
          <p:nvSpPr>
            <p:cNvPr id="428" name="Google Shape;428;p21"/>
            <p:cNvSpPr/>
            <p:nvPr/>
          </p:nvSpPr>
          <p:spPr>
            <a:xfrm>
              <a:off x="401038" y="473637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8682838" y="333613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_1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22"/>
          <p:cNvGrpSpPr/>
          <p:nvPr/>
        </p:nvGrpSpPr>
        <p:grpSpPr>
          <a:xfrm>
            <a:off x="3715838" y="4684025"/>
            <a:ext cx="1712300" cy="178225"/>
            <a:chOff x="3715838" y="281238"/>
            <a:chExt cx="1712300" cy="178225"/>
          </a:xfrm>
        </p:grpSpPr>
        <p:sp>
          <p:nvSpPr>
            <p:cNvPr id="432" name="Google Shape;432;p22"/>
            <p:cNvSpPr/>
            <p:nvPr/>
          </p:nvSpPr>
          <p:spPr>
            <a:xfrm>
              <a:off x="4535238" y="333600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3" name="Google Shape;433;p22"/>
            <p:cNvGrpSpPr/>
            <p:nvPr/>
          </p:nvGrpSpPr>
          <p:grpSpPr>
            <a:xfrm>
              <a:off x="3715838" y="281238"/>
              <a:ext cx="178225" cy="178225"/>
              <a:chOff x="6772475" y="3811500"/>
              <a:chExt cx="178225" cy="178225"/>
            </a:xfrm>
          </p:grpSpPr>
          <p:sp>
            <p:nvSpPr>
              <p:cNvPr id="434" name="Google Shape;434;p2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9" name="Google Shape;439;p22"/>
            <p:cNvGrpSpPr/>
            <p:nvPr/>
          </p:nvGrpSpPr>
          <p:grpSpPr>
            <a:xfrm>
              <a:off x="5249913" y="281238"/>
              <a:ext cx="178225" cy="178225"/>
              <a:chOff x="6772475" y="3811500"/>
              <a:chExt cx="178225" cy="178225"/>
            </a:xfrm>
          </p:grpSpPr>
          <p:sp>
            <p:nvSpPr>
              <p:cNvPr id="440" name="Google Shape;440;p22"/>
              <p:cNvSpPr/>
              <p:nvPr/>
            </p:nvSpPr>
            <p:spPr>
              <a:xfrm>
                <a:off x="6832175" y="3871200"/>
                <a:ext cx="58800" cy="58800"/>
              </a:xfrm>
              <a:custGeom>
                <a:rect b="b" l="l" r="r" t="t"/>
                <a:pathLst>
                  <a:path extrusionOk="0" h="2352" w="2352">
                    <a:moveTo>
                      <a:pt x="1" y="1"/>
                    </a:moveTo>
                    <a:lnTo>
                      <a:pt x="1" y="2352"/>
                    </a:lnTo>
                    <a:lnTo>
                      <a:pt x="2351" y="2352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6832175" y="3811500"/>
                <a:ext cx="58800" cy="59725"/>
              </a:xfrm>
              <a:custGeom>
                <a:rect b="b" l="l" r="r" t="t"/>
                <a:pathLst>
                  <a:path extrusionOk="0" h="2389" w="2352">
                    <a:moveTo>
                      <a:pt x="1" y="0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2"/>
              <p:cNvSpPr/>
              <p:nvPr/>
            </p:nvSpPr>
            <p:spPr>
              <a:xfrm>
                <a:off x="6772475" y="3871200"/>
                <a:ext cx="59725" cy="58800"/>
              </a:xfrm>
              <a:custGeom>
                <a:rect b="b" l="l" r="r" t="t"/>
                <a:pathLst>
                  <a:path extrusionOk="0" h="2352" w="2389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2"/>
              <p:cNvSpPr/>
              <p:nvPr/>
            </p:nvSpPr>
            <p:spPr>
              <a:xfrm>
                <a:off x="6890950" y="3871200"/>
                <a:ext cx="59750" cy="58800"/>
              </a:xfrm>
              <a:custGeom>
                <a:rect b="b" l="l" r="r" t="t"/>
                <a:pathLst>
                  <a:path extrusionOk="0" h="2352" w="2390">
                    <a:moveTo>
                      <a:pt x="0" y="1"/>
                    </a:moveTo>
                    <a:lnTo>
                      <a:pt x="0" y="2352"/>
                    </a:lnTo>
                    <a:lnTo>
                      <a:pt x="2389" y="2352"/>
                    </a:lnTo>
                    <a:lnTo>
                      <a:pt x="23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>
                <a:off x="6832175" y="3929975"/>
                <a:ext cx="58800" cy="59750"/>
              </a:xfrm>
              <a:custGeom>
                <a:rect b="b" l="l" r="r" t="t"/>
                <a:pathLst>
                  <a:path extrusionOk="0" h="2390" w="2352">
                    <a:moveTo>
                      <a:pt x="1" y="1"/>
                    </a:moveTo>
                    <a:lnTo>
                      <a:pt x="1" y="2389"/>
                    </a:lnTo>
                    <a:lnTo>
                      <a:pt x="2351" y="2389"/>
                    </a:lnTo>
                    <a:lnTo>
                      <a:pt x="23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5" name="Google Shape;445;p22"/>
          <p:cNvGrpSpPr/>
          <p:nvPr/>
        </p:nvGrpSpPr>
        <p:grpSpPr>
          <a:xfrm>
            <a:off x="401025" y="333613"/>
            <a:ext cx="8341875" cy="4476263"/>
            <a:chOff x="401038" y="333625"/>
            <a:chExt cx="8341875" cy="4476263"/>
          </a:xfrm>
        </p:grpSpPr>
        <p:sp>
          <p:nvSpPr>
            <p:cNvPr id="446" name="Google Shape;446;p22"/>
            <p:cNvSpPr/>
            <p:nvPr/>
          </p:nvSpPr>
          <p:spPr>
            <a:xfrm>
              <a:off x="8669413" y="4736388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401038" y="333625"/>
              <a:ext cx="73500" cy="7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0" name="Google Shape;4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1" name="Google Shape;45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ess Start 2P"/>
              <a:buNone/>
              <a:defRPr sz="2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Char char="●"/>
              <a:defRPr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ehadziabdic/GameOfTheAmazons" TargetMode="Externa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2.png"/><Relationship Id="rId13" Type="http://schemas.openxmlformats.org/officeDocument/2006/relationships/image" Target="../media/image8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.png"/><Relationship Id="rId1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"/>
          <p:cNvSpPr txBox="1"/>
          <p:nvPr>
            <p:ph type="ctrTitle"/>
          </p:nvPr>
        </p:nvSpPr>
        <p:spPr>
          <a:xfrm>
            <a:off x="1558625" y="1285850"/>
            <a:ext cx="6102300" cy="15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PRESENTATION</a:t>
            </a:r>
            <a:endParaRPr/>
          </a:p>
        </p:txBody>
      </p:sp>
      <p:sp>
        <p:nvSpPr>
          <p:cNvPr id="457" name="Google Shape;457;p24"/>
          <p:cNvSpPr txBox="1"/>
          <p:nvPr>
            <p:ph idx="2" type="ctrTitle"/>
          </p:nvPr>
        </p:nvSpPr>
        <p:spPr>
          <a:xfrm>
            <a:off x="1680900" y="2721350"/>
            <a:ext cx="5782200" cy="6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OF </a:t>
            </a:r>
            <a:r>
              <a:rPr lang="en"/>
              <a:t>THE </a:t>
            </a:r>
            <a:r>
              <a:rPr lang="en"/>
              <a:t>AMAZONS</a:t>
            </a:r>
            <a:endParaRPr/>
          </a:p>
        </p:txBody>
      </p:sp>
      <p:grpSp>
        <p:nvGrpSpPr>
          <p:cNvPr id="458" name="Google Shape;458;p24"/>
          <p:cNvGrpSpPr/>
          <p:nvPr/>
        </p:nvGrpSpPr>
        <p:grpSpPr>
          <a:xfrm>
            <a:off x="725451" y="659761"/>
            <a:ext cx="1174490" cy="1118533"/>
            <a:chOff x="4011167" y="1434654"/>
            <a:chExt cx="1875283" cy="1785938"/>
          </a:xfrm>
        </p:grpSpPr>
        <p:grpSp>
          <p:nvGrpSpPr>
            <p:cNvPr id="459" name="Google Shape;459;p24"/>
            <p:cNvGrpSpPr/>
            <p:nvPr/>
          </p:nvGrpSpPr>
          <p:grpSpPr>
            <a:xfrm>
              <a:off x="4011167" y="1434654"/>
              <a:ext cx="1874615" cy="1785651"/>
              <a:chOff x="4011167" y="1434654"/>
              <a:chExt cx="1874615" cy="1785651"/>
            </a:xfrm>
          </p:grpSpPr>
          <p:sp>
            <p:nvSpPr>
              <p:cNvPr id="460" name="Google Shape;460;p24"/>
              <p:cNvSpPr/>
              <p:nvPr/>
            </p:nvSpPr>
            <p:spPr>
              <a:xfrm>
                <a:off x="5439917" y="2149030"/>
                <a:ext cx="148875" cy="148875"/>
              </a:xfrm>
              <a:custGeom>
                <a:rect b="b" l="l" r="r" t="t"/>
                <a:pathLst>
                  <a:path extrusionOk="0" h="148875" w="148875">
                    <a:moveTo>
                      <a:pt x="89345" y="148876"/>
                    </a:moveTo>
                    <a:lnTo>
                      <a:pt x="89345" y="119063"/>
                    </a:lnTo>
                    <a:lnTo>
                      <a:pt x="119063" y="119063"/>
                    </a:lnTo>
                    <a:lnTo>
                      <a:pt x="119063" y="89344"/>
                    </a:lnTo>
                    <a:lnTo>
                      <a:pt x="148876" y="89344"/>
                    </a:lnTo>
                    <a:lnTo>
                      <a:pt x="148876" y="29813"/>
                    </a:lnTo>
                    <a:lnTo>
                      <a:pt x="119063" y="29813"/>
                    </a:lnTo>
                    <a:lnTo>
                      <a:pt x="119063" y="0"/>
                    </a:lnTo>
                    <a:lnTo>
                      <a:pt x="89345" y="0"/>
                    </a:lnTo>
                    <a:lnTo>
                      <a:pt x="89345" y="29813"/>
                    </a:lnTo>
                    <a:lnTo>
                      <a:pt x="59627" y="29813"/>
                    </a:lnTo>
                    <a:lnTo>
                      <a:pt x="59627" y="0"/>
                    </a:lnTo>
                    <a:lnTo>
                      <a:pt x="29813" y="0"/>
                    </a:lnTo>
                    <a:lnTo>
                      <a:pt x="29813" y="29813"/>
                    </a:lnTo>
                    <a:lnTo>
                      <a:pt x="0" y="29813"/>
                    </a:lnTo>
                    <a:lnTo>
                      <a:pt x="0" y="89344"/>
                    </a:lnTo>
                    <a:lnTo>
                      <a:pt x="29813" y="89344"/>
                    </a:lnTo>
                    <a:lnTo>
                      <a:pt x="29813" y="119063"/>
                    </a:lnTo>
                    <a:lnTo>
                      <a:pt x="59627" y="119063"/>
                    </a:lnTo>
                    <a:lnTo>
                      <a:pt x="59627" y="148876"/>
                    </a:lnTo>
                    <a:lnTo>
                      <a:pt x="89345" y="148876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0534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4189856" y="2000249"/>
                <a:ext cx="148780" cy="148780"/>
              </a:xfrm>
              <a:custGeom>
                <a:rect b="b" l="l" r="r" t="t"/>
                <a:pathLst>
                  <a:path extrusionOk="0" h="148780" w="148780">
                    <a:moveTo>
                      <a:pt x="59436" y="89344"/>
                    </a:moveTo>
                    <a:lnTo>
                      <a:pt x="59436" y="119063"/>
                    </a:lnTo>
                    <a:lnTo>
                      <a:pt x="59436" y="148781"/>
                    </a:lnTo>
                    <a:lnTo>
                      <a:pt x="89249" y="148781"/>
                    </a:lnTo>
                    <a:lnTo>
                      <a:pt x="89249" y="119063"/>
                    </a:lnTo>
                    <a:lnTo>
                      <a:pt x="89249" y="89344"/>
                    </a:lnTo>
                    <a:lnTo>
                      <a:pt x="119063" y="89344"/>
                    </a:lnTo>
                    <a:lnTo>
                      <a:pt x="148781" y="89344"/>
                    </a:lnTo>
                    <a:lnTo>
                      <a:pt x="148781" y="59531"/>
                    </a:lnTo>
                    <a:lnTo>
                      <a:pt x="119063" y="59531"/>
                    </a:lnTo>
                    <a:lnTo>
                      <a:pt x="89249" y="59531"/>
                    </a:lnTo>
                    <a:lnTo>
                      <a:pt x="89249" y="29718"/>
                    </a:lnTo>
                    <a:lnTo>
                      <a:pt x="89249" y="0"/>
                    </a:lnTo>
                    <a:lnTo>
                      <a:pt x="59436" y="0"/>
                    </a:lnTo>
                    <a:lnTo>
                      <a:pt x="59436" y="29718"/>
                    </a:lnTo>
                    <a:lnTo>
                      <a:pt x="59436" y="59531"/>
                    </a:lnTo>
                    <a:lnTo>
                      <a:pt x="29718" y="59531"/>
                    </a:lnTo>
                    <a:lnTo>
                      <a:pt x="0" y="59531"/>
                    </a:lnTo>
                    <a:lnTo>
                      <a:pt x="0" y="89344"/>
                    </a:lnTo>
                    <a:lnTo>
                      <a:pt x="29718" y="89344"/>
                    </a:lnTo>
                    <a:lnTo>
                      <a:pt x="59436" y="89344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F99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4338637" y="2089593"/>
                <a:ext cx="148780" cy="148780"/>
              </a:xfrm>
              <a:custGeom>
                <a:rect b="b" l="l" r="r" t="t"/>
                <a:pathLst>
                  <a:path extrusionOk="0" h="148780" w="148780">
                    <a:moveTo>
                      <a:pt x="89345" y="0"/>
                    </a:moveTo>
                    <a:lnTo>
                      <a:pt x="59531" y="0"/>
                    </a:lnTo>
                    <a:lnTo>
                      <a:pt x="59531" y="29718"/>
                    </a:lnTo>
                    <a:lnTo>
                      <a:pt x="59531" y="59436"/>
                    </a:lnTo>
                    <a:lnTo>
                      <a:pt x="29718" y="59436"/>
                    </a:lnTo>
                    <a:lnTo>
                      <a:pt x="0" y="59436"/>
                    </a:lnTo>
                    <a:lnTo>
                      <a:pt x="0" y="89249"/>
                    </a:lnTo>
                    <a:lnTo>
                      <a:pt x="29718" y="89249"/>
                    </a:lnTo>
                    <a:lnTo>
                      <a:pt x="59531" y="89249"/>
                    </a:lnTo>
                    <a:lnTo>
                      <a:pt x="59531" y="119063"/>
                    </a:lnTo>
                    <a:lnTo>
                      <a:pt x="59531" y="148781"/>
                    </a:lnTo>
                    <a:lnTo>
                      <a:pt x="89345" y="148781"/>
                    </a:lnTo>
                    <a:lnTo>
                      <a:pt x="89345" y="119063"/>
                    </a:lnTo>
                    <a:lnTo>
                      <a:pt x="89345" y="89249"/>
                    </a:lnTo>
                    <a:lnTo>
                      <a:pt x="119063" y="89249"/>
                    </a:lnTo>
                    <a:lnTo>
                      <a:pt x="148780" y="89249"/>
                    </a:lnTo>
                    <a:lnTo>
                      <a:pt x="148780" y="59436"/>
                    </a:lnTo>
                    <a:lnTo>
                      <a:pt x="119063" y="59436"/>
                    </a:lnTo>
                    <a:lnTo>
                      <a:pt x="89345" y="59436"/>
                    </a:lnTo>
                    <a:lnTo>
                      <a:pt x="89345" y="29718"/>
                    </a:lnTo>
                    <a:lnTo>
                      <a:pt x="89345" y="0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F99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4011167" y="1434654"/>
                <a:ext cx="1874615" cy="1785651"/>
              </a:xfrm>
              <a:custGeom>
                <a:rect b="b" l="l" r="r" t="t"/>
                <a:pathLst>
                  <a:path extrusionOk="0" h="1785651" w="1874615">
                    <a:moveTo>
                      <a:pt x="327470" y="1250252"/>
                    </a:moveTo>
                    <a:lnTo>
                      <a:pt x="327470" y="1279970"/>
                    </a:lnTo>
                    <a:lnTo>
                      <a:pt x="387001" y="1279970"/>
                    </a:lnTo>
                    <a:lnTo>
                      <a:pt x="387001" y="1309688"/>
                    </a:lnTo>
                    <a:lnTo>
                      <a:pt x="357283" y="1309688"/>
                    </a:lnTo>
                    <a:lnTo>
                      <a:pt x="357283" y="1339406"/>
                    </a:lnTo>
                    <a:lnTo>
                      <a:pt x="387001" y="1339406"/>
                    </a:lnTo>
                    <a:lnTo>
                      <a:pt x="387001" y="1369124"/>
                    </a:lnTo>
                    <a:lnTo>
                      <a:pt x="446532" y="1369124"/>
                    </a:lnTo>
                    <a:lnTo>
                      <a:pt x="446532" y="1398842"/>
                    </a:lnTo>
                    <a:lnTo>
                      <a:pt x="506063" y="1398842"/>
                    </a:lnTo>
                    <a:lnTo>
                      <a:pt x="506063" y="1369124"/>
                    </a:lnTo>
                    <a:lnTo>
                      <a:pt x="565595" y="1369124"/>
                    </a:lnTo>
                    <a:lnTo>
                      <a:pt x="565595" y="1339406"/>
                    </a:lnTo>
                    <a:lnTo>
                      <a:pt x="625126" y="1339406"/>
                    </a:lnTo>
                    <a:lnTo>
                      <a:pt x="625126" y="1369124"/>
                    </a:lnTo>
                    <a:lnTo>
                      <a:pt x="595408" y="1369124"/>
                    </a:lnTo>
                    <a:lnTo>
                      <a:pt x="595408" y="1398842"/>
                    </a:lnTo>
                    <a:lnTo>
                      <a:pt x="625126" y="1398842"/>
                    </a:lnTo>
                    <a:lnTo>
                      <a:pt x="625126" y="1428560"/>
                    </a:lnTo>
                    <a:lnTo>
                      <a:pt x="654844" y="1428560"/>
                    </a:lnTo>
                    <a:lnTo>
                      <a:pt x="654844" y="1517904"/>
                    </a:lnTo>
                    <a:lnTo>
                      <a:pt x="625126" y="1517904"/>
                    </a:lnTo>
                    <a:lnTo>
                      <a:pt x="625126" y="1547622"/>
                    </a:lnTo>
                    <a:lnTo>
                      <a:pt x="595408" y="1547622"/>
                    </a:lnTo>
                    <a:lnTo>
                      <a:pt x="595408" y="1636967"/>
                    </a:lnTo>
                    <a:lnTo>
                      <a:pt x="625126" y="1636967"/>
                    </a:lnTo>
                    <a:lnTo>
                      <a:pt x="625126" y="1696498"/>
                    </a:lnTo>
                    <a:lnTo>
                      <a:pt x="654844" y="1696498"/>
                    </a:lnTo>
                    <a:lnTo>
                      <a:pt x="654844" y="1726216"/>
                    </a:lnTo>
                    <a:lnTo>
                      <a:pt x="684562" y="1726216"/>
                    </a:lnTo>
                    <a:lnTo>
                      <a:pt x="684562" y="1755934"/>
                    </a:lnTo>
                    <a:lnTo>
                      <a:pt x="744093" y="1755934"/>
                    </a:lnTo>
                    <a:lnTo>
                      <a:pt x="744093" y="1785652"/>
                    </a:lnTo>
                    <a:lnTo>
                      <a:pt x="922687" y="1785652"/>
                    </a:lnTo>
                    <a:lnTo>
                      <a:pt x="922687" y="1755934"/>
                    </a:lnTo>
                    <a:lnTo>
                      <a:pt x="982218" y="1755934"/>
                    </a:lnTo>
                    <a:lnTo>
                      <a:pt x="982218" y="1726216"/>
                    </a:lnTo>
                    <a:lnTo>
                      <a:pt x="1011936" y="1726216"/>
                    </a:lnTo>
                    <a:lnTo>
                      <a:pt x="1011936" y="1696498"/>
                    </a:lnTo>
                    <a:lnTo>
                      <a:pt x="1041654" y="1696498"/>
                    </a:lnTo>
                    <a:lnTo>
                      <a:pt x="1041654" y="1636967"/>
                    </a:lnTo>
                    <a:lnTo>
                      <a:pt x="1071372" y="1636967"/>
                    </a:lnTo>
                    <a:lnTo>
                      <a:pt x="1071372" y="1547622"/>
                    </a:lnTo>
                    <a:lnTo>
                      <a:pt x="1041654" y="1547622"/>
                    </a:lnTo>
                    <a:lnTo>
                      <a:pt x="1041654" y="1517904"/>
                    </a:lnTo>
                    <a:lnTo>
                      <a:pt x="1011936" y="1517904"/>
                    </a:lnTo>
                    <a:lnTo>
                      <a:pt x="1011936" y="1428560"/>
                    </a:lnTo>
                    <a:lnTo>
                      <a:pt x="982218" y="1428560"/>
                    </a:lnTo>
                    <a:lnTo>
                      <a:pt x="982218" y="1398842"/>
                    </a:lnTo>
                    <a:lnTo>
                      <a:pt x="1101281" y="1398842"/>
                    </a:lnTo>
                    <a:lnTo>
                      <a:pt x="1101281" y="1369124"/>
                    </a:lnTo>
                    <a:lnTo>
                      <a:pt x="1339406" y="1369124"/>
                    </a:lnTo>
                    <a:lnTo>
                      <a:pt x="1339406" y="1339406"/>
                    </a:lnTo>
                    <a:lnTo>
                      <a:pt x="1369124" y="1339406"/>
                    </a:lnTo>
                    <a:lnTo>
                      <a:pt x="1369124" y="1309688"/>
                    </a:lnTo>
                    <a:lnTo>
                      <a:pt x="1398842" y="1309688"/>
                    </a:lnTo>
                    <a:lnTo>
                      <a:pt x="1398842" y="1220343"/>
                    </a:lnTo>
                    <a:lnTo>
                      <a:pt x="1428560" y="1220343"/>
                    </a:lnTo>
                    <a:lnTo>
                      <a:pt x="1428560" y="1130999"/>
                    </a:lnTo>
                    <a:lnTo>
                      <a:pt x="1458278" y="1130999"/>
                    </a:lnTo>
                    <a:lnTo>
                      <a:pt x="1458278" y="1011936"/>
                    </a:lnTo>
                    <a:lnTo>
                      <a:pt x="1428560" y="1011936"/>
                    </a:lnTo>
                    <a:lnTo>
                      <a:pt x="1428560" y="892874"/>
                    </a:lnTo>
                    <a:lnTo>
                      <a:pt x="1398842" y="892874"/>
                    </a:lnTo>
                    <a:lnTo>
                      <a:pt x="1398842" y="803529"/>
                    </a:lnTo>
                    <a:lnTo>
                      <a:pt x="1369124" y="803529"/>
                    </a:lnTo>
                    <a:lnTo>
                      <a:pt x="1369124" y="773811"/>
                    </a:lnTo>
                    <a:lnTo>
                      <a:pt x="1339406" y="773811"/>
                    </a:lnTo>
                    <a:lnTo>
                      <a:pt x="1339406" y="684467"/>
                    </a:lnTo>
                    <a:lnTo>
                      <a:pt x="1369124" y="684467"/>
                    </a:lnTo>
                    <a:lnTo>
                      <a:pt x="1369124" y="654749"/>
                    </a:lnTo>
                    <a:lnTo>
                      <a:pt x="1398842" y="654749"/>
                    </a:lnTo>
                    <a:lnTo>
                      <a:pt x="1398842" y="625031"/>
                    </a:lnTo>
                    <a:lnTo>
                      <a:pt x="1428560" y="625031"/>
                    </a:lnTo>
                    <a:lnTo>
                      <a:pt x="1428560" y="595313"/>
                    </a:lnTo>
                    <a:lnTo>
                      <a:pt x="1458278" y="595313"/>
                    </a:lnTo>
                    <a:lnTo>
                      <a:pt x="1458278" y="535781"/>
                    </a:lnTo>
                    <a:lnTo>
                      <a:pt x="1487996" y="535781"/>
                    </a:lnTo>
                    <a:lnTo>
                      <a:pt x="1487996" y="565499"/>
                    </a:lnTo>
                    <a:lnTo>
                      <a:pt x="1517714" y="565499"/>
                    </a:lnTo>
                    <a:lnTo>
                      <a:pt x="1517714" y="625031"/>
                    </a:lnTo>
                    <a:lnTo>
                      <a:pt x="1547432" y="625031"/>
                    </a:lnTo>
                    <a:lnTo>
                      <a:pt x="1547432" y="654749"/>
                    </a:lnTo>
                    <a:lnTo>
                      <a:pt x="1577150" y="654749"/>
                    </a:lnTo>
                    <a:lnTo>
                      <a:pt x="1577150" y="684467"/>
                    </a:lnTo>
                    <a:lnTo>
                      <a:pt x="1636681" y="684467"/>
                    </a:lnTo>
                    <a:lnTo>
                      <a:pt x="1636681" y="654749"/>
                    </a:lnTo>
                    <a:lnTo>
                      <a:pt x="1666399" y="654749"/>
                    </a:lnTo>
                    <a:lnTo>
                      <a:pt x="1666399" y="625031"/>
                    </a:lnTo>
                    <a:lnTo>
                      <a:pt x="1636681" y="625031"/>
                    </a:lnTo>
                    <a:lnTo>
                      <a:pt x="1636681" y="595313"/>
                    </a:lnTo>
                    <a:lnTo>
                      <a:pt x="1606963" y="595313"/>
                    </a:lnTo>
                    <a:lnTo>
                      <a:pt x="1606963" y="535781"/>
                    </a:lnTo>
                    <a:lnTo>
                      <a:pt x="1577245" y="535781"/>
                    </a:lnTo>
                    <a:lnTo>
                      <a:pt x="1577245" y="476250"/>
                    </a:lnTo>
                    <a:lnTo>
                      <a:pt x="1547527" y="476250"/>
                    </a:lnTo>
                    <a:lnTo>
                      <a:pt x="1547527" y="416719"/>
                    </a:lnTo>
                    <a:lnTo>
                      <a:pt x="1577245" y="416719"/>
                    </a:lnTo>
                    <a:lnTo>
                      <a:pt x="1577245" y="357188"/>
                    </a:lnTo>
                    <a:lnTo>
                      <a:pt x="1606963" y="357188"/>
                    </a:lnTo>
                    <a:lnTo>
                      <a:pt x="1606963" y="327470"/>
                    </a:lnTo>
                    <a:lnTo>
                      <a:pt x="1636681" y="327470"/>
                    </a:lnTo>
                    <a:lnTo>
                      <a:pt x="1636681" y="297752"/>
                    </a:lnTo>
                    <a:lnTo>
                      <a:pt x="1666399" y="297752"/>
                    </a:lnTo>
                    <a:lnTo>
                      <a:pt x="1666399" y="268034"/>
                    </a:lnTo>
                    <a:lnTo>
                      <a:pt x="1696117" y="268034"/>
                    </a:lnTo>
                    <a:lnTo>
                      <a:pt x="1696117" y="238316"/>
                    </a:lnTo>
                    <a:lnTo>
                      <a:pt x="1755648" y="238316"/>
                    </a:lnTo>
                    <a:lnTo>
                      <a:pt x="1755648" y="208598"/>
                    </a:lnTo>
                    <a:lnTo>
                      <a:pt x="1815179" y="208598"/>
                    </a:lnTo>
                    <a:lnTo>
                      <a:pt x="1815179" y="178880"/>
                    </a:lnTo>
                    <a:lnTo>
                      <a:pt x="1844897" y="178880"/>
                    </a:lnTo>
                    <a:lnTo>
                      <a:pt x="1844897" y="89535"/>
                    </a:lnTo>
                    <a:lnTo>
                      <a:pt x="1874615" y="89535"/>
                    </a:lnTo>
                    <a:lnTo>
                      <a:pt x="1874615" y="0"/>
                    </a:lnTo>
                    <a:lnTo>
                      <a:pt x="1785271" y="0"/>
                    </a:lnTo>
                    <a:lnTo>
                      <a:pt x="1785271" y="29718"/>
                    </a:lnTo>
                    <a:lnTo>
                      <a:pt x="1695926" y="29718"/>
                    </a:lnTo>
                    <a:lnTo>
                      <a:pt x="1695926" y="59436"/>
                    </a:lnTo>
                    <a:lnTo>
                      <a:pt x="1666208" y="59436"/>
                    </a:lnTo>
                    <a:lnTo>
                      <a:pt x="1666208" y="118967"/>
                    </a:lnTo>
                    <a:lnTo>
                      <a:pt x="1636490" y="118967"/>
                    </a:lnTo>
                    <a:lnTo>
                      <a:pt x="1636490" y="178499"/>
                    </a:lnTo>
                    <a:lnTo>
                      <a:pt x="1606772" y="178499"/>
                    </a:lnTo>
                    <a:lnTo>
                      <a:pt x="1606772" y="208217"/>
                    </a:lnTo>
                    <a:lnTo>
                      <a:pt x="1577054" y="208217"/>
                    </a:lnTo>
                    <a:lnTo>
                      <a:pt x="1577054" y="237935"/>
                    </a:lnTo>
                    <a:lnTo>
                      <a:pt x="1547336" y="237935"/>
                    </a:lnTo>
                    <a:lnTo>
                      <a:pt x="1547336" y="267653"/>
                    </a:lnTo>
                    <a:lnTo>
                      <a:pt x="1517618" y="267653"/>
                    </a:lnTo>
                    <a:lnTo>
                      <a:pt x="1517618" y="297371"/>
                    </a:lnTo>
                    <a:lnTo>
                      <a:pt x="1458087" y="297371"/>
                    </a:lnTo>
                    <a:lnTo>
                      <a:pt x="1458087" y="327089"/>
                    </a:lnTo>
                    <a:lnTo>
                      <a:pt x="1398556" y="327089"/>
                    </a:lnTo>
                    <a:lnTo>
                      <a:pt x="1398556" y="297371"/>
                    </a:lnTo>
                    <a:lnTo>
                      <a:pt x="1368838" y="297371"/>
                    </a:lnTo>
                    <a:lnTo>
                      <a:pt x="1368838" y="267653"/>
                    </a:lnTo>
                    <a:lnTo>
                      <a:pt x="1279493" y="267653"/>
                    </a:lnTo>
                    <a:lnTo>
                      <a:pt x="1279493" y="237935"/>
                    </a:lnTo>
                    <a:lnTo>
                      <a:pt x="1249775" y="237935"/>
                    </a:lnTo>
                    <a:lnTo>
                      <a:pt x="1249775" y="208217"/>
                    </a:lnTo>
                    <a:lnTo>
                      <a:pt x="1220057" y="208217"/>
                    </a:lnTo>
                    <a:lnTo>
                      <a:pt x="1220057" y="237935"/>
                    </a:lnTo>
                    <a:lnTo>
                      <a:pt x="1190339" y="237935"/>
                    </a:lnTo>
                    <a:lnTo>
                      <a:pt x="1190339" y="267653"/>
                    </a:lnTo>
                    <a:lnTo>
                      <a:pt x="1011745" y="267653"/>
                    </a:lnTo>
                    <a:lnTo>
                      <a:pt x="1011745" y="297371"/>
                    </a:lnTo>
                    <a:lnTo>
                      <a:pt x="773620" y="297371"/>
                    </a:lnTo>
                    <a:lnTo>
                      <a:pt x="773620" y="327089"/>
                    </a:lnTo>
                    <a:lnTo>
                      <a:pt x="446151" y="327089"/>
                    </a:lnTo>
                    <a:lnTo>
                      <a:pt x="446151" y="356807"/>
                    </a:lnTo>
                    <a:lnTo>
                      <a:pt x="356807" y="356807"/>
                    </a:lnTo>
                    <a:lnTo>
                      <a:pt x="356807" y="386525"/>
                    </a:lnTo>
                    <a:lnTo>
                      <a:pt x="327089" y="386525"/>
                    </a:lnTo>
                    <a:lnTo>
                      <a:pt x="327089" y="446056"/>
                    </a:lnTo>
                    <a:lnTo>
                      <a:pt x="356807" y="446056"/>
                    </a:lnTo>
                    <a:lnTo>
                      <a:pt x="356807" y="475774"/>
                    </a:lnTo>
                    <a:lnTo>
                      <a:pt x="446151" y="475774"/>
                    </a:lnTo>
                    <a:lnTo>
                      <a:pt x="446151" y="446056"/>
                    </a:lnTo>
                    <a:lnTo>
                      <a:pt x="475869" y="446056"/>
                    </a:lnTo>
                    <a:lnTo>
                      <a:pt x="475869" y="475774"/>
                    </a:lnTo>
                    <a:lnTo>
                      <a:pt x="505587" y="475774"/>
                    </a:lnTo>
                    <a:lnTo>
                      <a:pt x="505587" y="624554"/>
                    </a:lnTo>
                    <a:lnTo>
                      <a:pt x="535305" y="624554"/>
                    </a:lnTo>
                    <a:lnTo>
                      <a:pt x="535305" y="743617"/>
                    </a:lnTo>
                    <a:lnTo>
                      <a:pt x="565023" y="743617"/>
                    </a:lnTo>
                    <a:lnTo>
                      <a:pt x="565023" y="832961"/>
                    </a:lnTo>
                    <a:lnTo>
                      <a:pt x="594741" y="832961"/>
                    </a:lnTo>
                    <a:lnTo>
                      <a:pt x="594741" y="862679"/>
                    </a:lnTo>
                    <a:lnTo>
                      <a:pt x="624459" y="862679"/>
                    </a:lnTo>
                    <a:lnTo>
                      <a:pt x="624459" y="952024"/>
                    </a:lnTo>
                    <a:lnTo>
                      <a:pt x="654177" y="952024"/>
                    </a:lnTo>
                    <a:lnTo>
                      <a:pt x="654177" y="1041368"/>
                    </a:lnTo>
                    <a:lnTo>
                      <a:pt x="683895" y="1041368"/>
                    </a:lnTo>
                    <a:lnTo>
                      <a:pt x="683895" y="1100900"/>
                    </a:lnTo>
                    <a:lnTo>
                      <a:pt x="654177" y="1100900"/>
                    </a:lnTo>
                    <a:lnTo>
                      <a:pt x="654177" y="1071182"/>
                    </a:lnTo>
                    <a:lnTo>
                      <a:pt x="624459" y="1071182"/>
                    </a:lnTo>
                    <a:lnTo>
                      <a:pt x="624459" y="1100900"/>
                    </a:lnTo>
                    <a:lnTo>
                      <a:pt x="594741" y="1100900"/>
                    </a:lnTo>
                    <a:lnTo>
                      <a:pt x="594741" y="1041368"/>
                    </a:lnTo>
                    <a:lnTo>
                      <a:pt x="624459" y="1041368"/>
                    </a:lnTo>
                    <a:lnTo>
                      <a:pt x="624459" y="981837"/>
                    </a:lnTo>
                    <a:lnTo>
                      <a:pt x="594741" y="981837"/>
                    </a:lnTo>
                    <a:lnTo>
                      <a:pt x="594741" y="952119"/>
                    </a:lnTo>
                    <a:lnTo>
                      <a:pt x="565023" y="952119"/>
                    </a:lnTo>
                    <a:lnTo>
                      <a:pt x="565023" y="922401"/>
                    </a:lnTo>
                    <a:lnTo>
                      <a:pt x="505492" y="922401"/>
                    </a:lnTo>
                    <a:lnTo>
                      <a:pt x="505492" y="892683"/>
                    </a:lnTo>
                    <a:lnTo>
                      <a:pt x="445961" y="892683"/>
                    </a:lnTo>
                    <a:lnTo>
                      <a:pt x="445961" y="862965"/>
                    </a:lnTo>
                    <a:lnTo>
                      <a:pt x="386429" y="862965"/>
                    </a:lnTo>
                    <a:lnTo>
                      <a:pt x="386429" y="833247"/>
                    </a:lnTo>
                    <a:lnTo>
                      <a:pt x="326898" y="833247"/>
                    </a:lnTo>
                    <a:lnTo>
                      <a:pt x="326898" y="803529"/>
                    </a:lnTo>
                    <a:lnTo>
                      <a:pt x="267367" y="803529"/>
                    </a:lnTo>
                    <a:lnTo>
                      <a:pt x="267367" y="773811"/>
                    </a:lnTo>
                    <a:lnTo>
                      <a:pt x="207836" y="773811"/>
                    </a:lnTo>
                    <a:lnTo>
                      <a:pt x="207836" y="744093"/>
                    </a:lnTo>
                    <a:lnTo>
                      <a:pt x="148304" y="744093"/>
                    </a:lnTo>
                    <a:lnTo>
                      <a:pt x="148304" y="714375"/>
                    </a:lnTo>
                    <a:lnTo>
                      <a:pt x="88773" y="714375"/>
                    </a:lnTo>
                    <a:lnTo>
                      <a:pt x="88773" y="684657"/>
                    </a:lnTo>
                    <a:lnTo>
                      <a:pt x="0" y="684657"/>
                    </a:lnTo>
                    <a:lnTo>
                      <a:pt x="0" y="774002"/>
                    </a:lnTo>
                    <a:lnTo>
                      <a:pt x="29718" y="774002"/>
                    </a:lnTo>
                    <a:lnTo>
                      <a:pt x="29718" y="833533"/>
                    </a:lnTo>
                    <a:lnTo>
                      <a:pt x="59436" y="833533"/>
                    </a:lnTo>
                    <a:lnTo>
                      <a:pt x="59436" y="893064"/>
                    </a:lnTo>
                    <a:lnTo>
                      <a:pt x="89154" y="893064"/>
                    </a:lnTo>
                    <a:lnTo>
                      <a:pt x="89154" y="952595"/>
                    </a:lnTo>
                    <a:lnTo>
                      <a:pt x="118872" y="952595"/>
                    </a:lnTo>
                    <a:lnTo>
                      <a:pt x="118872" y="1012127"/>
                    </a:lnTo>
                    <a:lnTo>
                      <a:pt x="148590" y="1012127"/>
                    </a:lnTo>
                    <a:lnTo>
                      <a:pt x="148590" y="1071658"/>
                    </a:lnTo>
                    <a:lnTo>
                      <a:pt x="178308" y="1071658"/>
                    </a:lnTo>
                    <a:lnTo>
                      <a:pt x="178308" y="1131189"/>
                    </a:lnTo>
                    <a:lnTo>
                      <a:pt x="208026" y="1131189"/>
                    </a:lnTo>
                    <a:lnTo>
                      <a:pt x="208026" y="1190720"/>
                    </a:lnTo>
                    <a:lnTo>
                      <a:pt x="237744" y="1190720"/>
                    </a:lnTo>
                    <a:lnTo>
                      <a:pt x="237744" y="1220438"/>
                    </a:lnTo>
                    <a:lnTo>
                      <a:pt x="267462" y="1220438"/>
                    </a:lnTo>
                    <a:lnTo>
                      <a:pt x="267462" y="1250156"/>
                    </a:lnTo>
                    <a:lnTo>
                      <a:pt x="326993" y="1250156"/>
                    </a:lnTo>
                    <a:close/>
                    <a:moveTo>
                      <a:pt x="1309688" y="387096"/>
                    </a:moveTo>
                    <a:lnTo>
                      <a:pt x="1339406" y="387096"/>
                    </a:lnTo>
                    <a:lnTo>
                      <a:pt x="1339406" y="416814"/>
                    </a:lnTo>
                    <a:lnTo>
                      <a:pt x="1309688" y="416814"/>
                    </a:lnTo>
                    <a:lnTo>
                      <a:pt x="1309688" y="387096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24"/>
            <p:cNvGrpSpPr/>
            <p:nvPr/>
          </p:nvGrpSpPr>
          <p:grpSpPr>
            <a:xfrm>
              <a:off x="4011168" y="1434655"/>
              <a:ext cx="1875282" cy="1785937"/>
              <a:chOff x="4011168" y="1434655"/>
              <a:chExt cx="1875282" cy="1785937"/>
            </a:xfrm>
          </p:grpSpPr>
          <p:grpSp>
            <p:nvGrpSpPr>
              <p:cNvPr id="465" name="Google Shape;465;p24"/>
              <p:cNvGrpSpPr/>
              <p:nvPr/>
            </p:nvGrpSpPr>
            <p:grpSpPr>
              <a:xfrm>
                <a:off x="4874418" y="2208656"/>
                <a:ext cx="208312" cy="238125"/>
                <a:chOff x="4874418" y="2208656"/>
                <a:chExt cx="208312" cy="238125"/>
              </a:xfrm>
            </p:grpSpPr>
            <p:sp>
              <p:nvSpPr>
                <p:cNvPr id="466" name="Google Shape;466;p24"/>
                <p:cNvSpPr/>
                <p:nvPr/>
              </p:nvSpPr>
              <p:spPr>
                <a:xfrm>
                  <a:off x="4933950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24"/>
                <p:cNvSpPr/>
                <p:nvPr/>
              </p:nvSpPr>
              <p:spPr>
                <a:xfrm>
                  <a:off x="5053012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24"/>
                <p:cNvSpPr/>
                <p:nvPr/>
              </p:nvSpPr>
              <p:spPr>
                <a:xfrm>
                  <a:off x="4963668" y="2387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" name="Google Shape;469;p24"/>
                <p:cNvSpPr/>
                <p:nvPr/>
              </p:nvSpPr>
              <p:spPr>
                <a:xfrm>
                  <a:off x="4963668" y="220865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24"/>
                <p:cNvSpPr/>
                <p:nvPr/>
              </p:nvSpPr>
              <p:spPr>
                <a:xfrm>
                  <a:off x="4904232" y="2297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" name="Google Shape;471;p24"/>
                <p:cNvSpPr/>
                <p:nvPr/>
              </p:nvSpPr>
              <p:spPr>
                <a:xfrm>
                  <a:off x="4993481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" name="Google Shape;472;p24"/>
                <p:cNvSpPr/>
                <p:nvPr/>
              </p:nvSpPr>
              <p:spPr>
                <a:xfrm>
                  <a:off x="5053012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" name="Google Shape;473;p24"/>
                <p:cNvSpPr/>
                <p:nvPr/>
              </p:nvSpPr>
              <p:spPr>
                <a:xfrm>
                  <a:off x="4963668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" name="Google Shape;474;p24"/>
                <p:cNvSpPr/>
                <p:nvPr/>
              </p:nvSpPr>
              <p:spPr>
                <a:xfrm>
                  <a:off x="4874418" y="2357437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" name="Google Shape;475;p24"/>
                <p:cNvSpPr/>
                <p:nvPr/>
              </p:nvSpPr>
              <p:spPr>
                <a:xfrm>
                  <a:off x="5023294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" name="Google Shape;476;p24"/>
                <p:cNvSpPr/>
                <p:nvPr/>
              </p:nvSpPr>
              <p:spPr>
                <a:xfrm>
                  <a:off x="4904231" y="2238374"/>
                  <a:ext cx="148780" cy="178593"/>
                </a:xfrm>
                <a:custGeom>
                  <a:rect b="b" l="l" r="r" t="t"/>
                  <a:pathLst>
                    <a:path extrusionOk="0" h="178593" w="148780">
                      <a:moveTo>
                        <a:pt x="148781" y="59531"/>
                      </a:moveTo>
                      <a:lnTo>
                        <a:pt x="148781" y="119063"/>
                      </a:lnTo>
                      <a:lnTo>
                        <a:pt x="119063" y="119063"/>
                      </a:lnTo>
                      <a:lnTo>
                        <a:pt x="119063" y="148781"/>
                      </a:lnTo>
                      <a:lnTo>
                        <a:pt x="59436" y="148781"/>
                      </a:lnTo>
                      <a:lnTo>
                        <a:pt x="59436" y="178594"/>
                      </a:lnTo>
                      <a:lnTo>
                        <a:pt x="0" y="178594"/>
                      </a:lnTo>
                      <a:lnTo>
                        <a:pt x="0" y="119063"/>
                      </a:lnTo>
                      <a:lnTo>
                        <a:pt x="29718" y="119063"/>
                      </a:lnTo>
                      <a:lnTo>
                        <a:pt x="29718" y="59531"/>
                      </a:lnTo>
                      <a:lnTo>
                        <a:pt x="59436" y="59531"/>
                      </a:lnTo>
                      <a:lnTo>
                        <a:pt x="59436" y="29718"/>
                      </a:lnTo>
                      <a:lnTo>
                        <a:pt x="89249" y="29718"/>
                      </a:lnTo>
                      <a:lnTo>
                        <a:pt x="89249" y="0"/>
                      </a:lnTo>
                      <a:lnTo>
                        <a:pt x="119063" y="0"/>
                      </a:lnTo>
                      <a:lnTo>
                        <a:pt x="119063" y="59531"/>
                      </a:lnTo>
                      <a:lnTo>
                        <a:pt x="89249" y="59531"/>
                      </a:lnTo>
                      <a:lnTo>
                        <a:pt x="89249" y="89344"/>
                      </a:lnTo>
                      <a:lnTo>
                        <a:pt x="59436" y="89344"/>
                      </a:lnTo>
                      <a:lnTo>
                        <a:pt x="59436" y="119063"/>
                      </a:lnTo>
                      <a:lnTo>
                        <a:pt x="89249" y="119063"/>
                      </a:lnTo>
                      <a:lnTo>
                        <a:pt x="89249" y="89344"/>
                      </a:lnTo>
                      <a:lnTo>
                        <a:pt x="119063" y="89344"/>
                      </a:lnTo>
                      <a:lnTo>
                        <a:pt x="119063" y="59531"/>
                      </a:lnTo>
                      <a:lnTo>
                        <a:pt x="148781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" name="Google Shape;477;p24"/>
                <p:cNvSpPr/>
                <p:nvPr/>
              </p:nvSpPr>
              <p:spPr>
                <a:xfrm>
                  <a:off x="4874418" y="2416968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" name="Google Shape;478;p24"/>
                <p:cNvSpPr/>
                <p:nvPr/>
              </p:nvSpPr>
              <p:spPr>
                <a:xfrm>
                  <a:off x="4993481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DAD0F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" name="Google Shape;479;p24"/>
                <p:cNvSpPr/>
                <p:nvPr/>
              </p:nvSpPr>
              <p:spPr>
                <a:xfrm>
                  <a:off x="5023294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" name="Google Shape;480;p24"/>
                <p:cNvSpPr/>
                <p:nvPr/>
              </p:nvSpPr>
              <p:spPr>
                <a:xfrm>
                  <a:off x="4963668" y="235743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" name="Google Shape;481;p24"/>
                <p:cNvSpPr/>
                <p:nvPr/>
              </p:nvSpPr>
              <p:spPr>
                <a:xfrm>
                  <a:off x="4904232" y="2387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2" name="Google Shape;482;p24"/>
              <p:cNvGrpSpPr/>
              <p:nvPr/>
            </p:nvGrpSpPr>
            <p:grpSpPr>
              <a:xfrm>
                <a:off x="4338637" y="1702593"/>
                <a:ext cx="1130999" cy="1160812"/>
                <a:chOff x="4338637" y="1702593"/>
                <a:chExt cx="1130999" cy="1160812"/>
              </a:xfrm>
            </p:grpSpPr>
            <p:grpSp>
              <p:nvGrpSpPr>
                <p:cNvPr id="483" name="Google Shape;483;p24"/>
                <p:cNvGrpSpPr/>
                <p:nvPr/>
              </p:nvGrpSpPr>
              <p:grpSpPr>
                <a:xfrm>
                  <a:off x="4338637" y="1702593"/>
                  <a:ext cx="1130999" cy="1160812"/>
                  <a:chOff x="4338637" y="1702593"/>
                  <a:chExt cx="1130999" cy="1160812"/>
                </a:xfrm>
              </p:grpSpPr>
              <p:sp>
                <p:nvSpPr>
                  <p:cNvPr id="484" name="Google Shape;484;p24"/>
                  <p:cNvSpPr/>
                  <p:nvPr/>
                </p:nvSpPr>
                <p:spPr>
                  <a:xfrm>
                    <a:off x="4695825" y="2476499"/>
                    <a:ext cx="29718" cy="148780"/>
                  </a:xfrm>
                  <a:custGeom>
                    <a:rect b="b" l="l" r="r" t="t"/>
                    <a:pathLst>
                      <a:path extrusionOk="0" h="148780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48780"/>
                        </a:lnTo>
                        <a:lnTo>
                          <a:pt x="0" y="148780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24"/>
                  <p:cNvSpPr/>
                  <p:nvPr/>
                </p:nvSpPr>
                <p:spPr>
                  <a:xfrm>
                    <a:off x="4547044" y="2059780"/>
                    <a:ext cx="29717" cy="119062"/>
                  </a:xfrm>
                  <a:custGeom>
                    <a:rect b="b" l="l" r="r" t="t"/>
                    <a:pathLst>
                      <a:path extrusionOk="0" h="119062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6" name="Google Shape;486;p24"/>
                  <p:cNvSpPr/>
                  <p:nvPr/>
                </p:nvSpPr>
                <p:spPr>
                  <a:xfrm>
                    <a:off x="4666107" y="2387155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7" name="Google Shape;487;p24"/>
                  <p:cNvSpPr/>
                  <p:nvPr/>
                </p:nvSpPr>
                <p:spPr>
                  <a:xfrm>
                    <a:off x="4666107" y="2625280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24"/>
                  <p:cNvSpPr/>
                  <p:nvPr/>
                </p:nvSpPr>
                <p:spPr>
                  <a:xfrm>
                    <a:off x="4576762" y="2178843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9" name="Google Shape;489;p24"/>
                  <p:cNvSpPr/>
                  <p:nvPr/>
                </p:nvSpPr>
                <p:spPr>
                  <a:xfrm>
                    <a:off x="4636293" y="2297905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0" name="Google Shape;490;p24"/>
                  <p:cNvSpPr/>
                  <p:nvPr/>
                </p:nvSpPr>
                <p:spPr>
                  <a:xfrm>
                    <a:off x="4636293" y="2714624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24"/>
                  <p:cNvSpPr/>
                  <p:nvPr/>
                </p:nvSpPr>
                <p:spPr>
                  <a:xfrm>
                    <a:off x="4606480" y="226809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2" name="Google Shape;492;p24"/>
                  <p:cNvSpPr/>
                  <p:nvPr/>
                </p:nvSpPr>
                <p:spPr>
                  <a:xfrm>
                    <a:off x="4606480" y="280396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3" name="Google Shape;493;p24"/>
                  <p:cNvSpPr/>
                  <p:nvPr/>
                </p:nvSpPr>
                <p:spPr>
                  <a:xfrm>
                    <a:off x="5439918" y="2446781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2"/>
                        </a:lnTo>
                        <a:lnTo>
                          <a:pt x="0" y="119062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4" name="Google Shape;494;p24"/>
                  <p:cNvSpPr/>
                  <p:nvPr/>
                </p:nvSpPr>
                <p:spPr>
                  <a:xfrm>
                    <a:off x="5291137" y="2000249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3"/>
                        </a:lnTo>
                        <a:lnTo>
                          <a:pt x="0" y="119063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5" name="Google Shape;495;p24"/>
                  <p:cNvSpPr/>
                  <p:nvPr/>
                </p:nvSpPr>
                <p:spPr>
                  <a:xfrm>
                    <a:off x="5410200" y="2327719"/>
                    <a:ext cx="29718" cy="119062"/>
                  </a:xfrm>
                  <a:custGeom>
                    <a:rect b="b" l="l" r="r" t="t"/>
                    <a:pathLst>
                      <a:path extrusionOk="0" h="119062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19062"/>
                        </a:lnTo>
                        <a:lnTo>
                          <a:pt x="0" y="119062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6" name="Google Shape;496;p24"/>
                  <p:cNvSpPr/>
                  <p:nvPr/>
                </p:nvSpPr>
                <p:spPr>
                  <a:xfrm>
                    <a:off x="5410200" y="2565844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7" name="Google Shape;497;p24"/>
                  <p:cNvSpPr/>
                  <p:nvPr/>
                </p:nvSpPr>
                <p:spPr>
                  <a:xfrm>
                    <a:off x="5320855" y="2119312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" name="Google Shape;498;p24"/>
                  <p:cNvSpPr/>
                  <p:nvPr/>
                </p:nvSpPr>
                <p:spPr>
                  <a:xfrm>
                    <a:off x="5380482" y="2238374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9" name="Google Shape;499;p24"/>
                  <p:cNvSpPr/>
                  <p:nvPr/>
                </p:nvSpPr>
                <p:spPr>
                  <a:xfrm>
                    <a:off x="5380482" y="2655093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0" name="Google Shape;500;p24"/>
                  <p:cNvSpPr/>
                  <p:nvPr/>
                </p:nvSpPr>
                <p:spPr>
                  <a:xfrm>
                    <a:off x="5350668" y="2208656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1" name="Google Shape;501;p24"/>
                  <p:cNvSpPr/>
                  <p:nvPr/>
                </p:nvSpPr>
                <p:spPr>
                  <a:xfrm>
                    <a:off x="5350668" y="274434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2" name="Google Shape;502;p24"/>
                  <p:cNvSpPr/>
                  <p:nvPr/>
                </p:nvSpPr>
                <p:spPr>
                  <a:xfrm>
                    <a:off x="4636293" y="2833687"/>
                    <a:ext cx="238125" cy="29718"/>
                  </a:xfrm>
                  <a:custGeom>
                    <a:rect b="b" l="l" r="r" t="t"/>
                    <a:pathLst>
                      <a:path extrusionOk="0" h="29718" w="238125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3" name="Google Shape;503;p24"/>
                  <p:cNvSpPr/>
                  <p:nvPr/>
                </p:nvSpPr>
                <p:spPr>
                  <a:xfrm>
                    <a:off x="4874418" y="2803969"/>
                    <a:ext cx="238125" cy="29718"/>
                  </a:xfrm>
                  <a:custGeom>
                    <a:rect b="b" l="l" r="r" t="t"/>
                    <a:pathLst>
                      <a:path extrusionOk="0" h="29718" w="238125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4" name="Google Shape;504;p24"/>
                  <p:cNvSpPr/>
                  <p:nvPr/>
                </p:nvSpPr>
                <p:spPr>
                  <a:xfrm>
                    <a:off x="5112543" y="2774155"/>
                    <a:ext cx="238125" cy="29718"/>
                  </a:xfrm>
                  <a:custGeom>
                    <a:rect b="b" l="l" r="r" t="t"/>
                    <a:pathLst>
                      <a:path extrusionOk="0" h="29718" w="238125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5" name="Google Shape;505;p24"/>
                  <p:cNvSpPr/>
                  <p:nvPr/>
                </p:nvSpPr>
                <p:spPr>
                  <a:xfrm>
                    <a:off x="4517231" y="1910905"/>
                    <a:ext cx="267843" cy="29717"/>
                  </a:xfrm>
                  <a:custGeom>
                    <a:rect b="b" l="l" r="r" t="t"/>
                    <a:pathLst>
                      <a:path extrusionOk="0" h="29717" w="267843">
                        <a:moveTo>
                          <a:pt x="0" y="0"/>
                        </a:moveTo>
                        <a:lnTo>
                          <a:pt x="267843" y="0"/>
                        </a:lnTo>
                        <a:lnTo>
                          <a:pt x="267843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6" name="Google Shape;506;p24"/>
                  <p:cNvSpPr/>
                  <p:nvPr/>
                </p:nvSpPr>
                <p:spPr>
                  <a:xfrm>
                    <a:off x="4487418" y="1881187"/>
                    <a:ext cx="29717" cy="29717"/>
                  </a:xfrm>
                  <a:custGeom>
                    <a:rect b="b" l="l" r="r" t="t"/>
                    <a:pathLst>
                      <a:path extrusionOk="0" h="29717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7" name="Google Shape;507;p24"/>
                  <p:cNvSpPr/>
                  <p:nvPr/>
                </p:nvSpPr>
                <p:spPr>
                  <a:xfrm>
                    <a:off x="4487418" y="1791842"/>
                    <a:ext cx="29717" cy="29717"/>
                  </a:xfrm>
                  <a:custGeom>
                    <a:rect b="b" l="l" r="r" t="t"/>
                    <a:pathLst>
                      <a:path extrusionOk="0" h="29717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8" name="Google Shape;508;p24"/>
                  <p:cNvSpPr/>
                  <p:nvPr/>
                </p:nvSpPr>
                <p:spPr>
                  <a:xfrm>
                    <a:off x="4517231" y="1821655"/>
                    <a:ext cx="29717" cy="59531"/>
                  </a:xfrm>
                  <a:custGeom>
                    <a:rect b="b" l="l" r="r" t="t"/>
                    <a:pathLst>
                      <a:path extrusionOk="0" h="59531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9" name="Google Shape;509;p24"/>
                  <p:cNvSpPr/>
                  <p:nvPr/>
                </p:nvSpPr>
                <p:spPr>
                  <a:xfrm>
                    <a:off x="4487418" y="1821655"/>
                    <a:ext cx="29717" cy="59531"/>
                  </a:xfrm>
                  <a:custGeom>
                    <a:rect b="b" l="l" r="r" t="t"/>
                    <a:pathLst>
                      <a:path extrusionOk="0" h="59531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0" name="Google Shape;510;p24"/>
                  <p:cNvSpPr/>
                  <p:nvPr/>
                </p:nvSpPr>
                <p:spPr>
                  <a:xfrm>
                    <a:off x="4457700" y="1851469"/>
                    <a:ext cx="29717" cy="29717"/>
                  </a:xfrm>
                  <a:custGeom>
                    <a:rect b="b" l="l" r="r" t="t"/>
                    <a:pathLst>
                      <a:path extrusionOk="0" h="29717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1" name="Google Shape;511;p24"/>
                  <p:cNvSpPr/>
                  <p:nvPr/>
                </p:nvSpPr>
                <p:spPr>
                  <a:xfrm>
                    <a:off x="4457700" y="1821655"/>
                    <a:ext cx="29717" cy="29717"/>
                  </a:xfrm>
                  <a:custGeom>
                    <a:rect b="b" l="l" r="r" t="t"/>
                    <a:pathLst>
                      <a:path extrusionOk="0" h="29717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2" name="Google Shape;512;p24"/>
                  <p:cNvSpPr/>
                  <p:nvPr/>
                </p:nvSpPr>
                <p:spPr>
                  <a:xfrm>
                    <a:off x="4368355" y="1881187"/>
                    <a:ext cx="89344" cy="29717"/>
                  </a:xfrm>
                  <a:custGeom>
                    <a:rect b="b" l="l" r="r" t="t"/>
                    <a:pathLst>
                      <a:path extrusionOk="0" h="29717" w="89344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3" name="Google Shape;513;p24"/>
                  <p:cNvSpPr/>
                  <p:nvPr/>
                </p:nvSpPr>
                <p:spPr>
                  <a:xfrm>
                    <a:off x="4368355" y="1791842"/>
                    <a:ext cx="89344" cy="29717"/>
                  </a:xfrm>
                  <a:custGeom>
                    <a:rect b="b" l="l" r="r" t="t"/>
                    <a:pathLst>
                      <a:path extrusionOk="0" h="29717" w="89344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4" name="Google Shape;514;p24"/>
                  <p:cNvSpPr/>
                  <p:nvPr/>
                </p:nvSpPr>
                <p:spPr>
                  <a:xfrm>
                    <a:off x="4368355" y="1821655"/>
                    <a:ext cx="89344" cy="59531"/>
                  </a:xfrm>
                  <a:custGeom>
                    <a:rect b="b" l="l" r="r" t="t"/>
                    <a:pathLst>
                      <a:path extrusionOk="0" h="59531" w="89344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FD7F7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5" name="Google Shape;515;p24"/>
                  <p:cNvSpPr/>
                  <p:nvPr/>
                </p:nvSpPr>
                <p:spPr>
                  <a:xfrm>
                    <a:off x="4338637" y="1821655"/>
                    <a:ext cx="29717" cy="59531"/>
                  </a:xfrm>
                  <a:custGeom>
                    <a:rect b="b" l="l" r="r" t="t"/>
                    <a:pathLst>
                      <a:path extrusionOk="0" h="59531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6" name="Google Shape;516;p24"/>
                  <p:cNvSpPr/>
                  <p:nvPr/>
                </p:nvSpPr>
                <p:spPr>
                  <a:xfrm>
                    <a:off x="5320855" y="1702593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7" name="Google Shape;517;p24"/>
                  <p:cNvSpPr/>
                  <p:nvPr/>
                </p:nvSpPr>
                <p:spPr>
                  <a:xfrm>
                    <a:off x="5350668" y="1791842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" name="Google Shape;518;p24"/>
                  <p:cNvSpPr/>
                  <p:nvPr/>
                </p:nvSpPr>
                <p:spPr>
                  <a:xfrm>
                    <a:off x="5320855" y="1762124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DD58D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9" name="Google Shape;519;p24"/>
                  <p:cNvSpPr/>
                  <p:nvPr/>
                </p:nvSpPr>
                <p:spPr>
                  <a:xfrm>
                    <a:off x="5380482" y="1732406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0" name="Google Shape;520;p24"/>
                  <p:cNvSpPr/>
                  <p:nvPr/>
                </p:nvSpPr>
                <p:spPr>
                  <a:xfrm>
                    <a:off x="5291137" y="182165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1" name="Google Shape;521;p24"/>
                  <p:cNvSpPr/>
                  <p:nvPr/>
                </p:nvSpPr>
                <p:spPr>
                  <a:xfrm>
                    <a:off x="5320855" y="1732406"/>
                    <a:ext cx="59626" cy="59435"/>
                  </a:xfrm>
                  <a:custGeom>
                    <a:rect b="b" l="l" r="r" t="t"/>
                    <a:pathLst>
                      <a:path extrusionOk="0" h="59435" w="59626">
                        <a:moveTo>
                          <a:pt x="59627" y="0"/>
                        </a:moveTo>
                        <a:lnTo>
                          <a:pt x="59627" y="59436"/>
                        </a:lnTo>
                        <a:lnTo>
                          <a:pt x="29813" y="59436"/>
                        </a:lnTo>
                        <a:lnTo>
                          <a:pt x="29813" y="29718"/>
                        </a:lnTo>
                        <a:lnTo>
                          <a:pt x="0" y="29718"/>
                        </a:lnTo>
                        <a:lnTo>
                          <a:pt x="0" y="0"/>
                        </a:lnTo>
                        <a:lnTo>
                          <a:pt x="59627" y="0"/>
                        </a:lnTo>
                        <a:close/>
                      </a:path>
                    </a:pathLst>
                  </a:custGeom>
                  <a:solidFill>
                    <a:srgbClr val="FFD7F7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2" name="Google Shape;522;p24"/>
                  <p:cNvSpPr/>
                  <p:nvPr/>
                </p:nvSpPr>
                <p:spPr>
                  <a:xfrm>
                    <a:off x="5291137" y="1732406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3" name="Google Shape;523;p24"/>
                  <p:cNvSpPr/>
                  <p:nvPr/>
                </p:nvSpPr>
                <p:spPr>
                  <a:xfrm>
                    <a:off x="5320855" y="1791842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4" name="Google Shape;524;p24"/>
                  <p:cNvSpPr/>
                  <p:nvPr/>
                </p:nvSpPr>
                <p:spPr>
                  <a:xfrm>
                    <a:off x="4785169" y="1881187"/>
                    <a:ext cx="238125" cy="29717"/>
                  </a:xfrm>
                  <a:custGeom>
                    <a:rect b="b" l="l" r="r" t="t"/>
                    <a:pathLst>
                      <a:path extrusionOk="0" h="29717" w="238125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5" name="Google Shape;525;p24"/>
                  <p:cNvSpPr/>
                  <p:nvPr/>
                </p:nvSpPr>
                <p:spPr>
                  <a:xfrm>
                    <a:off x="5023294" y="1851469"/>
                    <a:ext cx="267843" cy="29717"/>
                  </a:xfrm>
                  <a:custGeom>
                    <a:rect b="b" l="l" r="r" t="t"/>
                    <a:pathLst>
                      <a:path extrusionOk="0" h="29717" w="267843">
                        <a:moveTo>
                          <a:pt x="0" y="0"/>
                        </a:moveTo>
                        <a:lnTo>
                          <a:pt x="267843" y="0"/>
                        </a:lnTo>
                        <a:lnTo>
                          <a:pt x="267843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6" name="Google Shape;526;p24"/>
                  <p:cNvSpPr/>
                  <p:nvPr/>
                </p:nvSpPr>
                <p:spPr>
                  <a:xfrm>
                    <a:off x="4606480" y="2029967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7" name="Google Shape;527;p24"/>
                  <p:cNvSpPr/>
                  <p:nvPr/>
                </p:nvSpPr>
                <p:spPr>
                  <a:xfrm>
                    <a:off x="4814887" y="2000249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8" name="Google Shape;528;p24"/>
                  <p:cNvSpPr/>
                  <p:nvPr/>
                </p:nvSpPr>
                <p:spPr>
                  <a:xfrm>
                    <a:off x="4993481" y="1970531"/>
                    <a:ext cx="208406" cy="29717"/>
                  </a:xfrm>
                  <a:custGeom>
                    <a:rect b="b" l="l" r="r" t="t"/>
                    <a:pathLst>
                      <a:path extrusionOk="0" h="29717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24"/>
                  <p:cNvSpPr/>
                  <p:nvPr/>
                </p:nvSpPr>
                <p:spPr>
                  <a:xfrm>
                    <a:off x="4636293" y="2149030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0" name="Google Shape;530;p24"/>
                  <p:cNvSpPr/>
                  <p:nvPr/>
                </p:nvSpPr>
                <p:spPr>
                  <a:xfrm>
                    <a:off x="4844605" y="2119312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" name="Google Shape;531;p24"/>
                  <p:cNvSpPr/>
                  <p:nvPr/>
                </p:nvSpPr>
                <p:spPr>
                  <a:xfrm>
                    <a:off x="5023294" y="2089594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24"/>
                  <p:cNvSpPr/>
                  <p:nvPr/>
                </p:nvSpPr>
                <p:spPr>
                  <a:xfrm>
                    <a:off x="4695825" y="2268092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3" name="Google Shape;533;p24"/>
                  <p:cNvSpPr/>
                  <p:nvPr/>
                </p:nvSpPr>
                <p:spPr>
                  <a:xfrm>
                    <a:off x="4904232" y="2238374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" name="Google Shape;534;p24"/>
                  <p:cNvSpPr/>
                  <p:nvPr/>
                </p:nvSpPr>
                <p:spPr>
                  <a:xfrm>
                    <a:off x="5082730" y="2208656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24"/>
                  <p:cNvSpPr/>
                  <p:nvPr/>
                </p:nvSpPr>
                <p:spPr>
                  <a:xfrm>
                    <a:off x="4755356" y="2387155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6" name="Google Shape;536;p24"/>
                  <p:cNvSpPr/>
                  <p:nvPr/>
                </p:nvSpPr>
                <p:spPr>
                  <a:xfrm>
                    <a:off x="4963668" y="2357437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7" name="Google Shape;537;p24"/>
                  <p:cNvSpPr/>
                  <p:nvPr/>
                </p:nvSpPr>
                <p:spPr>
                  <a:xfrm>
                    <a:off x="5142357" y="2327719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8" name="Google Shape;538;p24"/>
                  <p:cNvSpPr/>
                  <p:nvPr/>
                </p:nvSpPr>
                <p:spPr>
                  <a:xfrm>
                    <a:off x="4785169" y="2506217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" name="Google Shape;539;p24"/>
                  <p:cNvSpPr/>
                  <p:nvPr/>
                </p:nvSpPr>
                <p:spPr>
                  <a:xfrm>
                    <a:off x="4993481" y="2476499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0" name="Google Shape;540;p24"/>
                  <p:cNvSpPr/>
                  <p:nvPr/>
                </p:nvSpPr>
                <p:spPr>
                  <a:xfrm>
                    <a:off x="5172075" y="2446781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1" name="Google Shape;541;p24"/>
                  <p:cNvSpPr/>
                  <p:nvPr/>
                </p:nvSpPr>
                <p:spPr>
                  <a:xfrm>
                    <a:off x="4755356" y="2625280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" name="Google Shape;542;p24"/>
                  <p:cNvSpPr/>
                  <p:nvPr/>
                </p:nvSpPr>
                <p:spPr>
                  <a:xfrm>
                    <a:off x="5142357" y="2565844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3" name="Google Shape;543;p24"/>
                  <p:cNvSpPr/>
                  <p:nvPr/>
                </p:nvSpPr>
                <p:spPr>
                  <a:xfrm>
                    <a:off x="4725543" y="2744342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4" name="Google Shape;544;p24"/>
                  <p:cNvSpPr/>
                  <p:nvPr/>
                </p:nvSpPr>
                <p:spPr>
                  <a:xfrm>
                    <a:off x="4933950" y="2714624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5" name="Google Shape;545;p24"/>
                  <p:cNvSpPr/>
                  <p:nvPr/>
                </p:nvSpPr>
                <p:spPr>
                  <a:xfrm>
                    <a:off x="4547235" y="1881187"/>
                    <a:ext cx="892682" cy="952500"/>
                  </a:xfrm>
                  <a:custGeom>
                    <a:rect b="b" l="l" r="r" t="t"/>
                    <a:pathLst>
                      <a:path extrusionOk="0" h="952500" w="892682">
                        <a:moveTo>
                          <a:pt x="862965" y="565595"/>
                        </a:moveTo>
                        <a:lnTo>
                          <a:pt x="862965" y="446532"/>
                        </a:lnTo>
                        <a:lnTo>
                          <a:pt x="833247" y="446532"/>
                        </a:lnTo>
                        <a:lnTo>
                          <a:pt x="833247" y="357188"/>
                        </a:lnTo>
                        <a:lnTo>
                          <a:pt x="803529" y="357188"/>
                        </a:lnTo>
                        <a:lnTo>
                          <a:pt x="803529" y="327469"/>
                        </a:lnTo>
                        <a:lnTo>
                          <a:pt x="773811" y="327469"/>
                        </a:lnTo>
                        <a:lnTo>
                          <a:pt x="773811" y="238125"/>
                        </a:lnTo>
                        <a:lnTo>
                          <a:pt x="744093" y="238125"/>
                        </a:lnTo>
                        <a:lnTo>
                          <a:pt x="744093" y="119063"/>
                        </a:lnTo>
                        <a:lnTo>
                          <a:pt x="714375" y="119063"/>
                        </a:lnTo>
                        <a:lnTo>
                          <a:pt x="714375" y="0"/>
                        </a:lnTo>
                        <a:lnTo>
                          <a:pt x="476250" y="0"/>
                        </a:lnTo>
                        <a:lnTo>
                          <a:pt x="476250" y="29718"/>
                        </a:lnTo>
                        <a:lnTo>
                          <a:pt x="238125" y="29718"/>
                        </a:lnTo>
                        <a:lnTo>
                          <a:pt x="238125" y="59436"/>
                        </a:lnTo>
                        <a:lnTo>
                          <a:pt x="0" y="59436"/>
                        </a:lnTo>
                        <a:lnTo>
                          <a:pt x="0" y="178498"/>
                        </a:lnTo>
                        <a:lnTo>
                          <a:pt x="29718" y="178498"/>
                        </a:lnTo>
                        <a:lnTo>
                          <a:pt x="29718" y="297561"/>
                        </a:lnTo>
                        <a:lnTo>
                          <a:pt x="59436" y="297561"/>
                        </a:lnTo>
                        <a:lnTo>
                          <a:pt x="59436" y="386906"/>
                        </a:lnTo>
                        <a:lnTo>
                          <a:pt x="89154" y="386906"/>
                        </a:lnTo>
                        <a:lnTo>
                          <a:pt x="89154" y="416623"/>
                        </a:lnTo>
                        <a:lnTo>
                          <a:pt x="118872" y="416623"/>
                        </a:lnTo>
                        <a:lnTo>
                          <a:pt x="118872" y="505968"/>
                        </a:lnTo>
                        <a:lnTo>
                          <a:pt x="148590" y="505968"/>
                        </a:lnTo>
                        <a:lnTo>
                          <a:pt x="148590" y="595313"/>
                        </a:lnTo>
                        <a:lnTo>
                          <a:pt x="178308" y="595313"/>
                        </a:lnTo>
                        <a:lnTo>
                          <a:pt x="178308" y="744093"/>
                        </a:lnTo>
                        <a:lnTo>
                          <a:pt x="148590" y="744093"/>
                        </a:lnTo>
                        <a:lnTo>
                          <a:pt x="148590" y="833438"/>
                        </a:lnTo>
                        <a:lnTo>
                          <a:pt x="118872" y="833438"/>
                        </a:lnTo>
                        <a:lnTo>
                          <a:pt x="118872" y="922782"/>
                        </a:lnTo>
                        <a:lnTo>
                          <a:pt x="89154" y="922782"/>
                        </a:lnTo>
                        <a:lnTo>
                          <a:pt x="89154" y="952500"/>
                        </a:lnTo>
                        <a:lnTo>
                          <a:pt x="327279" y="952500"/>
                        </a:lnTo>
                        <a:lnTo>
                          <a:pt x="327279" y="922782"/>
                        </a:lnTo>
                        <a:lnTo>
                          <a:pt x="565404" y="922782"/>
                        </a:lnTo>
                        <a:lnTo>
                          <a:pt x="565404" y="893064"/>
                        </a:lnTo>
                        <a:lnTo>
                          <a:pt x="803529" y="893064"/>
                        </a:lnTo>
                        <a:lnTo>
                          <a:pt x="803529" y="863346"/>
                        </a:lnTo>
                        <a:lnTo>
                          <a:pt x="833247" y="863346"/>
                        </a:lnTo>
                        <a:lnTo>
                          <a:pt x="833247" y="774001"/>
                        </a:lnTo>
                        <a:lnTo>
                          <a:pt x="862965" y="774001"/>
                        </a:lnTo>
                        <a:lnTo>
                          <a:pt x="862965" y="684657"/>
                        </a:lnTo>
                        <a:lnTo>
                          <a:pt x="892683" y="684657"/>
                        </a:lnTo>
                        <a:lnTo>
                          <a:pt x="892683" y="565595"/>
                        </a:lnTo>
                        <a:lnTo>
                          <a:pt x="862965" y="565595"/>
                        </a:lnTo>
                        <a:close/>
                        <a:moveTo>
                          <a:pt x="803434" y="446532"/>
                        </a:moveTo>
                        <a:lnTo>
                          <a:pt x="803434" y="476250"/>
                        </a:lnTo>
                        <a:lnTo>
                          <a:pt x="595027" y="476250"/>
                        </a:lnTo>
                        <a:lnTo>
                          <a:pt x="595027" y="505968"/>
                        </a:lnTo>
                        <a:lnTo>
                          <a:pt x="416433" y="505968"/>
                        </a:lnTo>
                        <a:lnTo>
                          <a:pt x="416433" y="535686"/>
                        </a:lnTo>
                        <a:lnTo>
                          <a:pt x="208026" y="535686"/>
                        </a:lnTo>
                        <a:lnTo>
                          <a:pt x="208026" y="505968"/>
                        </a:lnTo>
                        <a:lnTo>
                          <a:pt x="416433" y="505968"/>
                        </a:lnTo>
                        <a:lnTo>
                          <a:pt x="416433" y="476250"/>
                        </a:lnTo>
                        <a:lnTo>
                          <a:pt x="595027" y="476250"/>
                        </a:lnTo>
                        <a:lnTo>
                          <a:pt x="595027" y="446532"/>
                        </a:lnTo>
                        <a:lnTo>
                          <a:pt x="803434" y="446532"/>
                        </a:lnTo>
                        <a:close/>
                        <a:moveTo>
                          <a:pt x="59341" y="178689"/>
                        </a:moveTo>
                        <a:lnTo>
                          <a:pt x="59341" y="148971"/>
                        </a:lnTo>
                        <a:lnTo>
                          <a:pt x="267748" y="148971"/>
                        </a:lnTo>
                        <a:lnTo>
                          <a:pt x="267748" y="119253"/>
                        </a:lnTo>
                        <a:lnTo>
                          <a:pt x="446342" y="119253"/>
                        </a:lnTo>
                        <a:lnTo>
                          <a:pt x="446342" y="89535"/>
                        </a:lnTo>
                        <a:lnTo>
                          <a:pt x="654749" y="89535"/>
                        </a:lnTo>
                        <a:lnTo>
                          <a:pt x="654749" y="119253"/>
                        </a:lnTo>
                        <a:lnTo>
                          <a:pt x="446342" y="119253"/>
                        </a:lnTo>
                        <a:lnTo>
                          <a:pt x="446342" y="148971"/>
                        </a:lnTo>
                        <a:lnTo>
                          <a:pt x="267748" y="148971"/>
                        </a:lnTo>
                        <a:lnTo>
                          <a:pt x="267748" y="178689"/>
                        </a:lnTo>
                        <a:lnTo>
                          <a:pt x="59341" y="178689"/>
                        </a:lnTo>
                        <a:close/>
                        <a:moveTo>
                          <a:pt x="89059" y="297752"/>
                        </a:moveTo>
                        <a:lnTo>
                          <a:pt x="89059" y="268034"/>
                        </a:lnTo>
                        <a:lnTo>
                          <a:pt x="297466" y="268034"/>
                        </a:lnTo>
                        <a:lnTo>
                          <a:pt x="297466" y="238315"/>
                        </a:lnTo>
                        <a:lnTo>
                          <a:pt x="476059" y="238315"/>
                        </a:lnTo>
                        <a:lnTo>
                          <a:pt x="476059" y="208598"/>
                        </a:lnTo>
                        <a:lnTo>
                          <a:pt x="684466" y="208598"/>
                        </a:lnTo>
                        <a:lnTo>
                          <a:pt x="684466" y="238315"/>
                        </a:lnTo>
                        <a:lnTo>
                          <a:pt x="476059" y="238315"/>
                        </a:lnTo>
                        <a:lnTo>
                          <a:pt x="476059" y="268034"/>
                        </a:lnTo>
                        <a:lnTo>
                          <a:pt x="297466" y="268034"/>
                        </a:lnTo>
                        <a:lnTo>
                          <a:pt x="297466" y="297752"/>
                        </a:lnTo>
                        <a:lnTo>
                          <a:pt x="89059" y="297752"/>
                        </a:lnTo>
                        <a:close/>
                        <a:moveTo>
                          <a:pt x="148590" y="416814"/>
                        </a:moveTo>
                        <a:lnTo>
                          <a:pt x="148590" y="387096"/>
                        </a:lnTo>
                        <a:lnTo>
                          <a:pt x="356997" y="387096"/>
                        </a:lnTo>
                        <a:lnTo>
                          <a:pt x="356997" y="357378"/>
                        </a:lnTo>
                        <a:lnTo>
                          <a:pt x="535591" y="357378"/>
                        </a:lnTo>
                        <a:lnTo>
                          <a:pt x="535591" y="327660"/>
                        </a:lnTo>
                        <a:lnTo>
                          <a:pt x="743998" y="327660"/>
                        </a:lnTo>
                        <a:lnTo>
                          <a:pt x="743998" y="357378"/>
                        </a:lnTo>
                        <a:lnTo>
                          <a:pt x="535591" y="357378"/>
                        </a:lnTo>
                        <a:lnTo>
                          <a:pt x="535591" y="387096"/>
                        </a:lnTo>
                        <a:lnTo>
                          <a:pt x="356997" y="387096"/>
                        </a:lnTo>
                        <a:lnTo>
                          <a:pt x="356997" y="416814"/>
                        </a:lnTo>
                        <a:lnTo>
                          <a:pt x="148590" y="416814"/>
                        </a:lnTo>
                        <a:close/>
                        <a:moveTo>
                          <a:pt x="773620" y="833533"/>
                        </a:moveTo>
                        <a:lnTo>
                          <a:pt x="565213" y="833533"/>
                        </a:lnTo>
                        <a:lnTo>
                          <a:pt x="565213" y="863251"/>
                        </a:lnTo>
                        <a:lnTo>
                          <a:pt x="386620" y="863251"/>
                        </a:lnTo>
                        <a:lnTo>
                          <a:pt x="386620" y="892969"/>
                        </a:lnTo>
                        <a:lnTo>
                          <a:pt x="178213" y="892969"/>
                        </a:lnTo>
                        <a:lnTo>
                          <a:pt x="178213" y="863251"/>
                        </a:lnTo>
                        <a:lnTo>
                          <a:pt x="386620" y="863251"/>
                        </a:lnTo>
                        <a:lnTo>
                          <a:pt x="386620" y="833533"/>
                        </a:lnTo>
                        <a:lnTo>
                          <a:pt x="565213" y="833533"/>
                        </a:lnTo>
                        <a:lnTo>
                          <a:pt x="565213" y="803815"/>
                        </a:lnTo>
                        <a:lnTo>
                          <a:pt x="773620" y="803815"/>
                        </a:lnTo>
                        <a:lnTo>
                          <a:pt x="773620" y="833533"/>
                        </a:lnTo>
                        <a:close/>
                        <a:moveTo>
                          <a:pt x="803339" y="714470"/>
                        </a:moveTo>
                        <a:lnTo>
                          <a:pt x="594932" y="714470"/>
                        </a:lnTo>
                        <a:lnTo>
                          <a:pt x="594932" y="744188"/>
                        </a:lnTo>
                        <a:lnTo>
                          <a:pt x="416338" y="744188"/>
                        </a:lnTo>
                        <a:lnTo>
                          <a:pt x="416338" y="773906"/>
                        </a:lnTo>
                        <a:lnTo>
                          <a:pt x="207931" y="773906"/>
                        </a:lnTo>
                        <a:lnTo>
                          <a:pt x="207931" y="744188"/>
                        </a:lnTo>
                        <a:lnTo>
                          <a:pt x="416338" y="744188"/>
                        </a:lnTo>
                        <a:lnTo>
                          <a:pt x="416338" y="714470"/>
                        </a:lnTo>
                        <a:lnTo>
                          <a:pt x="594932" y="714470"/>
                        </a:lnTo>
                        <a:lnTo>
                          <a:pt x="594932" y="684752"/>
                        </a:lnTo>
                        <a:lnTo>
                          <a:pt x="803339" y="684752"/>
                        </a:lnTo>
                        <a:lnTo>
                          <a:pt x="803339" y="714470"/>
                        </a:lnTo>
                        <a:close/>
                        <a:moveTo>
                          <a:pt x="833057" y="595408"/>
                        </a:moveTo>
                        <a:lnTo>
                          <a:pt x="624650" y="595408"/>
                        </a:lnTo>
                        <a:lnTo>
                          <a:pt x="624650" y="625126"/>
                        </a:lnTo>
                        <a:lnTo>
                          <a:pt x="446056" y="625126"/>
                        </a:lnTo>
                        <a:lnTo>
                          <a:pt x="446056" y="654844"/>
                        </a:lnTo>
                        <a:lnTo>
                          <a:pt x="237649" y="654844"/>
                        </a:lnTo>
                        <a:lnTo>
                          <a:pt x="237649" y="625126"/>
                        </a:lnTo>
                        <a:lnTo>
                          <a:pt x="446056" y="625126"/>
                        </a:lnTo>
                        <a:lnTo>
                          <a:pt x="446056" y="595408"/>
                        </a:lnTo>
                        <a:lnTo>
                          <a:pt x="624650" y="595408"/>
                        </a:lnTo>
                        <a:lnTo>
                          <a:pt x="624650" y="565690"/>
                        </a:lnTo>
                        <a:lnTo>
                          <a:pt x="833057" y="565690"/>
                        </a:lnTo>
                        <a:lnTo>
                          <a:pt x="833057" y="59540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6" name="Google Shape;546;p24"/>
                  <p:cNvSpPr/>
                  <p:nvPr/>
                </p:nvSpPr>
                <p:spPr>
                  <a:xfrm>
                    <a:off x="5112543" y="2684906"/>
                    <a:ext cx="208406" cy="29718"/>
                  </a:xfrm>
                  <a:custGeom>
                    <a:rect b="b" l="l" r="r" t="t"/>
                    <a:pathLst>
                      <a:path extrusionOk="0" h="29718" w="208406">
                        <a:moveTo>
                          <a:pt x="0" y="0"/>
                        </a:moveTo>
                        <a:lnTo>
                          <a:pt x="208407" y="0"/>
                        </a:lnTo>
                        <a:lnTo>
                          <a:pt x="208407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7" name="Google Shape;547;p24"/>
                  <p:cNvSpPr/>
                  <p:nvPr/>
                </p:nvSpPr>
                <p:spPr>
                  <a:xfrm>
                    <a:off x="4487418" y="1762124"/>
                    <a:ext cx="297656" cy="29717"/>
                  </a:xfrm>
                  <a:custGeom>
                    <a:rect b="b" l="l" r="r" t="t"/>
                    <a:pathLst>
                      <a:path extrusionOk="0" h="29717" w="297656">
                        <a:moveTo>
                          <a:pt x="0" y="0"/>
                        </a:moveTo>
                        <a:lnTo>
                          <a:pt x="297656" y="0"/>
                        </a:lnTo>
                        <a:lnTo>
                          <a:pt x="297656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8" name="Google Shape;548;p24"/>
                  <p:cNvSpPr/>
                  <p:nvPr/>
                </p:nvSpPr>
                <p:spPr>
                  <a:xfrm>
                    <a:off x="4785169" y="1732406"/>
                    <a:ext cx="238125" cy="29717"/>
                  </a:xfrm>
                  <a:custGeom>
                    <a:rect b="b" l="l" r="r" t="t"/>
                    <a:pathLst>
                      <a:path extrusionOk="0" h="29717" w="238125">
                        <a:moveTo>
                          <a:pt x="0" y="0"/>
                        </a:moveTo>
                        <a:lnTo>
                          <a:pt x="238125" y="0"/>
                        </a:lnTo>
                        <a:lnTo>
                          <a:pt x="23812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9" name="Google Shape;549;p24"/>
                  <p:cNvSpPr/>
                  <p:nvPr/>
                </p:nvSpPr>
                <p:spPr>
                  <a:xfrm>
                    <a:off x="4517231" y="1732406"/>
                    <a:ext cx="803624" cy="178498"/>
                  </a:xfrm>
                  <a:custGeom>
                    <a:rect b="b" l="l" r="r" t="t"/>
                    <a:pathLst>
                      <a:path extrusionOk="0" h="178498" w="803624">
                        <a:moveTo>
                          <a:pt x="803624" y="29718"/>
                        </a:moveTo>
                        <a:lnTo>
                          <a:pt x="803624" y="89249"/>
                        </a:lnTo>
                        <a:lnTo>
                          <a:pt x="773906" y="89249"/>
                        </a:lnTo>
                        <a:lnTo>
                          <a:pt x="773906" y="119063"/>
                        </a:lnTo>
                        <a:lnTo>
                          <a:pt x="506063" y="119063"/>
                        </a:lnTo>
                        <a:lnTo>
                          <a:pt x="506063" y="148780"/>
                        </a:lnTo>
                        <a:lnTo>
                          <a:pt x="267938" y="148780"/>
                        </a:lnTo>
                        <a:lnTo>
                          <a:pt x="267938" y="178498"/>
                        </a:lnTo>
                        <a:lnTo>
                          <a:pt x="0" y="178498"/>
                        </a:lnTo>
                        <a:lnTo>
                          <a:pt x="0" y="148780"/>
                        </a:lnTo>
                        <a:lnTo>
                          <a:pt x="29813" y="148780"/>
                        </a:lnTo>
                        <a:lnTo>
                          <a:pt x="29813" y="89249"/>
                        </a:lnTo>
                        <a:lnTo>
                          <a:pt x="0" y="89249"/>
                        </a:lnTo>
                        <a:lnTo>
                          <a:pt x="0" y="59436"/>
                        </a:lnTo>
                        <a:lnTo>
                          <a:pt x="267938" y="59436"/>
                        </a:lnTo>
                        <a:lnTo>
                          <a:pt x="267938" y="29718"/>
                        </a:lnTo>
                        <a:lnTo>
                          <a:pt x="506063" y="29718"/>
                        </a:lnTo>
                        <a:lnTo>
                          <a:pt x="506063" y="0"/>
                        </a:lnTo>
                        <a:lnTo>
                          <a:pt x="773906" y="0"/>
                        </a:lnTo>
                        <a:lnTo>
                          <a:pt x="773906" y="29718"/>
                        </a:lnTo>
                        <a:lnTo>
                          <a:pt x="803624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0" name="Google Shape;550;p24"/>
                  <p:cNvSpPr/>
                  <p:nvPr/>
                </p:nvSpPr>
                <p:spPr>
                  <a:xfrm>
                    <a:off x="5023294" y="1702593"/>
                    <a:ext cx="267843" cy="29717"/>
                  </a:xfrm>
                  <a:custGeom>
                    <a:rect b="b" l="l" r="r" t="t"/>
                    <a:pathLst>
                      <a:path extrusionOk="0" h="29717" w="267843">
                        <a:moveTo>
                          <a:pt x="0" y="0"/>
                        </a:moveTo>
                        <a:lnTo>
                          <a:pt x="267843" y="0"/>
                        </a:lnTo>
                        <a:lnTo>
                          <a:pt x="267843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1" name="Google Shape;551;p24"/>
                  <p:cNvSpPr/>
                  <p:nvPr/>
                </p:nvSpPr>
                <p:spPr>
                  <a:xfrm>
                    <a:off x="4457700" y="1791842"/>
                    <a:ext cx="29717" cy="29717"/>
                  </a:xfrm>
                  <a:custGeom>
                    <a:rect b="b" l="l" r="r" t="t"/>
                    <a:pathLst>
                      <a:path extrusionOk="0" h="29717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2" name="Google Shape;552;p24"/>
                  <p:cNvSpPr/>
                  <p:nvPr/>
                </p:nvSpPr>
                <p:spPr>
                  <a:xfrm>
                    <a:off x="4457700" y="1762124"/>
                    <a:ext cx="29717" cy="29717"/>
                  </a:xfrm>
                  <a:custGeom>
                    <a:rect b="b" l="l" r="r" t="t"/>
                    <a:pathLst>
                      <a:path extrusionOk="0" h="29717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3" name="Google Shape;553;p24"/>
                  <p:cNvSpPr/>
                  <p:nvPr/>
                </p:nvSpPr>
                <p:spPr>
                  <a:xfrm>
                    <a:off x="4963668" y="2595562"/>
                    <a:ext cx="178593" cy="29718"/>
                  </a:xfrm>
                  <a:custGeom>
                    <a:rect b="b" l="l" r="r" t="t"/>
                    <a:pathLst>
                      <a:path extrusionOk="0" h="29718" w="178593">
                        <a:moveTo>
                          <a:pt x="0" y="0"/>
                        </a:moveTo>
                        <a:lnTo>
                          <a:pt x="178594" y="0"/>
                        </a:lnTo>
                        <a:lnTo>
                          <a:pt x="178594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4" name="Google Shape;554;p24"/>
                  <p:cNvSpPr/>
                  <p:nvPr/>
                </p:nvSpPr>
                <p:spPr>
                  <a:xfrm>
                    <a:off x="4517231" y="1910905"/>
                    <a:ext cx="29717" cy="148780"/>
                  </a:xfrm>
                  <a:custGeom>
                    <a:rect b="b" l="l" r="r" t="t"/>
                    <a:pathLst>
                      <a:path extrusionOk="0" h="148780" w="29717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48780"/>
                        </a:lnTo>
                        <a:lnTo>
                          <a:pt x="0" y="148780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5" name="Google Shape;555;p24"/>
                  <p:cNvSpPr/>
                  <p:nvPr/>
                </p:nvSpPr>
                <p:spPr>
                  <a:xfrm>
                    <a:off x="5261419" y="1851469"/>
                    <a:ext cx="29718" cy="148780"/>
                  </a:xfrm>
                  <a:custGeom>
                    <a:rect b="b" l="l" r="r" t="t"/>
                    <a:pathLst>
                      <a:path extrusionOk="0" h="148780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148781"/>
                        </a:lnTo>
                        <a:lnTo>
                          <a:pt x="0" y="14878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6" name="Google Shape;556;p24"/>
                  <p:cNvSpPr/>
                  <p:nvPr/>
                </p:nvSpPr>
                <p:spPr>
                  <a:xfrm>
                    <a:off x="4368355" y="1851469"/>
                    <a:ext cx="89344" cy="29717"/>
                  </a:xfrm>
                  <a:custGeom>
                    <a:rect b="b" l="l" r="r" t="t"/>
                    <a:pathLst>
                      <a:path extrusionOk="0" h="29717" w="89344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57" name="Google Shape;557;p24"/>
                <p:cNvSpPr/>
                <p:nvPr/>
              </p:nvSpPr>
              <p:spPr>
                <a:xfrm>
                  <a:off x="4636293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8" name="Google Shape;558;p24"/>
                <p:cNvSpPr/>
                <p:nvPr/>
              </p:nvSpPr>
              <p:spPr>
                <a:xfrm>
                  <a:off x="5350668" y="26849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24"/>
                <p:cNvSpPr/>
                <p:nvPr/>
              </p:nvSpPr>
              <p:spPr>
                <a:xfrm>
                  <a:off x="4695825" y="2625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24"/>
                <p:cNvSpPr/>
                <p:nvPr/>
              </p:nvSpPr>
              <p:spPr>
                <a:xfrm>
                  <a:off x="5380482" y="259556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24"/>
                <p:cNvSpPr/>
                <p:nvPr/>
              </p:nvSpPr>
              <p:spPr>
                <a:xfrm>
                  <a:off x="5410200" y="244678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24"/>
                <p:cNvSpPr/>
                <p:nvPr/>
              </p:nvSpPr>
              <p:spPr>
                <a:xfrm>
                  <a:off x="5380482" y="232771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" name="Google Shape;563;p24"/>
                <p:cNvSpPr/>
                <p:nvPr/>
              </p:nvSpPr>
              <p:spPr>
                <a:xfrm>
                  <a:off x="4695825" y="2803969"/>
                  <a:ext cx="178593" cy="29718"/>
                </a:xfrm>
                <a:custGeom>
                  <a:rect b="b" l="l" r="r" t="t"/>
                  <a:pathLst>
                    <a:path extrusionOk="0" h="29718" w="178593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" name="Google Shape;564;p24"/>
                <p:cNvSpPr/>
                <p:nvPr/>
              </p:nvSpPr>
              <p:spPr>
                <a:xfrm>
                  <a:off x="4547044" y="1940718"/>
                  <a:ext cx="238124" cy="29717"/>
                </a:xfrm>
                <a:custGeom>
                  <a:rect b="b" l="l" r="r" t="t"/>
                  <a:pathLst>
                    <a:path extrusionOk="0" h="29717" w="238124">
                      <a:moveTo>
                        <a:pt x="0" y="0"/>
                      </a:moveTo>
                      <a:lnTo>
                        <a:pt x="238125" y="0"/>
                      </a:lnTo>
                      <a:lnTo>
                        <a:pt x="23812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24"/>
                <p:cNvSpPr/>
                <p:nvPr/>
              </p:nvSpPr>
              <p:spPr>
                <a:xfrm>
                  <a:off x="4785169" y="1910905"/>
                  <a:ext cx="238125" cy="29717"/>
                </a:xfrm>
                <a:custGeom>
                  <a:rect b="b" l="l" r="r" t="t"/>
                  <a:pathLst>
                    <a:path extrusionOk="0" h="29717" w="238125">
                      <a:moveTo>
                        <a:pt x="0" y="0"/>
                      </a:moveTo>
                      <a:lnTo>
                        <a:pt x="238125" y="0"/>
                      </a:lnTo>
                      <a:lnTo>
                        <a:pt x="23812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" name="Google Shape;566;p24"/>
                <p:cNvSpPr/>
                <p:nvPr/>
              </p:nvSpPr>
              <p:spPr>
                <a:xfrm>
                  <a:off x="5023294" y="1881187"/>
                  <a:ext cx="238125" cy="29717"/>
                </a:xfrm>
                <a:custGeom>
                  <a:rect b="b" l="l" r="r" t="t"/>
                  <a:pathLst>
                    <a:path extrusionOk="0" h="29717" w="238125">
                      <a:moveTo>
                        <a:pt x="0" y="0"/>
                      </a:moveTo>
                      <a:lnTo>
                        <a:pt x="238125" y="0"/>
                      </a:lnTo>
                      <a:lnTo>
                        <a:pt x="23812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7" name="Google Shape;567;p24"/>
                <p:cNvSpPr/>
                <p:nvPr/>
              </p:nvSpPr>
              <p:spPr>
                <a:xfrm>
                  <a:off x="4814887" y="1940718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" name="Google Shape;568;p24"/>
                <p:cNvSpPr/>
                <p:nvPr/>
              </p:nvSpPr>
              <p:spPr>
                <a:xfrm>
                  <a:off x="4695825" y="1970531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" name="Google Shape;569;p24"/>
                <p:cNvSpPr/>
                <p:nvPr/>
              </p:nvSpPr>
              <p:spPr>
                <a:xfrm>
                  <a:off x="4547044" y="1970531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0" name="Google Shape;570;p24"/>
                <p:cNvSpPr/>
                <p:nvPr/>
              </p:nvSpPr>
              <p:spPr>
                <a:xfrm>
                  <a:off x="4933950" y="1940718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1" name="Google Shape;571;p24"/>
                <p:cNvSpPr/>
                <p:nvPr/>
              </p:nvSpPr>
              <p:spPr>
                <a:xfrm>
                  <a:off x="4636293" y="1970531"/>
                  <a:ext cx="29718" cy="29717"/>
                </a:xfrm>
                <a:custGeom>
                  <a:rect b="b" l="l" r="r" t="t"/>
                  <a:pathLst>
                    <a:path extrusionOk="0" h="29717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" name="Google Shape;572;p24"/>
                <p:cNvSpPr/>
                <p:nvPr/>
              </p:nvSpPr>
              <p:spPr>
                <a:xfrm>
                  <a:off x="5053012" y="191090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" name="Google Shape;573;p24"/>
                <p:cNvSpPr/>
                <p:nvPr/>
              </p:nvSpPr>
              <p:spPr>
                <a:xfrm>
                  <a:off x="5142357" y="1910905"/>
                  <a:ext cx="59531" cy="29717"/>
                </a:xfrm>
                <a:custGeom>
                  <a:rect b="b" l="l" r="r" t="t"/>
                  <a:pathLst>
                    <a:path extrusionOk="0" h="29717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24"/>
                <p:cNvSpPr/>
                <p:nvPr/>
              </p:nvSpPr>
              <p:spPr>
                <a:xfrm>
                  <a:off x="5231606" y="1910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24"/>
                <p:cNvSpPr/>
                <p:nvPr/>
              </p:nvSpPr>
              <p:spPr>
                <a:xfrm>
                  <a:off x="4963668" y="2774155"/>
                  <a:ext cx="148780" cy="29718"/>
                </a:xfrm>
                <a:custGeom>
                  <a:rect b="b" l="l" r="r" t="t"/>
                  <a:pathLst>
                    <a:path extrusionOk="0" h="29718" w="148780">
                      <a:moveTo>
                        <a:pt x="0" y="0"/>
                      </a:moveTo>
                      <a:lnTo>
                        <a:pt x="148781" y="0"/>
                      </a:lnTo>
                      <a:lnTo>
                        <a:pt x="14878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" name="Google Shape;576;p24"/>
                <p:cNvSpPr/>
                <p:nvPr/>
              </p:nvSpPr>
              <p:spPr>
                <a:xfrm>
                  <a:off x="4844605" y="2774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" name="Google Shape;577;p24"/>
                <p:cNvSpPr/>
                <p:nvPr/>
              </p:nvSpPr>
              <p:spPr>
                <a:xfrm>
                  <a:off x="5142357" y="2744342"/>
                  <a:ext cx="208406" cy="29718"/>
                </a:xfrm>
                <a:custGeom>
                  <a:rect b="b" l="l" r="r" t="t"/>
                  <a:pathLst>
                    <a:path extrusionOk="0" h="29718" w="208406">
                      <a:moveTo>
                        <a:pt x="0" y="0"/>
                      </a:moveTo>
                      <a:lnTo>
                        <a:pt x="208407" y="0"/>
                      </a:lnTo>
                      <a:lnTo>
                        <a:pt x="208407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578;p24"/>
                <p:cNvSpPr/>
                <p:nvPr/>
              </p:nvSpPr>
              <p:spPr>
                <a:xfrm>
                  <a:off x="5231606" y="274434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9" name="Google Shape;579;p24"/>
                <p:cNvSpPr/>
                <p:nvPr/>
              </p:nvSpPr>
              <p:spPr>
                <a:xfrm>
                  <a:off x="5320855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0" name="Google Shape;580;p24"/>
                <p:cNvSpPr/>
                <p:nvPr/>
              </p:nvSpPr>
              <p:spPr>
                <a:xfrm>
                  <a:off x="5291137" y="271462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" name="Google Shape;581;p24"/>
                <p:cNvSpPr/>
                <p:nvPr/>
              </p:nvSpPr>
              <p:spPr>
                <a:xfrm>
                  <a:off x="5053012" y="2774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2" name="Google Shape;582;p24"/>
                <p:cNvSpPr/>
                <p:nvPr/>
              </p:nvSpPr>
              <p:spPr>
                <a:xfrm>
                  <a:off x="4993481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" name="Google Shape;583;p24"/>
                <p:cNvSpPr/>
                <p:nvPr/>
              </p:nvSpPr>
              <p:spPr>
                <a:xfrm>
                  <a:off x="4963668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" name="Google Shape;584;p24"/>
                <p:cNvSpPr/>
                <p:nvPr/>
              </p:nvSpPr>
              <p:spPr>
                <a:xfrm>
                  <a:off x="4666107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5" name="Google Shape;585;p24"/>
                <p:cNvSpPr/>
                <p:nvPr/>
              </p:nvSpPr>
              <p:spPr>
                <a:xfrm>
                  <a:off x="4785169" y="2803969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DD58D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6" name="Google Shape;586;p24"/>
                <p:cNvSpPr/>
                <p:nvPr/>
              </p:nvSpPr>
              <p:spPr>
                <a:xfrm>
                  <a:off x="4636293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7" name="Google Shape;587;p24"/>
                <p:cNvSpPr/>
                <p:nvPr/>
              </p:nvSpPr>
              <p:spPr>
                <a:xfrm>
                  <a:off x="4666107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8C07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8" name="Google Shape;588;p24"/>
                <p:cNvSpPr/>
                <p:nvPr/>
              </p:nvSpPr>
              <p:spPr>
                <a:xfrm>
                  <a:off x="4666107" y="27146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24"/>
                <p:cNvSpPr/>
                <p:nvPr/>
              </p:nvSpPr>
              <p:spPr>
                <a:xfrm>
                  <a:off x="4636293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24"/>
                <p:cNvSpPr/>
                <p:nvPr/>
              </p:nvSpPr>
              <p:spPr>
                <a:xfrm>
                  <a:off x="4666107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" name="Google Shape;591;p24"/>
                <p:cNvSpPr/>
                <p:nvPr/>
              </p:nvSpPr>
              <p:spPr>
                <a:xfrm>
                  <a:off x="4695825" y="2446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592;p24"/>
                <p:cNvSpPr/>
                <p:nvPr/>
              </p:nvSpPr>
              <p:spPr>
                <a:xfrm>
                  <a:off x="5380482" y="2416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" name="Google Shape;593;p24"/>
                <p:cNvSpPr/>
                <p:nvPr/>
              </p:nvSpPr>
              <p:spPr>
                <a:xfrm>
                  <a:off x="4606480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4"/>
                <p:cNvSpPr/>
                <p:nvPr/>
              </p:nvSpPr>
              <p:spPr>
                <a:xfrm>
                  <a:off x="5142357" y="1821655"/>
                  <a:ext cx="148780" cy="29717"/>
                </a:xfrm>
                <a:custGeom>
                  <a:rect b="b" l="l" r="r" t="t"/>
                  <a:pathLst>
                    <a:path extrusionOk="0" h="29717" w="148780">
                      <a:moveTo>
                        <a:pt x="0" y="0"/>
                      </a:moveTo>
                      <a:lnTo>
                        <a:pt x="148781" y="0"/>
                      </a:lnTo>
                      <a:lnTo>
                        <a:pt x="14878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4"/>
                <p:cNvSpPr/>
                <p:nvPr/>
              </p:nvSpPr>
              <p:spPr>
                <a:xfrm>
                  <a:off x="5350668" y="17324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EF9C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4"/>
                <p:cNvSpPr/>
                <p:nvPr/>
              </p:nvSpPr>
              <p:spPr>
                <a:xfrm>
                  <a:off x="4695825" y="1881187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4"/>
                <p:cNvSpPr/>
                <p:nvPr/>
              </p:nvSpPr>
              <p:spPr>
                <a:xfrm>
                  <a:off x="4517231" y="1881187"/>
                  <a:ext cx="89344" cy="29717"/>
                </a:xfrm>
                <a:custGeom>
                  <a:rect b="b" l="l" r="r" t="t"/>
                  <a:pathLst>
                    <a:path extrusionOk="0" h="29717" w="89344">
                      <a:moveTo>
                        <a:pt x="0" y="0"/>
                      </a:moveTo>
                      <a:lnTo>
                        <a:pt x="89344" y="0"/>
                      </a:lnTo>
                      <a:lnTo>
                        <a:pt x="8934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4"/>
                <p:cNvSpPr/>
                <p:nvPr/>
              </p:nvSpPr>
              <p:spPr>
                <a:xfrm>
                  <a:off x="4844605" y="1851469"/>
                  <a:ext cx="178593" cy="29717"/>
                </a:xfrm>
                <a:custGeom>
                  <a:rect b="b" l="l" r="r" t="t"/>
                  <a:pathLst>
                    <a:path extrusionOk="0" h="29717" w="178593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599;p24"/>
                <p:cNvSpPr/>
                <p:nvPr/>
              </p:nvSpPr>
              <p:spPr>
                <a:xfrm>
                  <a:off x="4695825" y="253603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24"/>
                <p:cNvSpPr/>
                <p:nvPr/>
              </p:nvSpPr>
              <p:spPr>
                <a:xfrm>
                  <a:off x="4666107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1" name="Google Shape;601;p24"/>
              <p:cNvGrpSpPr/>
              <p:nvPr/>
            </p:nvGrpSpPr>
            <p:grpSpPr>
              <a:xfrm>
                <a:off x="4993481" y="1434655"/>
                <a:ext cx="892969" cy="1012031"/>
                <a:chOff x="4993481" y="1434655"/>
                <a:chExt cx="892969" cy="1012031"/>
              </a:xfrm>
            </p:grpSpPr>
            <p:grpSp>
              <p:nvGrpSpPr>
                <p:cNvPr id="602" name="Google Shape;602;p24"/>
                <p:cNvGrpSpPr/>
                <p:nvPr/>
              </p:nvGrpSpPr>
              <p:grpSpPr>
                <a:xfrm>
                  <a:off x="4993481" y="1434655"/>
                  <a:ext cx="892969" cy="922782"/>
                  <a:chOff x="4993481" y="1434655"/>
                  <a:chExt cx="892969" cy="922782"/>
                </a:xfrm>
              </p:grpSpPr>
              <p:sp>
                <p:nvSpPr>
                  <p:cNvPr id="603" name="Google Shape;603;p24"/>
                  <p:cNvSpPr/>
                  <p:nvPr/>
                </p:nvSpPr>
                <p:spPr>
                  <a:xfrm>
                    <a:off x="4993481" y="217884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4" name="Google Shape;604;p24"/>
                  <p:cNvSpPr/>
                  <p:nvPr/>
                </p:nvSpPr>
                <p:spPr>
                  <a:xfrm>
                    <a:off x="5053012" y="2297905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5" name="Google Shape;605;p24"/>
                  <p:cNvSpPr/>
                  <p:nvPr/>
                </p:nvSpPr>
                <p:spPr>
                  <a:xfrm>
                    <a:off x="5023294" y="2238374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6" name="Google Shape;606;p24"/>
                  <p:cNvSpPr/>
                  <p:nvPr/>
                </p:nvSpPr>
                <p:spPr>
                  <a:xfrm>
                    <a:off x="5112543" y="217884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7" name="Google Shape;607;p24"/>
                  <p:cNvSpPr/>
                  <p:nvPr/>
                </p:nvSpPr>
                <p:spPr>
                  <a:xfrm>
                    <a:off x="5142357" y="21490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8" name="Google Shape;608;p24"/>
                  <p:cNvSpPr/>
                  <p:nvPr/>
                </p:nvSpPr>
                <p:spPr>
                  <a:xfrm>
                    <a:off x="5172075" y="211931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9" name="Google Shape;609;p24"/>
                  <p:cNvSpPr/>
                  <p:nvPr/>
                </p:nvSpPr>
                <p:spPr>
                  <a:xfrm>
                    <a:off x="5201793" y="208959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0" name="Google Shape;610;p24"/>
                  <p:cNvSpPr/>
                  <p:nvPr/>
                </p:nvSpPr>
                <p:spPr>
                  <a:xfrm>
                    <a:off x="5261419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1" name="Google Shape;611;p24"/>
                  <p:cNvSpPr/>
                  <p:nvPr/>
                </p:nvSpPr>
                <p:spPr>
                  <a:xfrm>
                    <a:off x="5291137" y="200024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2" name="Google Shape;612;p24"/>
                  <p:cNvSpPr/>
                  <p:nvPr/>
                </p:nvSpPr>
                <p:spPr>
                  <a:xfrm>
                    <a:off x="5320855" y="197053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3" name="Google Shape;613;p24"/>
                  <p:cNvSpPr/>
                  <p:nvPr/>
                </p:nvSpPr>
                <p:spPr>
                  <a:xfrm>
                    <a:off x="5350668" y="1940718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4" name="Google Shape;614;p24"/>
                  <p:cNvSpPr/>
                  <p:nvPr/>
                </p:nvSpPr>
                <p:spPr>
                  <a:xfrm>
                    <a:off x="5380482" y="191090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5" name="Google Shape;615;p24"/>
                  <p:cNvSpPr/>
                  <p:nvPr/>
                </p:nvSpPr>
                <p:spPr>
                  <a:xfrm>
                    <a:off x="5410200" y="188118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" name="Google Shape;616;p24"/>
                  <p:cNvSpPr/>
                  <p:nvPr/>
                </p:nvSpPr>
                <p:spPr>
                  <a:xfrm>
                    <a:off x="5439918" y="191090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7" name="Google Shape;617;p24"/>
                  <p:cNvSpPr/>
                  <p:nvPr/>
                </p:nvSpPr>
                <p:spPr>
                  <a:xfrm>
                    <a:off x="5469731" y="1940718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8" name="Google Shape;618;p24"/>
                  <p:cNvSpPr/>
                  <p:nvPr/>
                </p:nvSpPr>
                <p:spPr>
                  <a:xfrm>
                    <a:off x="5499544" y="197053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9" name="Google Shape;619;p24"/>
                  <p:cNvSpPr/>
                  <p:nvPr/>
                </p:nvSpPr>
                <p:spPr>
                  <a:xfrm>
                    <a:off x="5201793" y="223837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0" name="Google Shape;620;p24"/>
                  <p:cNvSpPr/>
                  <p:nvPr/>
                </p:nvSpPr>
                <p:spPr>
                  <a:xfrm>
                    <a:off x="5231606" y="2208656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1" name="Google Shape;621;p24"/>
                  <p:cNvSpPr/>
                  <p:nvPr/>
                </p:nvSpPr>
                <p:spPr>
                  <a:xfrm>
                    <a:off x="5261419" y="217884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2" name="Google Shape;622;p24"/>
                  <p:cNvSpPr/>
                  <p:nvPr/>
                </p:nvSpPr>
                <p:spPr>
                  <a:xfrm>
                    <a:off x="5291137" y="21490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3" name="Google Shape;623;p24"/>
                  <p:cNvSpPr/>
                  <p:nvPr/>
                </p:nvSpPr>
                <p:spPr>
                  <a:xfrm>
                    <a:off x="5320855" y="211931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4" name="Google Shape;624;p24"/>
                  <p:cNvSpPr/>
                  <p:nvPr/>
                </p:nvSpPr>
                <p:spPr>
                  <a:xfrm>
                    <a:off x="5350668" y="208959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5" name="Google Shape;625;p24"/>
                  <p:cNvSpPr/>
                  <p:nvPr/>
                </p:nvSpPr>
                <p:spPr>
                  <a:xfrm>
                    <a:off x="5380482" y="2059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6" name="Google Shape;626;p24"/>
                  <p:cNvSpPr/>
                  <p:nvPr/>
                </p:nvSpPr>
                <p:spPr>
                  <a:xfrm>
                    <a:off x="5410200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627;p24"/>
                  <p:cNvSpPr/>
                  <p:nvPr/>
                </p:nvSpPr>
                <p:spPr>
                  <a:xfrm>
                    <a:off x="5439918" y="1970531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8" name="Google Shape;628;p24"/>
                  <p:cNvSpPr/>
                  <p:nvPr/>
                </p:nvSpPr>
                <p:spPr>
                  <a:xfrm>
                    <a:off x="5112543" y="2297905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9" name="Google Shape;629;p24"/>
                  <p:cNvSpPr/>
                  <p:nvPr/>
                </p:nvSpPr>
                <p:spPr>
                  <a:xfrm>
                    <a:off x="5082730" y="232771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0" name="Google Shape;630;p24"/>
                  <p:cNvSpPr/>
                  <p:nvPr/>
                </p:nvSpPr>
                <p:spPr>
                  <a:xfrm>
                    <a:off x="4993481" y="2178843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1" name="Google Shape;631;p24"/>
                  <p:cNvSpPr/>
                  <p:nvPr/>
                </p:nvSpPr>
                <p:spPr>
                  <a:xfrm>
                    <a:off x="5053012" y="208959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2" name="Google Shape;632;p24"/>
                  <p:cNvSpPr/>
                  <p:nvPr/>
                </p:nvSpPr>
                <p:spPr>
                  <a:xfrm>
                    <a:off x="5112543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4"/>
                  <p:cNvSpPr/>
                  <p:nvPr/>
                </p:nvSpPr>
                <p:spPr>
                  <a:xfrm>
                    <a:off x="5142357" y="200024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4" name="Google Shape;634;p24"/>
                  <p:cNvSpPr/>
                  <p:nvPr/>
                </p:nvSpPr>
                <p:spPr>
                  <a:xfrm>
                    <a:off x="5291137" y="1851469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5" name="Google Shape;635;p24"/>
                  <p:cNvSpPr/>
                  <p:nvPr/>
                </p:nvSpPr>
                <p:spPr>
                  <a:xfrm>
                    <a:off x="5142357" y="200024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4"/>
                  <p:cNvSpPr/>
                  <p:nvPr/>
                </p:nvSpPr>
                <p:spPr>
                  <a:xfrm>
                    <a:off x="5172075" y="197053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7" name="Google Shape;637;p24"/>
                  <p:cNvSpPr/>
                  <p:nvPr/>
                </p:nvSpPr>
                <p:spPr>
                  <a:xfrm>
                    <a:off x="5201793" y="1940718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8" name="Google Shape;638;p24"/>
                  <p:cNvSpPr/>
                  <p:nvPr/>
                </p:nvSpPr>
                <p:spPr>
                  <a:xfrm>
                    <a:off x="5231606" y="191090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4"/>
                  <p:cNvSpPr/>
                  <p:nvPr/>
                </p:nvSpPr>
                <p:spPr>
                  <a:xfrm>
                    <a:off x="5261419" y="188118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0" name="Google Shape;640;p24"/>
                  <p:cNvSpPr/>
                  <p:nvPr/>
                </p:nvSpPr>
                <p:spPr>
                  <a:xfrm>
                    <a:off x="5023294" y="2119312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1" name="Google Shape;641;p24"/>
                  <p:cNvSpPr/>
                  <p:nvPr/>
                </p:nvSpPr>
                <p:spPr>
                  <a:xfrm>
                    <a:off x="5082730" y="2059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2" name="Google Shape;642;p24"/>
                  <p:cNvSpPr/>
                  <p:nvPr/>
                </p:nvSpPr>
                <p:spPr>
                  <a:xfrm>
                    <a:off x="5142357" y="2268092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3" name="Google Shape;643;p24"/>
                  <p:cNvSpPr/>
                  <p:nvPr/>
                </p:nvSpPr>
                <p:spPr>
                  <a:xfrm>
                    <a:off x="5529262" y="2000249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4" name="Google Shape;644;p24"/>
                  <p:cNvSpPr/>
                  <p:nvPr/>
                </p:nvSpPr>
                <p:spPr>
                  <a:xfrm>
                    <a:off x="5558980" y="1910905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5" name="Google Shape;645;p24"/>
                  <p:cNvSpPr/>
                  <p:nvPr/>
                </p:nvSpPr>
                <p:spPr>
                  <a:xfrm>
                    <a:off x="5588793" y="1970531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6" name="Google Shape;646;p24"/>
                  <p:cNvSpPr/>
                  <p:nvPr/>
                </p:nvSpPr>
                <p:spPr>
                  <a:xfrm>
                    <a:off x="5558980" y="2059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7" name="Google Shape;647;p24"/>
                  <p:cNvSpPr/>
                  <p:nvPr/>
                </p:nvSpPr>
                <p:spPr>
                  <a:xfrm>
                    <a:off x="5648325" y="2059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8" name="Google Shape;648;p24"/>
                  <p:cNvSpPr/>
                  <p:nvPr/>
                </p:nvSpPr>
                <p:spPr>
                  <a:xfrm>
                    <a:off x="5618607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9" name="Google Shape;649;p24"/>
                  <p:cNvSpPr/>
                  <p:nvPr/>
                </p:nvSpPr>
                <p:spPr>
                  <a:xfrm>
                    <a:off x="5588793" y="2089594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0" name="Google Shape;650;p24"/>
                  <p:cNvSpPr/>
                  <p:nvPr/>
                </p:nvSpPr>
                <p:spPr>
                  <a:xfrm>
                    <a:off x="5231606" y="1732406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1" name="Google Shape;651;p24"/>
                  <p:cNvSpPr/>
                  <p:nvPr/>
                </p:nvSpPr>
                <p:spPr>
                  <a:xfrm>
                    <a:off x="5231606" y="164306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2" name="Google Shape;652;p24"/>
                  <p:cNvSpPr/>
                  <p:nvPr/>
                </p:nvSpPr>
                <p:spPr>
                  <a:xfrm>
                    <a:off x="5261419" y="1672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3" name="Google Shape;653;p24"/>
                  <p:cNvSpPr/>
                  <p:nvPr/>
                </p:nvSpPr>
                <p:spPr>
                  <a:xfrm>
                    <a:off x="5201793" y="1672780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4" name="Google Shape;654;p24"/>
                  <p:cNvSpPr/>
                  <p:nvPr/>
                </p:nvSpPr>
                <p:spPr>
                  <a:xfrm>
                    <a:off x="5261419" y="1762124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5" name="Google Shape;655;p24"/>
                  <p:cNvSpPr/>
                  <p:nvPr/>
                </p:nvSpPr>
                <p:spPr>
                  <a:xfrm>
                    <a:off x="5350668" y="1732406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6" name="Google Shape;656;p24"/>
                  <p:cNvSpPr/>
                  <p:nvPr/>
                </p:nvSpPr>
                <p:spPr>
                  <a:xfrm>
                    <a:off x="5291137" y="1702593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" name="Google Shape;657;p24"/>
                  <p:cNvSpPr/>
                  <p:nvPr/>
                </p:nvSpPr>
                <p:spPr>
                  <a:xfrm>
                    <a:off x="5320855" y="1791842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8" name="Google Shape;658;p24"/>
                  <p:cNvSpPr/>
                  <p:nvPr/>
                </p:nvSpPr>
                <p:spPr>
                  <a:xfrm>
                    <a:off x="5350668" y="182165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9" name="Google Shape;659;p24"/>
                  <p:cNvSpPr/>
                  <p:nvPr/>
                </p:nvSpPr>
                <p:spPr>
                  <a:xfrm>
                    <a:off x="5410200" y="1762124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0" name="Google Shape;660;p24"/>
                  <p:cNvSpPr/>
                  <p:nvPr/>
                </p:nvSpPr>
                <p:spPr>
                  <a:xfrm>
                    <a:off x="5529262" y="1851469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1" name="Google Shape;661;p24"/>
                  <p:cNvSpPr/>
                  <p:nvPr/>
                </p:nvSpPr>
                <p:spPr>
                  <a:xfrm>
                    <a:off x="5558980" y="1791842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" name="Google Shape;662;p24"/>
                  <p:cNvSpPr/>
                  <p:nvPr/>
                </p:nvSpPr>
                <p:spPr>
                  <a:xfrm>
                    <a:off x="5588793" y="1762124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24"/>
                  <p:cNvSpPr/>
                  <p:nvPr/>
                </p:nvSpPr>
                <p:spPr>
                  <a:xfrm>
                    <a:off x="5529262" y="1702593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4" name="Google Shape;664;p24"/>
                  <p:cNvSpPr/>
                  <p:nvPr/>
                </p:nvSpPr>
                <p:spPr>
                  <a:xfrm>
                    <a:off x="5558980" y="1672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5" name="Google Shape;665;p24"/>
                  <p:cNvSpPr/>
                  <p:nvPr/>
                </p:nvSpPr>
                <p:spPr>
                  <a:xfrm>
                    <a:off x="5588793" y="164306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4"/>
                  <p:cNvSpPr/>
                  <p:nvPr/>
                </p:nvSpPr>
                <p:spPr>
                  <a:xfrm>
                    <a:off x="5618607" y="161334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7" name="Google Shape;667;p24"/>
                  <p:cNvSpPr/>
                  <p:nvPr/>
                </p:nvSpPr>
                <p:spPr>
                  <a:xfrm>
                    <a:off x="5678043" y="161334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8" name="Google Shape;668;p24"/>
                  <p:cNvSpPr/>
                  <p:nvPr/>
                </p:nvSpPr>
                <p:spPr>
                  <a:xfrm>
                    <a:off x="5767387" y="1613344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4"/>
                  <p:cNvSpPr/>
                  <p:nvPr/>
                </p:nvSpPr>
                <p:spPr>
                  <a:xfrm>
                    <a:off x="5678043" y="1494281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0" name="Google Shape;670;p24"/>
                  <p:cNvSpPr/>
                  <p:nvPr/>
                </p:nvSpPr>
                <p:spPr>
                  <a:xfrm>
                    <a:off x="5707856" y="1464468"/>
                    <a:ext cx="89344" cy="29718"/>
                  </a:xfrm>
                  <a:custGeom>
                    <a:rect b="b" l="l" r="r" t="t"/>
                    <a:pathLst>
                      <a:path extrusionOk="0" h="29718" w="89344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1" name="Google Shape;671;p24"/>
                  <p:cNvSpPr/>
                  <p:nvPr/>
                </p:nvSpPr>
                <p:spPr>
                  <a:xfrm>
                    <a:off x="5797105" y="1434655"/>
                    <a:ext cx="89344" cy="29718"/>
                  </a:xfrm>
                  <a:custGeom>
                    <a:rect b="b" l="l" r="r" t="t"/>
                    <a:pathLst>
                      <a:path extrusionOk="0" h="29718" w="89344">
                        <a:moveTo>
                          <a:pt x="0" y="0"/>
                        </a:moveTo>
                        <a:lnTo>
                          <a:pt x="89345" y="0"/>
                        </a:lnTo>
                        <a:lnTo>
                          <a:pt x="89345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2" name="Google Shape;672;p24"/>
                  <p:cNvSpPr/>
                  <p:nvPr/>
                </p:nvSpPr>
                <p:spPr>
                  <a:xfrm>
                    <a:off x="5707856" y="155371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3" name="Google Shape;673;p24"/>
                  <p:cNvSpPr/>
                  <p:nvPr/>
                </p:nvSpPr>
                <p:spPr>
                  <a:xfrm>
                    <a:off x="5737669" y="15835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8F8F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4" name="Google Shape;674;p24"/>
                  <p:cNvSpPr/>
                  <p:nvPr/>
                </p:nvSpPr>
                <p:spPr>
                  <a:xfrm>
                    <a:off x="5797105" y="149428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5" name="Google Shape;675;p24"/>
                  <p:cNvSpPr/>
                  <p:nvPr/>
                </p:nvSpPr>
                <p:spPr>
                  <a:xfrm>
                    <a:off x="5767387" y="1523999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6" name="Google Shape;676;p24"/>
                  <p:cNvSpPr/>
                  <p:nvPr/>
                </p:nvSpPr>
                <p:spPr>
                  <a:xfrm>
                    <a:off x="5707856" y="1494281"/>
                    <a:ext cx="89249" cy="59435"/>
                  </a:xfrm>
                  <a:custGeom>
                    <a:rect b="b" l="l" r="r" t="t"/>
                    <a:pathLst>
                      <a:path extrusionOk="0" h="59435" w="89249">
                        <a:moveTo>
                          <a:pt x="89249" y="0"/>
                        </a:moveTo>
                        <a:lnTo>
                          <a:pt x="89249" y="29718"/>
                        </a:lnTo>
                        <a:lnTo>
                          <a:pt x="59531" y="29718"/>
                        </a:lnTo>
                        <a:lnTo>
                          <a:pt x="59531" y="59436"/>
                        </a:lnTo>
                        <a:lnTo>
                          <a:pt x="0" y="59436"/>
                        </a:lnTo>
                        <a:lnTo>
                          <a:pt x="0" y="0"/>
                        </a:lnTo>
                        <a:lnTo>
                          <a:pt x="89249" y="0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7" name="Google Shape;677;p24"/>
                  <p:cNvSpPr/>
                  <p:nvPr/>
                </p:nvSpPr>
                <p:spPr>
                  <a:xfrm>
                    <a:off x="5737669" y="155371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8" name="Google Shape;678;p24"/>
                  <p:cNvSpPr/>
                  <p:nvPr/>
                </p:nvSpPr>
                <p:spPr>
                  <a:xfrm>
                    <a:off x="5767387" y="1523999"/>
                    <a:ext cx="59531" cy="89344"/>
                  </a:xfrm>
                  <a:custGeom>
                    <a:rect b="b" l="l" r="r" t="t"/>
                    <a:pathLst>
                      <a:path extrusionOk="0" h="89344" w="59531">
                        <a:moveTo>
                          <a:pt x="59531" y="0"/>
                        </a:moveTo>
                        <a:lnTo>
                          <a:pt x="59531" y="89344"/>
                        </a:lnTo>
                        <a:lnTo>
                          <a:pt x="0" y="89344"/>
                        </a:lnTo>
                        <a:lnTo>
                          <a:pt x="0" y="29718"/>
                        </a:lnTo>
                        <a:lnTo>
                          <a:pt x="29718" y="29718"/>
                        </a:lnTo>
                        <a:lnTo>
                          <a:pt x="29718" y="0"/>
                        </a:lnTo>
                        <a:lnTo>
                          <a:pt x="59531" y="0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9" name="Google Shape;679;p24"/>
                  <p:cNvSpPr/>
                  <p:nvPr/>
                </p:nvSpPr>
                <p:spPr>
                  <a:xfrm>
                    <a:off x="5826918" y="1523999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4"/>
                        </a:lnTo>
                        <a:lnTo>
                          <a:pt x="0" y="89344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0" name="Google Shape;680;p24"/>
                  <p:cNvSpPr/>
                  <p:nvPr/>
                </p:nvSpPr>
                <p:spPr>
                  <a:xfrm>
                    <a:off x="5797105" y="1464468"/>
                    <a:ext cx="59626" cy="59531"/>
                  </a:xfrm>
                  <a:custGeom>
                    <a:rect b="b" l="l" r="r" t="t"/>
                    <a:pathLst>
                      <a:path extrusionOk="0" h="59531" w="59626">
                        <a:moveTo>
                          <a:pt x="59627" y="0"/>
                        </a:moveTo>
                        <a:lnTo>
                          <a:pt x="59627" y="59531"/>
                        </a:lnTo>
                        <a:lnTo>
                          <a:pt x="29813" y="59531"/>
                        </a:lnTo>
                        <a:lnTo>
                          <a:pt x="29813" y="29813"/>
                        </a:lnTo>
                        <a:lnTo>
                          <a:pt x="0" y="29813"/>
                        </a:lnTo>
                        <a:lnTo>
                          <a:pt x="0" y="0"/>
                        </a:lnTo>
                        <a:lnTo>
                          <a:pt x="59627" y="0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1" name="Google Shape;681;p24"/>
                  <p:cNvSpPr/>
                  <p:nvPr/>
                </p:nvSpPr>
                <p:spPr>
                  <a:xfrm>
                    <a:off x="5856732" y="1434655"/>
                    <a:ext cx="29718" cy="89344"/>
                  </a:xfrm>
                  <a:custGeom>
                    <a:rect b="b" l="l" r="r" t="t"/>
                    <a:pathLst>
                      <a:path extrusionOk="0" h="89344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89345"/>
                        </a:lnTo>
                        <a:lnTo>
                          <a:pt x="0" y="89345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2" name="Google Shape;682;p24"/>
                  <p:cNvSpPr/>
                  <p:nvPr/>
                </p:nvSpPr>
                <p:spPr>
                  <a:xfrm>
                    <a:off x="5707856" y="1643062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3" name="Google Shape;683;p24"/>
                  <p:cNvSpPr/>
                  <p:nvPr/>
                </p:nvSpPr>
                <p:spPr>
                  <a:xfrm>
                    <a:off x="5678042" y="1553717"/>
                    <a:ext cx="89344" cy="89344"/>
                  </a:xfrm>
                  <a:custGeom>
                    <a:rect b="b" l="l" r="r" t="t"/>
                    <a:pathLst>
                      <a:path extrusionOk="0" h="89344" w="89344">
                        <a:moveTo>
                          <a:pt x="89345" y="59626"/>
                        </a:moveTo>
                        <a:lnTo>
                          <a:pt x="89345" y="89345"/>
                        </a:lnTo>
                        <a:lnTo>
                          <a:pt x="29813" y="89345"/>
                        </a:lnTo>
                        <a:lnTo>
                          <a:pt x="29813" y="59626"/>
                        </a:lnTo>
                        <a:lnTo>
                          <a:pt x="0" y="59626"/>
                        </a:lnTo>
                        <a:lnTo>
                          <a:pt x="0" y="0"/>
                        </a:lnTo>
                        <a:lnTo>
                          <a:pt x="29813" y="0"/>
                        </a:lnTo>
                        <a:lnTo>
                          <a:pt x="29813" y="29813"/>
                        </a:lnTo>
                        <a:lnTo>
                          <a:pt x="59627" y="29813"/>
                        </a:lnTo>
                        <a:lnTo>
                          <a:pt x="59627" y="59626"/>
                        </a:lnTo>
                        <a:lnTo>
                          <a:pt x="89345" y="59626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4" name="Google Shape;684;p24"/>
                  <p:cNvSpPr/>
                  <p:nvPr/>
                </p:nvSpPr>
                <p:spPr>
                  <a:xfrm>
                    <a:off x="5648325" y="1553717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5" name="Google Shape;685;p24"/>
                  <p:cNvSpPr/>
                  <p:nvPr/>
                </p:nvSpPr>
                <p:spPr>
                  <a:xfrm>
                    <a:off x="5618607" y="1732406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6" name="Google Shape;686;p24"/>
                  <p:cNvSpPr/>
                  <p:nvPr/>
                </p:nvSpPr>
                <p:spPr>
                  <a:xfrm>
                    <a:off x="5648325" y="1702593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7" name="Google Shape;687;p24"/>
                  <p:cNvSpPr/>
                  <p:nvPr/>
                </p:nvSpPr>
                <p:spPr>
                  <a:xfrm>
                    <a:off x="5678043" y="1672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" name="Google Shape;688;p24"/>
                  <p:cNvSpPr/>
                  <p:nvPr/>
                </p:nvSpPr>
                <p:spPr>
                  <a:xfrm>
                    <a:off x="5469731" y="1732406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9" name="Google Shape;689;p24"/>
                  <p:cNvSpPr/>
                  <p:nvPr/>
                </p:nvSpPr>
                <p:spPr>
                  <a:xfrm>
                    <a:off x="5499544" y="182165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0" name="Google Shape;690;p24"/>
                  <p:cNvSpPr/>
                  <p:nvPr/>
                </p:nvSpPr>
                <p:spPr>
                  <a:xfrm>
                    <a:off x="5469731" y="1613343"/>
                    <a:ext cx="238125" cy="238125"/>
                  </a:xfrm>
                  <a:custGeom>
                    <a:rect b="b" l="l" r="r" t="t"/>
                    <a:pathLst>
                      <a:path extrusionOk="0" h="238125" w="238125">
                        <a:moveTo>
                          <a:pt x="238125" y="29718"/>
                        </a:moveTo>
                        <a:lnTo>
                          <a:pt x="238125" y="59436"/>
                        </a:lnTo>
                        <a:lnTo>
                          <a:pt x="208312" y="59436"/>
                        </a:lnTo>
                        <a:lnTo>
                          <a:pt x="208312" y="89249"/>
                        </a:lnTo>
                        <a:lnTo>
                          <a:pt x="178594" y="89249"/>
                        </a:lnTo>
                        <a:lnTo>
                          <a:pt x="178594" y="119063"/>
                        </a:lnTo>
                        <a:lnTo>
                          <a:pt x="148876" y="119063"/>
                        </a:lnTo>
                        <a:lnTo>
                          <a:pt x="148876" y="148781"/>
                        </a:lnTo>
                        <a:lnTo>
                          <a:pt x="119063" y="148781"/>
                        </a:lnTo>
                        <a:lnTo>
                          <a:pt x="119063" y="178499"/>
                        </a:lnTo>
                        <a:lnTo>
                          <a:pt x="89249" y="178499"/>
                        </a:lnTo>
                        <a:lnTo>
                          <a:pt x="89249" y="238125"/>
                        </a:lnTo>
                        <a:lnTo>
                          <a:pt x="59531" y="238125"/>
                        </a:lnTo>
                        <a:lnTo>
                          <a:pt x="59531" y="208312"/>
                        </a:lnTo>
                        <a:lnTo>
                          <a:pt x="29813" y="208312"/>
                        </a:lnTo>
                        <a:lnTo>
                          <a:pt x="29813" y="178499"/>
                        </a:lnTo>
                        <a:lnTo>
                          <a:pt x="0" y="178499"/>
                        </a:lnTo>
                        <a:lnTo>
                          <a:pt x="0" y="148781"/>
                        </a:lnTo>
                        <a:lnTo>
                          <a:pt x="59531" y="148781"/>
                        </a:lnTo>
                        <a:lnTo>
                          <a:pt x="59531" y="119063"/>
                        </a:lnTo>
                        <a:lnTo>
                          <a:pt x="89249" y="119063"/>
                        </a:lnTo>
                        <a:lnTo>
                          <a:pt x="89249" y="89249"/>
                        </a:lnTo>
                        <a:lnTo>
                          <a:pt x="119063" y="89249"/>
                        </a:lnTo>
                        <a:lnTo>
                          <a:pt x="119063" y="59436"/>
                        </a:lnTo>
                        <a:lnTo>
                          <a:pt x="148876" y="59436"/>
                        </a:lnTo>
                        <a:lnTo>
                          <a:pt x="148876" y="29718"/>
                        </a:lnTo>
                        <a:lnTo>
                          <a:pt x="178594" y="29718"/>
                        </a:lnTo>
                        <a:lnTo>
                          <a:pt x="178594" y="0"/>
                        </a:lnTo>
                        <a:lnTo>
                          <a:pt x="208312" y="0"/>
                        </a:lnTo>
                        <a:lnTo>
                          <a:pt x="208312" y="29718"/>
                        </a:lnTo>
                        <a:lnTo>
                          <a:pt x="238125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1" name="Google Shape;691;p24"/>
                  <p:cNvSpPr/>
                  <p:nvPr/>
                </p:nvSpPr>
                <p:spPr>
                  <a:xfrm>
                    <a:off x="5469731" y="1791842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2" name="Google Shape;692;p24"/>
                  <p:cNvSpPr/>
                  <p:nvPr/>
                </p:nvSpPr>
                <p:spPr>
                  <a:xfrm>
                    <a:off x="5499544" y="1791842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3" name="Google Shape;693;p24"/>
                  <p:cNvSpPr/>
                  <p:nvPr/>
                </p:nvSpPr>
                <p:spPr>
                  <a:xfrm>
                    <a:off x="5558980" y="1762124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" name="Google Shape;694;p24"/>
                  <p:cNvSpPr/>
                  <p:nvPr/>
                </p:nvSpPr>
                <p:spPr>
                  <a:xfrm>
                    <a:off x="5529262" y="1762124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5" name="Google Shape;695;p24"/>
                  <p:cNvSpPr/>
                  <p:nvPr/>
                </p:nvSpPr>
                <p:spPr>
                  <a:xfrm>
                    <a:off x="5588793" y="1732406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6" name="Google Shape;696;p24"/>
                  <p:cNvSpPr/>
                  <p:nvPr/>
                </p:nvSpPr>
                <p:spPr>
                  <a:xfrm>
                    <a:off x="5648325" y="1672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7" name="Google Shape;697;p24"/>
                  <p:cNvSpPr/>
                  <p:nvPr/>
                </p:nvSpPr>
                <p:spPr>
                  <a:xfrm>
                    <a:off x="5529262" y="182165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" name="Google Shape;698;p24"/>
                  <p:cNvSpPr/>
                  <p:nvPr/>
                </p:nvSpPr>
                <p:spPr>
                  <a:xfrm>
                    <a:off x="5469731" y="1762124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9" name="Google Shape;699;p24"/>
                  <p:cNvSpPr/>
                  <p:nvPr/>
                </p:nvSpPr>
                <p:spPr>
                  <a:xfrm>
                    <a:off x="5023770" y="1851564"/>
                    <a:ext cx="445865" cy="475773"/>
                  </a:xfrm>
                  <a:custGeom>
                    <a:rect b="b" l="l" r="r" t="t"/>
                    <a:pathLst>
                      <a:path extrusionOk="0" h="475773" w="445865">
                        <a:moveTo>
                          <a:pt x="416147" y="89154"/>
                        </a:moveTo>
                        <a:lnTo>
                          <a:pt x="416147" y="59436"/>
                        </a:lnTo>
                        <a:lnTo>
                          <a:pt x="386429" y="59436"/>
                        </a:lnTo>
                        <a:lnTo>
                          <a:pt x="386429" y="89154"/>
                        </a:lnTo>
                        <a:lnTo>
                          <a:pt x="356711" y="89154"/>
                        </a:lnTo>
                        <a:lnTo>
                          <a:pt x="356711" y="118872"/>
                        </a:lnTo>
                        <a:lnTo>
                          <a:pt x="326993" y="118872"/>
                        </a:lnTo>
                        <a:lnTo>
                          <a:pt x="326993" y="148590"/>
                        </a:lnTo>
                        <a:lnTo>
                          <a:pt x="297275" y="148590"/>
                        </a:lnTo>
                        <a:lnTo>
                          <a:pt x="297275" y="178308"/>
                        </a:lnTo>
                        <a:lnTo>
                          <a:pt x="267557" y="178308"/>
                        </a:lnTo>
                        <a:lnTo>
                          <a:pt x="267557" y="208026"/>
                        </a:lnTo>
                        <a:lnTo>
                          <a:pt x="237839" y="208026"/>
                        </a:lnTo>
                        <a:lnTo>
                          <a:pt x="237839" y="178308"/>
                        </a:lnTo>
                        <a:lnTo>
                          <a:pt x="267557" y="178308"/>
                        </a:lnTo>
                        <a:lnTo>
                          <a:pt x="267557" y="148590"/>
                        </a:lnTo>
                        <a:lnTo>
                          <a:pt x="297275" y="148590"/>
                        </a:lnTo>
                        <a:lnTo>
                          <a:pt x="297275" y="118872"/>
                        </a:lnTo>
                        <a:lnTo>
                          <a:pt x="326993" y="118872"/>
                        </a:lnTo>
                        <a:lnTo>
                          <a:pt x="326993" y="89154"/>
                        </a:lnTo>
                        <a:lnTo>
                          <a:pt x="356711" y="89154"/>
                        </a:lnTo>
                        <a:lnTo>
                          <a:pt x="356711" y="59436"/>
                        </a:lnTo>
                        <a:lnTo>
                          <a:pt x="386429" y="59436"/>
                        </a:lnTo>
                        <a:lnTo>
                          <a:pt x="386429" y="29718"/>
                        </a:lnTo>
                        <a:lnTo>
                          <a:pt x="356711" y="29718"/>
                        </a:lnTo>
                        <a:lnTo>
                          <a:pt x="356711" y="0"/>
                        </a:lnTo>
                        <a:lnTo>
                          <a:pt x="326993" y="0"/>
                        </a:lnTo>
                        <a:lnTo>
                          <a:pt x="326993" y="29718"/>
                        </a:lnTo>
                        <a:lnTo>
                          <a:pt x="267462" y="29718"/>
                        </a:lnTo>
                        <a:lnTo>
                          <a:pt x="267462" y="59436"/>
                        </a:lnTo>
                        <a:lnTo>
                          <a:pt x="237744" y="59436"/>
                        </a:lnTo>
                        <a:lnTo>
                          <a:pt x="237744" y="89154"/>
                        </a:lnTo>
                        <a:lnTo>
                          <a:pt x="208026" y="89154"/>
                        </a:lnTo>
                        <a:lnTo>
                          <a:pt x="208026" y="118872"/>
                        </a:lnTo>
                        <a:lnTo>
                          <a:pt x="178308" y="118872"/>
                        </a:lnTo>
                        <a:lnTo>
                          <a:pt x="178308" y="148590"/>
                        </a:lnTo>
                        <a:lnTo>
                          <a:pt x="148590" y="148590"/>
                        </a:lnTo>
                        <a:lnTo>
                          <a:pt x="148590" y="178308"/>
                        </a:lnTo>
                        <a:lnTo>
                          <a:pt x="118872" y="178308"/>
                        </a:lnTo>
                        <a:lnTo>
                          <a:pt x="118872" y="208026"/>
                        </a:lnTo>
                        <a:lnTo>
                          <a:pt x="89154" y="208026"/>
                        </a:lnTo>
                        <a:lnTo>
                          <a:pt x="89154" y="237744"/>
                        </a:lnTo>
                        <a:lnTo>
                          <a:pt x="59436" y="237744"/>
                        </a:lnTo>
                        <a:lnTo>
                          <a:pt x="59436" y="267462"/>
                        </a:lnTo>
                        <a:lnTo>
                          <a:pt x="29718" y="267462"/>
                        </a:lnTo>
                        <a:lnTo>
                          <a:pt x="29718" y="326993"/>
                        </a:lnTo>
                        <a:lnTo>
                          <a:pt x="0" y="326993"/>
                        </a:lnTo>
                        <a:lnTo>
                          <a:pt x="0" y="386525"/>
                        </a:lnTo>
                        <a:lnTo>
                          <a:pt x="29718" y="386525"/>
                        </a:lnTo>
                        <a:lnTo>
                          <a:pt x="29718" y="446056"/>
                        </a:lnTo>
                        <a:lnTo>
                          <a:pt x="59436" y="446056"/>
                        </a:lnTo>
                        <a:lnTo>
                          <a:pt x="59436" y="475774"/>
                        </a:lnTo>
                        <a:lnTo>
                          <a:pt x="89154" y="475774"/>
                        </a:lnTo>
                        <a:lnTo>
                          <a:pt x="89154" y="446056"/>
                        </a:lnTo>
                        <a:lnTo>
                          <a:pt x="118872" y="446056"/>
                        </a:lnTo>
                        <a:lnTo>
                          <a:pt x="118872" y="416338"/>
                        </a:lnTo>
                        <a:lnTo>
                          <a:pt x="178403" y="416338"/>
                        </a:lnTo>
                        <a:lnTo>
                          <a:pt x="178403" y="386620"/>
                        </a:lnTo>
                        <a:lnTo>
                          <a:pt x="208121" y="386620"/>
                        </a:lnTo>
                        <a:lnTo>
                          <a:pt x="208121" y="356902"/>
                        </a:lnTo>
                        <a:lnTo>
                          <a:pt x="237839" y="356902"/>
                        </a:lnTo>
                        <a:lnTo>
                          <a:pt x="237839" y="327184"/>
                        </a:lnTo>
                        <a:lnTo>
                          <a:pt x="267557" y="327184"/>
                        </a:lnTo>
                        <a:lnTo>
                          <a:pt x="267557" y="297466"/>
                        </a:lnTo>
                        <a:lnTo>
                          <a:pt x="297275" y="297466"/>
                        </a:lnTo>
                        <a:lnTo>
                          <a:pt x="297275" y="267748"/>
                        </a:lnTo>
                        <a:lnTo>
                          <a:pt x="326993" y="267748"/>
                        </a:lnTo>
                        <a:lnTo>
                          <a:pt x="326993" y="238030"/>
                        </a:lnTo>
                        <a:lnTo>
                          <a:pt x="356711" y="238030"/>
                        </a:lnTo>
                        <a:lnTo>
                          <a:pt x="356711" y="208312"/>
                        </a:lnTo>
                        <a:lnTo>
                          <a:pt x="386429" y="208312"/>
                        </a:lnTo>
                        <a:lnTo>
                          <a:pt x="386429" y="178594"/>
                        </a:lnTo>
                        <a:lnTo>
                          <a:pt x="416147" y="178594"/>
                        </a:lnTo>
                        <a:lnTo>
                          <a:pt x="416147" y="119063"/>
                        </a:lnTo>
                        <a:lnTo>
                          <a:pt x="445865" y="119063"/>
                        </a:lnTo>
                        <a:lnTo>
                          <a:pt x="445865" y="89345"/>
                        </a:lnTo>
                        <a:lnTo>
                          <a:pt x="416147" y="89345"/>
                        </a:lnTo>
                        <a:close/>
                        <a:moveTo>
                          <a:pt x="207740" y="267748"/>
                        </a:moveTo>
                        <a:lnTo>
                          <a:pt x="178022" y="267748"/>
                        </a:lnTo>
                        <a:lnTo>
                          <a:pt x="178022" y="297466"/>
                        </a:lnTo>
                        <a:lnTo>
                          <a:pt x="148304" y="297466"/>
                        </a:lnTo>
                        <a:lnTo>
                          <a:pt x="148304" y="327184"/>
                        </a:lnTo>
                        <a:lnTo>
                          <a:pt x="118586" y="327184"/>
                        </a:lnTo>
                        <a:lnTo>
                          <a:pt x="118586" y="356902"/>
                        </a:lnTo>
                        <a:lnTo>
                          <a:pt x="88868" y="356902"/>
                        </a:lnTo>
                        <a:lnTo>
                          <a:pt x="88868" y="327184"/>
                        </a:lnTo>
                        <a:lnTo>
                          <a:pt x="118586" y="327184"/>
                        </a:lnTo>
                        <a:lnTo>
                          <a:pt x="118586" y="297466"/>
                        </a:lnTo>
                        <a:lnTo>
                          <a:pt x="148304" y="297466"/>
                        </a:lnTo>
                        <a:lnTo>
                          <a:pt x="148304" y="267748"/>
                        </a:lnTo>
                        <a:lnTo>
                          <a:pt x="178022" y="267748"/>
                        </a:lnTo>
                        <a:lnTo>
                          <a:pt x="178022" y="238030"/>
                        </a:lnTo>
                        <a:lnTo>
                          <a:pt x="207740" y="238030"/>
                        </a:lnTo>
                        <a:lnTo>
                          <a:pt x="207740" y="26774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0" name="Google Shape;700;p24"/>
                  <p:cNvSpPr/>
                  <p:nvPr/>
                </p:nvSpPr>
                <p:spPr>
                  <a:xfrm>
                    <a:off x="5231606" y="1672780"/>
                    <a:ext cx="416718" cy="416813"/>
                  </a:xfrm>
                  <a:custGeom>
                    <a:rect b="b" l="l" r="r" t="t"/>
                    <a:pathLst>
                      <a:path extrusionOk="0" h="416813" w="416718">
                        <a:moveTo>
                          <a:pt x="416719" y="387001"/>
                        </a:moveTo>
                        <a:lnTo>
                          <a:pt x="416719" y="416814"/>
                        </a:lnTo>
                        <a:lnTo>
                          <a:pt x="357188" y="416814"/>
                        </a:lnTo>
                        <a:lnTo>
                          <a:pt x="357188" y="387001"/>
                        </a:lnTo>
                        <a:lnTo>
                          <a:pt x="327374" y="387001"/>
                        </a:lnTo>
                        <a:lnTo>
                          <a:pt x="327374" y="327470"/>
                        </a:lnTo>
                        <a:lnTo>
                          <a:pt x="297656" y="327470"/>
                        </a:lnTo>
                        <a:lnTo>
                          <a:pt x="297656" y="297752"/>
                        </a:lnTo>
                        <a:lnTo>
                          <a:pt x="267938" y="297752"/>
                        </a:lnTo>
                        <a:lnTo>
                          <a:pt x="267938" y="267938"/>
                        </a:lnTo>
                        <a:lnTo>
                          <a:pt x="238125" y="267938"/>
                        </a:lnTo>
                        <a:lnTo>
                          <a:pt x="238125" y="238125"/>
                        </a:lnTo>
                        <a:lnTo>
                          <a:pt x="208312" y="238125"/>
                        </a:lnTo>
                        <a:lnTo>
                          <a:pt x="208312" y="208407"/>
                        </a:lnTo>
                        <a:lnTo>
                          <a:pt x="178594" y="208407"/>
                        </a:lnTo>
                        <a:lnTo>
                          <a:pt x="178594" y="178689"/>
                        </a:lnTo>
                        <a:lnTo>
                          <a:pt x="148876" y="178689"/>
                        </a:lnTo>
                        <a:lnTo>
                          <a:pt x="148876" y="148876"/>
                        </a:lnTo>
                        <a:lnTo>
                          <a:pt x="119063" y="148876"/>
                        </a:lnTo>
                        <a:lnTo>
                          <a:pt x="119063" y="119062"/>
                        </a:lnTo>
                        <a:lnTo>
                          <a:pt x="89249" y="119062"/>
                        </a:lnTo>
                        <a:lnTo>
                          <a:pt x="89249" y="89344"/>
                        </a:lnTo>
                        <a:lnTo>
                          <a:pt x="29813" y="89344"/>
                        </a:lnTo>
                        <a:lnTo>
                          <a:pt x="29813" y="59627"/>
                        </a:lnTo>
                        <a:lnTo>
                          <a:pt x="0" y="59627"/>
                        </a:lnTo>
                        <a:lnTo>
                          <a:pt x="0" y="0"/>
                        </a:lnTo>
                        <a:lnTo>
                          <a:pt x="29813" y="0"/>
                        </a:lnTo>
                        <a:lnTo>
                          <a:pt x="29813" y="29813"/>
                        </a:lnTo>
                        <a:lnTo>
                          <a:pt x="59531" y="29813"/>
                        </a:lnTo>
                        <a:lnTo>
                          <a:pt x="59531" y="59627"/>
                        </a:lnTo>
                        <a:lnTo>
                          <a:pt x="119063" y="59627"/>
                        </a:lnTo>
                        <a:lnTo>
                          <a:pt x="119063" y="89344"/>
                        </a:lnTo>
                        <a:lnTo>
                          <a:pt x="178594" y="89344"/>
                        </a:lnTo>
                        <a:lnTo>
                          <a:pt x="178594" y="119062"/>
                        </a:lnTo>
                        <a:lnTo>
                          <a:pt x="238125" y="119062"/>
                        </a:lnTo>
                        <a:lnTo>
                          <a:pt x="238125" y="148876"/>
                        </a:lnTo>
                        <a:lnTo>
                          <a:pt x="267938" y="148876"/>
                        </a:lnTo>
                        <a:lnTo>
                          <a:pt x="267938" y="178689"/>
                        </a:lnTo>
                        <a:lnTo>
                          <a:pt x="297656" y="178689"/>
                        </a:lnTo>
                        <a:lnTo>
                          <a:pt x="297656" y="238125"/>
                        </a:lnTo>
                        <a:lnTo>
                          <a:pt x="327374" y="238125"/>
                        </a:lnTo>
                        <a:lnTo>
                          <a:pt x="327374" y="297752"/>
                        </a:lnTo>
                        <a:lnTo>
                          <a:pt x="357188" y="297752"/>
                        </a:lnTo>
                        <a:lnTo>
                          <a:pt x="357188" y="357188"/>
                        </a:lnTo>
                        <a:lnTo>
                          <a:pt x="387001" y="357188"/>
                        </a:lnTo>
                        <a:lnTo>
                          <a:pt x="387001" y="387001"/>
                        </a:lnTo>
                        <a:lnTo>
                          <a:pt x="416719" y="387001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1" name="Google Shape;701;p24"/>
                  <p:cNvSpPr/>
                  <p:nvPr/>
                </p:nvSpPr>
                <p:spPr>
                  <a:xfrm>
                    <a:off x="5380482" y="1851469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1B1B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2" name="Google Shape;702;p24"/>
                  <p:cNvSpPr/>
                  <p:nvPr/>
                </p:nvSpPr>
                <p:spPr>
                  <a:xfrm>
                    <a:off x="5023294" y="217884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3" name="Google Shape;703;p24"/>
                  <p:cNvSpPr/>
                  <p:nvPr/>
                </p:nvSpPr>
                <p:spPr>
                  <a:xfrm>
                    <a:off x="5053012" y="211931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4" name="Google Shape;704;p24"/>
                  <p:cNvSpPr/>
                  <p:nvPr/>
                </p:nvSpPr>
                <p:spPr>
                  <a:xfrm>
                    <a:off x="5082730" y="208959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5" name="Google Shape;705;p24"/>
                  <p:cNvSpPr/>
                  <p:nvPr/>
                </p:nvSpPr>
                <p:spPr>
                  <a:xfrm>
                    <a:off x="5142357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6" name="Google Shape;706;p24"/>
                  <p:cNvSpPr/>
                  <p:nvPr/>
                </p:nvSpPr>
                <p:spPr>
                  <a:xfrm>
                    <a:off x="5053012" y="226809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4"/>
                  <p:cNvSpPr/>
                  <p:nvPr/>
                </p:nvSpPr>
                <p:spPr>
                  <a:xfrm>
                    <a:off x="5082730" y="2297905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4"/>
                  <p:cNvSpPr/>
                  <p:nvPr/>
                </p:nvSpPr>
                <p:spPr>
                  <a:xfrm>
                    <a:off x="5112543" y="2268092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4"/>
                  <p:cNvSpPr/>
                  <p:nvPr/>
                </p:nvSpPr>
                <p:spPr>
                  <a:xfrm>
                    <a:off x="5082730" y="223837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0" name="Google Shape;710;p24"/>
                  <p:cNvSpPr/>
                  <p:nvPr/>
                </p:nvSpPr>
                <p:spPr>
                  <a:xfrm>
                    <a:off x="5201793" y="2208656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1" name="Google Shape;711;p24"/>
                  <p:cNvSpPr/>
                  <p:nvPr/>
                </p:nvSpPr>
                <p:spPr>
                  <a:xfrm>
                    <a:off x="5291137" y="188118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2" name="Google Shape;712;p24"/>
                  <p:cNvSpPr/>
                  <p:nvPr/>
                </p:nvSpPr>
                <p:spPr>
                  <a:xfrm>
                    <a:off x="5261419" y="191090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3" name="Google Shape;713;p24"/>
                  <p:cNvSpPr/>
                  <p:nvPr/>
                </p:nvSpPr>
                <p:spPr>
                  <a:xfrm>
                    <a:off x="5231606" y="1940718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4" name="Google Shape;714;p24"/>
                  <p:cNvSpPr/>
                  <p:nvPr/>
                </p:nvSpPr>
                <p:spPr>
                  <a:xfrm>
                    <a:off x="5201793" y="197053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5" name="Google Shape;715;p24"/>
                  <p:cNvSpPr/>
                  <p:nvPr/>
                </p:nvSpPr>
                <p:spPr>
                  <a:xfrm>
                    <a:off x="5142357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6" name="Google Shape;716;p24"/>
                  <p:cNvSpPr/>
                  <p:nvPr/>
                </p:nvSpPr>
                <p:spPr>
                  <a:xfrm>
                    <a:off x="5558980" y="197053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7" name="Google Shape;717;p24"/>
                  <p:cNvSpPr/>
                  <p:nvPr/>
                </p:nvSpPr>
                <p:spPr>
                  <a:xfrm>
                    <a:off x="5529262" y="1970531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8" name="Google Shape;718;p24"/>
                  <p:cNvSpPr/>
                  <p:nvPr/>
                </p:nvSpPr>
                <p:spPr>
                  <a:xfrm>
                    <a:off x="5499544" y="1940718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9" name="Google Shape;719;p24"/>
                  <p:cNvSpPr/>
                  <p:nvPr/>
                </p:nvSpPr>
                <p:spPr>
                  <a:xfrm>
                    <a:off x="5469731" y="191090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0" name="Google Shape;720;p24"/>
                  <p:cNvSpPr/>
                  <p:nvPr/>
                </p:nvSpPr>
                <p:spPr>
                  <a:xfrm>
                    <a:off x="5439918" y="188118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1" name="Google Shape;721;p24"/>
                  <p:cNvSpPr/>
                  <p:nvPr/>
                </p:nvSpPr>
                <p:spPr>
                  <a:xfrm>
                    <a:off x="5529262" y="1910905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2" name="Google Shape;722;p24"/>
                  <p:cNvSpPr/>
                  <p:nvPr/>
                </p:nvSpPr>
                <p:spPr>
                  <a:xfrm>
                    <a:off x="5588793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3" name="Google Shape;723;p24"/>
                  <p:cNvSpPr/>
                  <p:nvPr/>
                </p:nvSpPr>
                <p:spPr>
                  <a:xfrm>
                    <a:off x="5558980" y="2029967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4" name="Google Shape;724;p24"/>
                  <p:cNvSpPr/>
                  <p:nvPr/>
                </p:nvSpPr>
                <p:spPr>
                  <a:xfrm>
                    <a:off x="5588793" y="2059780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5" name="Google Shape;725;p24"/>
                  <p:cNvSpPr/>
                  <p:nvPr/>
                </p:nvSpPr>
                <p:spPr>
                  <a:xfrm>
                    <a:off x="5142357" y="223837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6" name="Google Shape;726;p24"/>
                  <p:cNvSpPr/>
                  <p:nvPr/>
                </p:nvSpPr>
                <p:spPr>
                  <a:xfrm>
                    <a:off x="5201793" y="2208656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7" name="Google Shape;727;p24"/>
                  <p:cNvSpPr/>
                  <p:nvPr/>
                </p:nvSpPr>
                <p:spPr>
                  <a:xfrm>
                    <a:off x="5172075" y="223837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8" name="Google Shape;728;p24"/>
                  <p:cNvSpPr/>
                  <p:nvPr/>
                </p:nvSpPr>
                <p:spPr>
                  <a:xfrm>
                    <a:off x="5261419" y="214903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9" name="Google Shape;729;p24"/>
                  <p:cNvSpPr/>
                  <p:nvPr/>
                </p:nvSpPr>
                <p:spPr>
                  <a:xfrm>
                    <a:off x="5231606" y="2178843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0" name="Google Shape;730;p24"/>
                  <p:cNvSpPr/>
                  <p:nvPr/>
                </p:nvSpPr>
                <p:spPr>
                  <a:xfrm>
                    <a:off x="5320855" y="2089594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1" name="Google Shape;731;p24"/>
                  <p:cNvSpPr/>
                  <p:nvPr/>
                </p:nvSpPr>
                <p:spPr>
                  <a:xfrm>
                    <a:off x="5231606" y="1672780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2" name="Google Shape;732;p24"/>
                  <p:cNvSpPr/>
                  <p:nvPr/>
                </p:nvSpPr>
                <p:spPr>
                  <a:xfrm>
                    <a:off x="5261419" y="1732406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3" name="Google Shape;733;p24"/>
                  <p:cNvSpPr/>
                  <p:nvPr/>
                </p:nvSpPr>
                <p:spPr>
                  <a:xfrm>
                    <a:off x="5320855" y="1732406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4" name="Google Shape;734;p24"/>
                  <p:cNvSpPr/>
                  <p:nvPr/>
                </p:nvSpPr>
                <p:spPr>
                  <a:xfrm>
                    <a:off x="5350668" y="1791842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5" name="Google Shape;735;p24"/>
                  <p:cNvSpPr/>
                  <p:nvPr/>
                </p:nvSpPr>
                <p:spPr>
                  <a:xfrm>
                    <a:off x="5588793" y="1672780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5529262" y="1732406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5707856" y="1494281"/>
                    <a:ext cx="59531" cy="29717"/>
                  </a:xfrm>
                  <a:custGeom>
                    <a:rect b="b" l="l" r="r" t="t"/>
                    <a:pathLst>
                      <a:path extrusionOk="0" h="29717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8F8F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8" name="Google Shape;738;p24"/>
                  <p:cNvSpPr/>
                  <p:nvPr/>
                </p:nvSpPr>
                <p:spPr>
                  <a:xfrm>
                    <a:off x="5678043" y="155371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8F8F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5678043" y="1583530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B1AAF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5797105" y="1464468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F8F8F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1" name="Google Shape;741;p24"/>
                  <p:cNvSpPr/>
                  <p:nvPr/>
                </p:nvSpPr>
                <p:spPr>
                  <a:xfrm>
                    <a:off x="5767387" y="1583530"/>
                    <a:ext cx="59531" cy="29718"/>
                  </a:xfrm>
                  <a:custGeom>
                    <a:rect b="b" l="l" r="r" t="t"/>
                    <a:pathLst>
                      <a:path extrusionOk="0" h="29718" w="59531">
                        <a:moveTo>
                          <a:pt x="0" y="0"/>
                        </a:moveTo>
                        <a:lnTo>
                          <a:pt x="59531" y="0"/>
                        </a:lnTo>
                        <a:lnTo>
                          <a:pt x="59531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5797105" y="1553717"/>
                    <a:ext cx="29718" cy="29717"/>
                  </a:xfrm>
                  <a:custGeom>
                    <a:rect b="b" l="l" r="r" t="t"/>
                    <a:pathLst>
                      <a:path extrusionOk="0" h="29717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5826918" y="1464468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05349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4" name="Google Shape;744;p24"/>
                <p:cNvGrpSpPr/>
                <p:nvPr/>
              </p:nvGrpSpPr>
              <p:grpSpPr>
                <a:xfrm>
                  <a:off x="4993481" y="2178843"/>
                  <a:ext cx="148780" cy="267843"/>
                  <a:chOff x="4993481" y="2178843"/>
                  <a:chExt cx="148780" cy="267843"/>
                </a:xfrm>
              </p:grpSpPr>
              <p:sp>
                <p:nvSpPr>
                  <p:cNvPr id="745" name="Google Shape;745;p24"/>
                  <p:cNvSpPr/>
                  <p:nvPr/>
                </p:nvSpPr>
                <p:spPr>
                  <a:xfrm>
                    <a:off x="4993481" y="2178843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6" name="Google Shape;746;p24"/>
                  <p:cNvSpPr/>
                  <p:nvPr/>
                </p:nvSpPr>
                <p:spPr>
                  <a:xfrm>
                    <a:off x="5023294" y="2238374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CC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7" name="Google Shape;747;p24"/>
                  <p:cNvSpPr/>
                  <p:nvPr/>
                </p:nvSpPr>
                <p:spPr>
                  <a:xfrm>
                    <a:off x="5053012" y="2297905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8" name="Google Shape;748;p24"/>
                  <p:cNvSpPr/>
                  <p:nvPr/>
                </p:nvSpPr>
                <p:spPr>
                  <a:xfrm>
                    <a:off x="5082730" y="2357437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CC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9" name="Google Shape;749;p24"/>
                  <p:cNvSpPr/>
                  <p:nvPr/>
                </p:nvSpPr>
                <p:spPr>
                  <a:xfrm>
                    <a:off x="5112543" y="2387155"/>
                    <a:ext cx="29718" cy="59531"/>
                  </a:xfrm>
                  <a:custGeom>
                    <a:rect b="b" l="l" r="r" t="t"/>
                    <a:pathLst>
                      <a:path extrusionOk="0" h="59531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59531"/>
                        </a:lnTo>
                        <a:lnTo>
                          <a:pt x="0" y="59531"/>
                        </a:lnTo>
                        <a:close/>
                      </a:path>
                    </a:pathLst>
                  </a:custGeom>
                  <a:solidFill>
                    <a:srgbClr val="FF99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0" name="Google Shape;750;p24"/>
                  <p:cNvSpPr/>
                  <p:nvPr/>
                </p:nvSpPr>
                <p:spPr>
                  <a:xfrm>
                    <a:off x="5082730" y="2416968"/>
                    <a:ext cx="29718" cy="29718"/>
                  </a:xfrm>
                  <a:custGeom>
                    <a:rect b="b" l="l" r="r" t="t"/>
                    <a:pathLst>
                      <a:path extrusionOk="0" h="29718" w="29718">
                        <a:moveTo>
                          <a:pt x="0" y="0"/>
                        </a:moveTo>
                        <a:lnTo>
                          <a:pt x="29718" y="0"/>
                        </a:lnTo>
                        <a:lnTo>
                          <a:pt x="29718" y="29718"/>
                        </a:lnTo>
                        <a:lnTo>
                          <a:pt x="0" y="29718"/>
                        </a:lnTo>
                        <a:close/>
                      </a:path>
                    </a:pathLst>
                  </a:custGeom>
                  <a:solidFill>
                    <a:srgbClr val="CC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51" name="Google Shape;751;p24"/>
              <p:cNvGrpSpPr/>
              <p:nvPr/>
            </p:nvGrpSpPr>
            <p:grpSpPr>
              <a:xfrm>
                <a:off x="5439918" y="2149030"/>
                <a:ext cx="148780" cy="148780"/>
                <a:chOff x="5439918" y="2149030"/>
                <a:chExt cx="148780" cy="148780"/>
              </a:xfrm>
            </p:grpSpPr>
            <p:sp>
              <p:nvSpPr>
                <p:cNvPr id="752" name="Google Shape;752;p24"/>
                <p:cNvSpPr/>
                <p:nvPr/>
              </p:nvSpPr>
              <p:spPr>
                <a:xfrm>
                  <a:off x="5499544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3" name="Google Shape;753;p24"/>
                <p:cNvSpPr/>
                <p:nvPr/>
              </p:nvSpPr>
              <p:spPr>
                <a:xfrm>
                  <a:off x="5499544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4" name="Google Shape;754;p24"/>
                <p:cNvSpPr/>
                <p:nvPr/>
              </p:nvSpPr>
              <p:spPr>
                <a:xfrm>
                  <a:off x="5529262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5" name="Google Shape;755;p24"/>
                <p:cNvSpPr/>
                <p:nvPr/>
              </p:nvSpPr>
              <p:spPr>
                <a:xfrm>
                  <a:off x="5529262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6" name="Google Shape;756;p24"/>
                <p:cNvSpPr/>
                <p:nvPr/>
              </p:nvSpPr>
              <p:spPr>
                <a:xfrm>
                  <a:off x="5469731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7" name="Google Shape;757;p24"/>
                <p:cNvSpPr/>
                <p:nvPr/>
              </p:nvSpPr>
              <p:spPr>
                <a:xfrm>
                  <a:off x="5469731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8" name="Google Shape;758;p24"/>
                <p:cNvSpPr/>
                <p:nvPr/>
              </p:nvSpPr>
              <p:spPr>
                <a:xfrm>
                  <a:off x="5558980" y="21788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9" name="Google Shape;759;p24"/>
                <p:cNvSpPr/>
                <p:nvPr/>
              </p:nvSpPr>
              <p:spPr>
                <a:xfrm>
                  <a:off x="5469731" y="2178843"/>
                  <a:ext cx="89249" cy="89249"/>
                </a:xfrm>
                <a:custGeom>
                  <a:rect b="b" l="l" r="r" t="t"/>
                  <a:pathLst>
                    <a:path extrusionOk="0" h="89249" w="89249">
                      <a:moveTo>
                        <a:pt x="89249" y="0"/>
                      </a:moveTo>
                      <a:lnTo>
                        <a:pt x="89249" y="59531"/>
                      </a:lnTo>
                      <a:lnTo>
                        <a:pt x="59531" y="59531"/>
                      </a:lnTo>
                      <a:lnTo>
                        <a:pt x="59531" y="89249"/>
                      </a:lnTo>
                      <a:lnTo>
                        <a:pt x="29813" y="89249"/>
                      </a:lnTo>
                      <a:lnTo>
                        <a:pt x="29813" y="59531"/>
                      </a:lnTo>
                      <a:lnTo>
                        <a:pt x="0" y="59531"/>
                      </a:lnTo>
                      <a:lnTo>
                        <a:pt x="0" y="0"/>
                      </a:lnTo>
                      <a:lnTo>
                        <a:pt x="29813" y="0"/>
                      </a:lnTo>
                      <a:lnTo>
                        <a:pt x="29813" y="29813"/>
                      </a:lnTo>
                      <a:lnTo>
                        <a:pt x="59531" y="29813"/>
                      </a:lnTo>
                      <a:lnTo>
                        <a:pt x="59531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0" name="Google Shape;760;p24"/>
                <p:cNvSpPr/>
                <p:nvPr/>
              </p:nvSpPr>
              <p:spPr>
                <a:xfrm>
                  <a:off x="5439918" y="21788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4"/>
                <p:cNvSpPr/>
                <p:nvPr/>
              </p:nvSpPr>
              <p:spPr>
                <a:xfrm>
                  <a:off x="5469731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4"/>
                <p:cNvSpPr/>
                <p:nvPr/>
              </p:nvSpPr>
              <p:spPr>
                <a:xfrm>
                  <a:off x="5499544" y="2238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3" name="Google Shape;763;p24"/>
              <p:cNvGrpSpPr/>
              <p:nvPr/>
            </p:nvGrpSpPr>
            <p:grpSpPr>
              <a:xfrm>
                <a:off x="4189857" y="2000249"/>
                <a:ext cx="148779" cy="148781"/>
                <a:chOff x="4189857" y="2000249"/>
                <a:chExt cx="148779" cy="148781"/>
              </a:xfrm>
            </p:grpSpPr>
            <p:sp>
              <p:nvSpPr>
                <p:cNvPr id="764" name="Google Shape;764;p24"/>
                <p:cNvSpPr/>
                <p:nvPr/>
              </p:nvSpPr>
              <p:spPr>
                <a:xfrm>
                  <a:off x="4249293" y="20299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" name="Google Shape;765;p24"/>
                <p:cNvSpPr/>
                <p:nvPr/>
              </p:nvSpPr>
              <p:spPr>
                <a:xfrm>
                  <a:off x="4249293" y="2089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6" name="Google Shape;766;p24"/>
                <p:cNvSpPr/>
                <p:nvPr/>
              </p:nvSpPr>
              <p:spPr>
                <a:xfrm>
                  <a:off x="4219575" y="2059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7" name="Google Shape;767;p24"/>
                <p:cNvSpPr/>
                <p:nvPr/>
              </p:nvSpPr>
              <p:spPr>
                <a:xfrm>
                  <a:off x="4249293" y="2059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8" name="Google Shape;768;p24"/>
                <p:cNvSpPr/>
                <p:nvPr/>
              </p:nvSpPr>
              <p:spPr>
                <a:xfrm>
                  <a:off x="4279106" y="205978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" name="Google Shape;769;p24"/>
                <p:cNvSpPr/>
                <p:nvPr/>
              </p:nvSpPr>
              <p:spPr>
                <a:xfrm>
                  <a:off x="4308919" y="205978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" name="Google Shape;770;p24"/>
                <p:cNvSpPr/>
                <p:nvPr/>
              </p:nvSpPr>
              <p:spPr>
                <a:xfrm>
                  <a:off x="4189857" y="2059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1" name="Google Shape;771;p24"/>
                <p:cNvSpPr/>
                <p:nvPr/>
              </p:nvSpPr>
              <p:spPr>
                <a:xfrm>
                  <a:off x="4249293" y="20002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2" name="Google Shape;772;p24"/>
                <p:cNvSpPr/>
                <p:nvPr/>
              </p:nvSpPr>
              <p:spPr>
                <a:xfrm>
                  <a:off x="4249293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73" name="Google Shape;773;p24"/>
              <p:cNvGrpSpPr/>
              <p:nvPr/>
            </p:nvGrpSpPr>
            <p:grpSpPr>
              <a:xfrm>
                <a:off x="4338637" y="2089594"/>
                <a:ext cx="148780" cy="148780"/>
                <a:chOff x="4338637" y="2089594"/>
                <a:chExt cx="148780" cy="148780"/>
              </a:xfrm>
            </p:grpSpPr>
            <p:sp>
              <p:nvSpPr>
                <p:cNvPr id="774" name="Google Shape;774;p24"/>
                <p:cNvSpPr/>
                <p:nvPr/>
              </p:nvSpPr>
              <p:spPr>
                <a:xfrm>
                  <a:off x="4398168" y="211931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5" name="Google Shape;775;p24"/>
                <p:cNvSpPr/>
                <p:nvPr/>
              </p:nvSpPr>
              <p:spPr>
                <a:xfrm>
                  <a:off x="4398168" y="2178843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6" name="Google Shape;776;p24"/>
                <p:cNvSpPr/>
                <p:nvPr/>
              </p:nvSpPr>
              <p:spPr>
                <a:xfrm>
                  <a:off x="4368355" y="2149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7" name="Google Shape;777;p24"/>
                <p:cNvSpPr/>
                <p:nvPr/>
              </p:nvSpPr>
              <p:spPr>
                <a:xfrm>
                  <a:off x="4398168" y="2149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8" name="Google Shape;778;p24"/>
                <p:cNvSpPr/>
                <p:nvPr/>
              </p:nvSpPr>
              <p:spPr>
                <a:xfrm>
                  <a:off x="4427982" y="2149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9" name="Google Shape;779;p24"/>
                <p:cNvSpPr/>
                <p:nvPr/>
              </p:nvSpPr>
              <p:spPr>
                <a:xfrm>
                  <a:off x="4398168" y="208959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0" name="Google Shape;780;p24"/>
                <p:cNvSpPr/>
                <p:nvPr/>
              </p:nvSpPr>
              <p:spPr>
                <a:xfrm>
                  <a:off x="4457700" y="2149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1" name="Google Shape;781;p24"/>
                <p:cNvSpPr/>
                <p:nvPr/>
              </p:nvSpPr>
              <p:spPr>
                <a:xfrm>
                  <a:off x="4338637" y="2149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" name="Google Shape;782;p24"/>
                <p:cNvSpPr/>
                <p:nvPr/>
              </p:nvSpPr>
              <p:spPr>
                <a:xfrm>
                  <a:off x="4398168" y="220865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83" name="Google Shape;783;p24"/>
              <p:cNvGrpSpPr/>
              <p:nvPr/>
            </p:nvGrpSpPr>
            <p:grpSpPr>
              <a:xfrm>
                <a:off x="4606480" y="2774155"/>
                <a:ext cx="476250" cy="446437"/>
                <a:chOff x="4606480" y="2774155"/>
                <a:chExt cx="476250" cy="446437"/>
              </a:xfrm>
            </p:grpSpPr>
            <p:sp>
              <p:nvSpPr>
                <p:cNvPr id="784" name="Google Shape;784;p24"/>
                <p:cNvSpPr/>
                <p:nvPr/>
              </p:nvSpPr>
              <p:spPr>
                <a:xfrm>
                  <a:off x="4785169" y="3012280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5" name="Google Shape;785;p24"/>
                <p:cNvSpPr/>
                <p:nvPr/>
              </p:nvSpPr>
              <p:spPr>
                <a:xfrm>
                  <a:off x="4785169" y="2774155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6" name="Google Shape;786;p24"/>
                <p:cNvSpPr/>
                <p:nvPr/>
              </p:nvSpPr>
              <p:spPr>
                <a:xfrm>
                  <a:off x="4904232" y="29824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7" name="Google Shape;787;p24"/>
                <p:cNvSpPr/>
                <p:nvPr/>
              </p:nvSpPr>
              <p:spPr>
                <a:xfrm>
                  <a:off x="4904232" y="28039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8" name="Google Shape;788;p24"/>
                <p:cNvSpPr/>
                <p:nvPr/>
              </p:nvSpPr>
              <p:spPr>
                <a:xfrm>
                  <a:off x="4963668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9" name="Google Shape;789;p24"/>
                <p:cNvSpPr/>
                <p:nvPr/>
              </p:nvSpPr>
              <p:spPr>
                <a:xfrm>
                  <a:off x="4963668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4"/>
                <p:cNvSpPr/>
                <p:nvPr/>
              </p:nvSpPr>
              <p:spPr>
                <a:xfrm>
                  <a:off x="4993481" y="2863405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4"/>
                <p:cNvSpPr/>
                <p:nvPr/>
              </p:nvSpPr>
              <p:spPr>
                <a:xfrm>
                  <a:off x="4725543" y="28039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4"/>
                <p:cNvSpPr/>
                <p:nvPr/>
              </p:nvSpPr>
              <p:spPr>
                <a:xfrm>
                  <a:off x="4725543" y="29824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4"/>
                <p:cNvSpPr/>
                <p:nvPr/>
              </p:nvSpPr>
              <p:spPr>
                <a:xfrm>
                  <a:off x="4695825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24"/>
                <p:cNvSpPr/>
                <p:nvPr/>
              </p:nvSpPr>
              <p:spPr>
                <a:xfrm>
                  <a:off x="4725543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24"/>
                <p:cNvSpPr/>
                <p:nvPr/>
              </p:nvSpPr>
              <p:spPr>
                <a:xfrm>
                  <a:off x="4725543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4"/>
                <p:cNvSpPr/>
                <p:nvPr/>
              </p:nvSpPr>
              <p:spPr>
                <a:xfrm>
                  <a:off x="4695825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4"/>
                <p:cNvSpPr/>
                <p:nvPr/>
              </p:nvSpPr>
              <p:spPr>
                <a:xfrm>
                  <a:off x="4666107" y="2863405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4"/>
                <p:cNvSpPr/>
                <p:nvPr/>
              </p:nvSpPr>
              <p:spPr>
                <a:xfrm>
                  <a:off x="4755356" y="2863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4"/>
                <p:cNvSpPr/>
                <p:nvPr/>
              </p:nvSpPr>
              <p:spPr>
                <a:xfrm>
                  <a:off x="4755356" y="2923031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" name="Google Shape;800;p24"/>
                <p:cNvSpPr/>
                <p:nvPr/>
              </p:nvSpPr>
              <p:spPr>
                <a:xfrm>
                  <a:off x="4874418" y="2863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24"/>
                <p:cNvSpPr/>
                <p:nvPr/>
              </p:nvSpPr>
              <p:spPr>
                <a:xfrm>
                  <a:off x="4874418" y="2923031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4"/>
                <p:cNvSpPr/>
                <p:nvPr/>
              </p:nvSpPr>
              <p:spPr>
                <a:xfrm>
                  <a:off x="4725543" y="2893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4"/>
                <p:cNvSpPr/>
                <p:nvPr/>
              </p:nvSpPr>
              <p:spPr>
                <a:xfrm>
                  <a:off x="4933950" y="2893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4"/>
                <p:cNvSpPr/>
                <p:nvPr/>
              </p:nvSpPr>
              <p:spPr>
                <a:xfrm>
                  <a:off x="4814887" y="283368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4"/>
                <p:cNvSpPr/>
                <p:nvPr/>
              </p:nvSpPr>
              <p:spPr>
                <a:xfrm>
                  <a:off x="4695825" y="2803969"/>
                  <a:ext cx="297560" cy="208216"/>
                </a:xfrm>
                <a:custGeom>
                  <a:rect b="b" l="l" r="r" t="t"/>
                  <a:pathLst>
                    <a:path extrusionOk="0" h="208216" w="297560">
                      <a:moveTo>
                        <a:pt x="267843" y="59436"/>
                      </a:moveTo>
                      <a:lnTo>
                        <a:pt x="267843" y="29718"/>
                      </a:lnTo>
                      <a:lnTo>
                        <a:pt x="208312" y="29718"/>
                      </a:lnTo>
                      <a:lnTo>
                        <a:pt x="208312" y="0"/>
                      </a:lnTo>
                      <a:lnTo>
                        <a:pt x="89249" y="0"/>
                      </a:lnTo>
                      <a:lnTo>
                        <a:pt x="89249" y="29718"/>
                      </a:lnTo>
                      <a:lnTo>
                        <a:pt x="29718" y="29718"/>
                      </a:lnTo>
                      <a:lnTo>
                        <a:pt x="29718" y="59436"/>
                      </a:lnTo>
                      <a:lnTo>
                        <a:pt x="0" y="59436"/>
                      </a:lnTo>
                      <a:lnTo>
                        <a:pt x="0" y="148780"/>
                      </a:lnTo>
                      <a:lnTo>
                        <a:pt x="29718" y="148780"/>
                      </a:lnTo>
                      <a:lnTo>
                        <a:pt x="29718" y="178498"/>
                      </a:lnTo>
                      <a:lnTo>
                        <a:pt x="89249" y="178498"/>
                      </a:lnTo>
                      <a:lnTo>
                        <a:pt x="89249" y="208217"/>
                      </a:lnTo>
                      <a:lnTo>
                        <a:pt x="208312" y="208217"/>
                      </a:lnTo>
                      <a:lnTo>
                        <a:pt x="208312" y="178498"/>
                      </a:lnTo>
                      <a:lnTo>
                        <a:pt x="267843" y="178498"/>
                      </a:lnTo>
                      <a:lnTo>
                        <a:pt x="267843" y="148780"/>
                      </a:lnTo>
                      <a:lnTo>
                        <a:pt x="297561" y="148780"/>
                      </a:lnTo>
                      <a:lnTo>
                        <a:pt x="297561" y="59436"/>
                      </a:lnTo>
                      <a:lnTo>
                        <a:pt x="267843" y="59436"/>
                      </a:lnTo>
                      <a:close/>
                      <a:moveTo>
                        <a:pt x="267843" y="118967"/>
                      </a:moveTo>
                      <a:lnTo>
                        <a:pt x="238125" y="118967"/>
                      </a:lnTo>
                      <a:lnTo>
                        <a:pt x="238125" y="148685"/>
                      </a:lnTo>
                      <a:lnTo>
                        <a:pt x="178594" y="148685"/>
                      </a:lnTo>
                      <a:lnTo>
                        <a:pt x="178594" y="178403"/>
                      </a:lnTo>
                      <a:lnTo>
                        <a:pt x="119063" y="178403"/>
                      </a:lnTo>
                      <a:lnTo>
                        <a:pt x="119063" y="148685"/>
                      </a:lnTo>
                      <a:lnTo>
                        <a:pt x="59531" y="148685"/>
                      </a:lnTo>
                      <a:lnTo>
                        <a:pt x="59531" y="118967"/>
                      </a:lnTo>
                      <a:lnTo>
                        <a:pt x="29813" y="118967"/>
                      </a:lnTo>
                      <a:lnTo>
                        <a:pt x="29813" y="89249"/>
                      </a:lnTo>
                      <a:lnTo>
                        <a:pt x="59531" y="89249"/>
                      </a:lnTo>
                      <a:lnTo>
                        <a:pt x="59531" y="59531"/>
                      </a:lnTo>
                      <a:lnTo>
                        <a:pt x="119063" y="59531"/>
                      </a:lnTo>
                      <a:lnTo>
                        <a:pt x="119063" y="29813"/>
                      </a:lnTo>
                      <a:lnTo>
                        <a:pt x="178594" y="29813"/>
                      </a:lnTo>
                      <a:lnTo>
                        <a:pt x="178594" y="59531"/>
                      </a:lnTo>
                      <a:lnTo>
                        <a:pt x="238125" y="59531"/>
                      </a:lnTo>
                      <a:lnTo>
                        <a:pt x="238125" y="89249"/>
                      </a:lnTo>
                      <a:lnTo>
                        <a:pt x="267843" y="89249"/>
                      </a:lnTo>
                      <a:lnTo>
                        <a:pt x="267843" y="118967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4"/>
                <p:cNvSpPr/>
                <p:nvPr/>
              </p:nvSpPr>
              <p:spPr>
                <a:xfrm>
                  <a:off x="4755356" y="2863404"/>
                  <a:ext cx="178593" cy="89344"/>
                </a:xfrm>
                <a:custGeom>
                  <a:rect b="b" l="l" r="r" t="t"/>
                  <a:pathLst>
                    <a:path extrusionOk="0" h="89344" w="178593">
                      <a:moveTo>
                        <a:pt x="178594" y="29813"/>
                      </a:moveTo>
                      <a:lnTo>
                        <a:pt x="178594" y="59627"/>
                      </a:lnTo>
                      <a:lnTo>
                        <a:pt x="119063" y="59627"/>
                      </a:lnTo>
                      <a:lnTo>
                        <a:pt x="119063" y="89345"/>
                      </a:lnTo>
                      <a:lnTo>
                        <a:pt x="59531" y="89345"/>
                      </a:lnTo>
                      <a:lnTo>
                        <a:pt x="59531" y="59627"/>
                      </a:lnTo>
                      <a:lnTo>
                        <a:pt x="0" y="59627"/>
                      </a:lnTo>
                      <a:lnTo>
                        <a:pt x="0" y="29813"/>
                      </a:lnTo>
                      <a:lnTo>
                        <a:pt x="59531" y="29813"/>
                      </a:lnTo>
                      <a:lnTo>
                        <a:pt x="59531" y="0"/>
                      </a:lnTo>
                      <a:lnTo>
                        <a:pt x="119063" y="0"/>
                      </a:lnTo>
                      <a:lnTo>
                        <a:pt x="119063" y="29813"/>
                      </a:lnTo>
                      <a:lnTo>
                        <a:pt x="178594" y="29813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4"/>
                <p:cNvSpPr/>
                <p:nvPr/>
              </p:nvSpPr>
              <p:spPr>
                <a:xfrm>
                  <a:off x="4814887" y="295274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4"/>
                <p:cNvSpPr/>
                <p:nvPr/>
              </p:nvSpPr>
              <p:spPr>
                <a:xfrm>
                  <a:off x="4666107" y="3131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4"/>
                <p:cNvSpPr/>
                <p:nvPr/>
              </p:nvSpPr>
              <p:spPr>
                <a:xfrm>
                  <a:off x="4695825" y="316115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4"/>
                <p:cNvSpPr/>
                <p:nvPr/>
              </p:nvSpPr>
              <p:spPr>
                <a:xfrm>
                  <a:off x="4933950" y="316115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4"/>
                <p:cNvSpPr/>
                <p:nvPr/>
              </p:nvSpPr>
              <p:spPr>
                <a:xfrm>
                  <a:off x="4755356" y="3190874"/>
                  <a:ext cx="178593" cy="29718"/>
                </a:xfrm>
                <a:custGeom>
                  <a:rect b="b" l="l" r="r" t="t"/>
                  <a:pathLst>
                    <a:path extrusionOk="0" h="29718" w="178593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4"/>
                <p:cNvSpPr/>
                <p:nvPr/>
              </p:nvSpPr>
              <p:spPr>
                <a:xfrm>
                  <a:off x="4993481" y="3131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4"/>
                <p:cNvSpPr/>
                <p:nvPr/>
              </p:nvSpPr>
              <p:spPr>
                <a:xfrm>
                  <a:off x="4636293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" name="Google Shape;814;p24"/>
                <p:cNvSpPr/>
                <p:nvPr/>
              </p:nvSpPr>
              <p:spPr>
                <a:xfrm>
                  <a:off x="4636293" y="307181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" name="Google Shape;815;p24"/>
                <p:cNvSpPr/>
                <p:nvPr/>
              </p:nvSpPr>
              <p:spPr>
                <a:xfrm>
                  <a:off x="4606480" y="2982467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4"/>
                <p:cNvSpPr/>
                <p:nvPr/>
              </p:nvSpPr>
              <p:spPr>
                <a:xfrm>
                  <a:off x="5023294" y="2952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4"/>
                <p:cNvSpPr/>
                <p:nvPr/>
              </p:nvSpPr>
              <p:spPr>
                <a:xfrm>
                  <a:off x="5023294" y="307181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4"/>
                <p:cNvSpPr/>
                <p:nvPr/>
              </p:nvSpPr>
              <p:spPr>
                <a:xfrm>
                  <a:off x="4636293" y="2952749"/>
                  <a:ext cx="416718" cy="238125"/>
                </a:xfrm>
                <a:custGeom>
                  <a:rect b="b" l="l" r="r" t="t"/>
                  <a:pathLst>
                    <a:path extrusionOk="0" h="238125" w="416718">
                      <a:moveTo>
                        <a:pt x="416719" y="29718"/>
                      </a:moveTo>
                      <a:lnTo>
                        <a:pt x="416719" y="119063"/>
                      </a:lnTo>
                      <a:lnTo>
                        <a:pt x="387001" y="119063"/>
                      </a:lnTo>
                      <a:lnTo>
                        <a:pt x="387001" y="178594"/>
                      </a:lnTo>
                      <a:lnTo>
                        <a:pt x="357188" y="178594"/>
                      </a:lnTo>
                      <a:lnTo>
                        <a:pt x="357188" y="208407"/>
                      </a:lnTo>
                      <a:lnTo>
                        <a:pt x="297656" y="208407"/>
                      </a:lnTo>
                      <a:lnTo>
                        <a:pt x="297656" y="238125"/>
                      </a:lnTo>
                      <a:lnTo>
                        <a:pt x="119063" y="238125"/>
                      </a:lnTo>
                      <a:lnTo>
                        <a:pt x="119063" y="208407"/>
                      </a:lnTo>
                      <a:lnTo>
                        <a:pt x="59531" y="208407"/>
                      </a:lnTo>
                      <a:lnTo>
                        <a:pt x="59531" y="178594"/>
                      </a:lnTo>
                      <a:lnTo>
                        <a:pt x="29813" y="178594"/>
                      </a:lnTo>
                      <a:lnTo>
                        <a:pt x="29813" y="119063"/>
                      </a:lnTo>
                      <a:lnTo>
                        <a:pt x="0" y="119063"/>
                      </a:lnTo>
                      <a:lnTo>
                        <a:pt x="0" y="29718"/>
                      </a:lnTo>
                      <a:lnTo>
                        <a:pt x="29813" y="29718"/>
                      </a:lnTo>
                      <a:lnTo>
                        <a:pt x="29813" y="0"/>
                      </a:ln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89249" y="29718"/>
                      </a:lnTo>
                      <a:lnTo>
                        <a:pt x="89249" y="59531"/>
                      </a:lnTo>
                      <a:lnTo>
                        <a:pt x="148876" y="59531"/>
                      </a:lnTo>
                      <a:lnTo>
                        <a:pt x="148876" y="89345"/>
                      </a:lnTo>
                      <a:lnTo>
                        <a:pt x="267938" y="89345"/>
                      </a:lnTo>
                      <a:lnTo>
                        <a:pt x="267938" y="59531"/>
                      </a:lnTo>
                      <a:lnTo>
                        <a:pt x="327374" y="59531"/>
                      </a:lnTo>
                      <a:lnTo>
                        <a:pt x="327374" y="29718"/>
                      </a:lnTo>
                      <a:lnTo>
                        <a:pt x="357188" y="29718"/>
                      </a:lnTo>
                      <a:lnTo>
                        <a:pt x="357188" y="0"/>
                      </a:lnTo>
                      <a:lnTo>
                        <a:pt x="387001" y="0"/>
                      </a:lnTo>
                      <a:lnTo>
                        <a:pt x="387001" y="29718"/>
                      </a:lnTo>
                      <a:lnTo>
                        <a:pt x="416719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4"/>
                <p:cNvSpPr/>
                <p:nvPr/>
              </p:nvSpPr>
              <p:spPr>
                <a:xfrm>
                  <a:off x="5053012" y="2982467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4"/>
                <p:cNvSpPr/>
                <p:nvPr/>
              </p:nvSpPr>
              <p:spPr>
                <a:xfrm>
                  <a:off x="4755356" y="283368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4"/>
                <p:cNvSpPr/>
                <p:nvPr/>
              </p:nvSpPr>
              <p:spPr>
                <a:xfrm>
                  <a:off x="4785169" y="2803969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4"/>
                <p:cNvSpPr/>
                <p:nvPr/>
              </p:nvSpPr>
              <p:spPr>
                <a:xfrm>
                  <a:off x="4695825" y="2863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4"/>
                <p:cNvSpPr/>
                <p:nvPr/>
              </p:nvSpPr>
              <p:spPr>
                <a:xfrm>
                  <a:off x="4725543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24"/>
                <p:cNvSpPr/>
                <p:nvPr/>
              </p:nvSpPr>
              <p:spPr>
                <a:xfrm>
                  <a:off x="4695825" y="2923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24"/>
                <p:cNvSpPr/>
                <p:nvPr/>
              </p:nvSpPr>
              <p:spPr>
                <a:xfrm>
                  <a:off x="4904232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4"/>
                <p:cNvSpPr/>
                <p:nvPr/>
              </p:nvSpPr>
              <p:spPr>
                <a:xfrm>
                  <a:off x="4933950" y="2863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4"/>
                <p:cNvSpPr/>
                <p:nvPr/>
              </p:nvSpPr>
              <p:spPr>
                <a:xfrm>
                  <a:off x="4725543" y="295274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4"/>
                <p:cNvSpPr/>
                <p:nvPr/>
              </p:nvSpPr>
              <p:spPr>
                <a:xfrm>
                  <a:off x="5023294" y="2982467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4"/>
                <p:cNvSpPr/>
                <p:nvPr/>
              </p:nvSpPr>
              <p:spPr>
                <a:xfrm>
                  <a:off x="4993481" y="3101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4"/>
                <p:cNvSpPr/>
                <p:nvPr/>
              </p:nvSpPr>
              <p:spPr>
                <a:xfrm>
                  <a:off x="4963668" y="3131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4"/>
                <p:cNvSpPr/>
                <p:nvPr/>
              </p:nvSpPr>
              <p:spPr>
                <a:xfrm>
                  <a:off x="4904232" y="3131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4"/>
                <p:cNvSpPr/>
                <p:nvPr/>
              </p:nvSpPr>
              <p:spPr>
                <a:xfrm>
                  <a:off x="4844605" y="3131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4"/>
                <p:cNvSpPr/>
                <p:nvPr/>
              </p:nvSpPr>
              <p:spPr>
                <a:xfrm>
                  <a:off x="4933950" y="3101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4"/>
                <p:cNvSpPr/>
                <p:nvPr/>
              </p:nvSpPr>
              <p:spPr>
                <a:xfrm>
                  <a:off x="4963668" y="3071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4"/>
                <p:cNvSpPr/>
                <p:nvPr/>
              </p:nvSpPr>
              <p:spPr>
                <a:xfrm>
                  <a:off x="4933950" y="3042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4"/>
                <p:cNvSpPr/>
                <p:nvPr/>
              </p:nvSpPr>
              <p:spPr>
                <a:xfrm>
                  <a:off x="4874418" y="3071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24"/>
                <p:cNvSpPr/>
                <p:nvPr/>
              </p:nvSpPr>
              <p:spPr>
                <a:xfrm>
                  <a:off x="4993481" y="3042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" name="Google Shape;838;p24"/>
                <p:cNvSpPr/>
                <p:nvPr/>
              </p:nvSpPr>
              <p:spPr>
                <a:xfrm>
                  <a:off x="4993481" y="2982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9" name="Google Shape;839;p24"/>
                <p:cNvSpPr/>
                <p:nvPr/>
              </p:nvSpPr>
              <p:spPr>
                <a:xfrm>
                  <a:off x="4814887" y="3161156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40" name="Google Shape;840;p24"/>
              <p:cNvGrpSpPr/>
              <p:nvPr/>
            </p:nvGrpSpPr>
            <p:grpSpPr>
              <a:xfrm>
                <a:off x="4011168" y="2119312"/>
                <a:ext cx="833437" cy="833437"/>
                <a:chOff x="4011168" y="2119312"/>
                <a:chExt cx="833437" cy="833437"/>
              </a:xfrm>
            </p:grpSpPr>
            <p:sp>
              <p:nvSpPr>
                <p:cNvPr id="841" name="Google Shape;841;p24"/>
                <p:cNvSpPr/>
                <p:nvPr/>
              </p:nvSpPr>
              <p:spPr>
                <a:xfrm>
                  <a:off x="4695825" y="2803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2" name="Google Shape;842;p24"/>
                <p:cNvSpPr/>
                <p:nvPr/>
              </p:nvSpPr>
              <p:spPr>
                <a:xfrm>
                  <a:off x="4725543" y="2833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4"/>
                <p:cNvSpPr/>
                <p:nvPr/>
              </p:nvSpPr>
              <p:spPr>
                <a:xfrm>
                  <a:off x="4755356" y="2863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4"/>
                <p:cNvSpPr/>
                <p:nvPr/>
              </p:nvSpPr>
              <p:spPr>
                <a:xfrm>
                  <a:off x="4785169" y="2893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5" name="Google Shape;845;p24"/>
                <p:cNvSpPr/>
                <p:nvPr/>
              </p:nvSpPr>
              <p:spPr>
                <a:xfrm>
                  <a:off x="4814887" y="2923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6" name="Google Shape;846;p24"/>
                <p:cNvSpPr/>
                <p:nvPr/>
              </p:nvSpPr>
              <p:spPr>
                <a:xfrm>
                  <a:off x="4666107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7" name="Google Shape;847;p24"/>
                <p:cNvSpPr/>
                <p:nvPr/>
              </p:nvSpPr>
              <p:spPr>
                <a:xfrm>
                  <a:off x="4011168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8" name="Google Shape;848;p24"/>
                <p:cNvSpPr/>
                <p:nvPr/>
              </p:nvSpPr>
              <p:spPr>
                <a:xfrm>
                  <a:off x="4636293" y="2774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" name="Google Shape;849;p24"/>
                <p:cNvSpPr/>
                <p:nvPr/>
              </p:nvSpPr>
              <p:spPr>
                <a:xfrm>
                  <a:off x="4606480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0" name="Google Shape;850;p24"/>
                <p:cNvSpPr/>
                <p:nvPr/>
              </p:nvSpPr>
              <p:spPr>
                <a:xfrm>
                  <a:off x="4606480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" name="Google Shape;851;p24"/>
                <p:cNvSpPr/>
                <p:nvPr/>
              </p:nvSpPr>
              <p:spPr>
                <a:xfrm>
                  <a:off x="4666107" y="2655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2" name="Google Shape;852;p24"/>
                <p:cNvSpPr/>
                <p:nvPr/>
              </p:nvSpPr>
              <p:spPr>
                <a:xfrm>
                  <a:off x="4517231" y="2774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4"/>
                <p:cNvSpPr/>
                <p:nvPr/>
              </p:nvSpPr>
              <p:spPr>
                <a:xfrm>
                  <a:off x="4457700" y="280396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4" name="Google Shape;854;p24"/>
                <p:cNvSpPr/>
                <p:nvPr/>
              </p:nvSpPr>
              <p:spPr>
                <a:xfrm>
                  <a:off x="4398168" y="2774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855;p24"/>
                <p:cNvSpPr/>
                <p:nvPr/>
              </p:nvSpPr>
              <p:spPr>
                <a:xfrm>
                  <a:off x="4368355" y="274434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4"/>
                <p:cNvSpPr/>
                <p:nvPr/>
              </p:nvSpPr>
              <p:spPr>
                <a:xfrm>
                  <a:off x="4398168" y="271462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7" name="Google Shape;857;p24"/>
                <p:cNvSpPr/>
                <p:nvPr/>
              </p:nvSpPr>
              <p:spPr>
                <a:xfrm>
                  <a:off x="4338637" y="268490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8" name="Google Shape;858;p24"/>
                <p:cNvSpPr/>
                <p:nvPr/>
              </p:nvSpPr>
              <p:spPr>
                <a:xfrm>
                  <a:off x="4279106" y="265509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4"/>
                <p:cNvSpPr/>
                <p:nvPr/>
              </p:nvSpPr>
              <p:spPr>
                <a:xfrm>
                  <a:off x="4427982" y="268490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4"/>
                <p:cNvSpPr/>
                <p:nvPr/>
              </p:nvSpPr>
              <p:spPr>
                <a:xfrm>
                  <a:off x="4457700" y="265509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4"/>
                <p:cNvSpPr/>
                <p:nvPr/>
              </p:nvSpPr>
              <p:spPr>
                <a:xfrm>
                  <a:off x="4249293" y="2625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4"/>
                <p:cNvSpPr/>
                <p:nvPr/>
              </p:nvSpPr>
              <p:spPr>
                <a:xfrm>
                  <a:off x="4219575" y="256584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3" name="Google Shape;863;p24"/>
                <p:cNvSpPr/>
                <p:nvPr/>
              </p:nvSpPr>
              <p:spPr>
                <a:xfrm>
                  <a:off x="4189857" y="250621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4" name="Google Shape;864;p24"/>
                <p:cNvSpPr/>
                <p:nvPr/>
              </p:nvSpPr>
              <p:spPr>
                <a:xfrm>
                  <a:off x="4160043" y="244678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865;p24"/>
                <p:cNvSpPr/>
                <p:nvPr/>
              </p:nvSpPr>
              <p:spPr>
                <a:xfrm>
                  <a:off x="4130230" y="2387155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6" name="Google Shape;866;p24"/>
                <p:cNvSpPr/>
                <p:nvPr/>
              </p:nvSpPr>
              <p:spPr>
                <a:xfrm>
                  <a:off x="4100512" y="232771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7" name="Google Shape;867;p24"/>
                <p:cNvSpPr/>
                <p:nvPr/>
              </p:nvSpPr>
              <p:spPr>
                <a:xfrm>
                  <a:off x="4070794" y="2268092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8" name="Google Shape;868;p24"/>
                <p:cNvSpPr/>
                <p:nvPr/>
              </p:nvSpPr>
              <p:spPr>
                <a:xfrm>
                  <a:off x="4040981" y="220865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9" name="Google Shape;869;p24"/>
                <p:cNvSpPr/>
                <p:nvPr/>
              </p:nvSpPr>
              <p:spPr>
                <a:xfrm>
                  <a:off x="4011168" y="214903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870;p24"/>
                <p:cNvSpPr/>
                <p:nvPr/>
              </p:nvSpPr>
              <p:spPr>
                <a:xfrm>
                  <a:off x="4695825" y="259556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24"/>
                <p:cNvSpPr/>
                <p:nvPr/>
              </p:nvSpPr>
              <p:spPr>
                <a:xfrm>
                  <a:off x="4666107" y="253603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2" name="Google Shape;872;p24"/>
                <p:cNvSpPr/>
                <p:nvPr/>
              </p:nvSpPr>
              <p:spPr>
                <a:xfrm>
                  <a:off x="4636293" y="250621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3" name="Google Shape;873;p24"/>
                <p:cNvSpPr/>
                <p:nvPr/>
              </p:nvSpPr>
              <p:spPr>
                <a:xfrm>
                  <a:off x="4576762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24"/>
                <p:cNvSpPr/>
                <p:nvPr/>
              </p:nvSpPr>
              <p:spPr>
                <a:xfrm>
                  <a:off x="4517231" y="235743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5" name="Google Shape;875;p24"/>
                <p:cNvSpPr/>
                <p:nvPr/>
              </p:nvSpPr>
              <p:spPr>
                <a:xfrm>
                  <a:off x="4457700" y="232771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6" name="Google Shape;876;p24"/>
                <p:cNvSpPr/>
                <p:nvPr/>
              </p:nvSpPr>
              <p:spPr>
                <a:xfrm>
                  <a:off x="4398168" y="22979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" name="Google Shape;877;p24"/>
                <p:cNvSpPr/>
                <p:nvPr/>
              </p:nvSpPr>
              <p:spPr>
                <a:xfrm>
                  <a:off x="4338637" y="226809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" name="Google Shape;878;p24"/>
                <p:cNvSpPr/>
                <p:nvPr/>
              </p:nvSpPr>
              <p:spPr>
                <a:xfrm>
                  <a:off x="4279106" y="223837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" name="Google Shape;879;p24"/>
                <p:cNvSpPr/>
                <p:nvPr/>
              </p:nvSpPr>
              <p:spPr>
                <a:xfrm>
                  <a:off x="4219575" y="2208656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0" name="Google Shape;880;p24"/>
                <p:cNvSpPr/>
                <p:nvPr/>
              </p:nvSpPr>
              <p:spPr>
                <a:xfrm>
                  <a:off x="4160043" y="217884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" name="Google Shape;881;p24"/>
                <p:cNvSpPr/>
                <p:nvPr/>
              </p:nvSpPr>
              <p:spPr>
                <a:xfrm>
                  <a:off x="4100512" y="214903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2" name="Google Shape;882;p24"/>
                <p:cNvSpPr/>
                <p:nvPr/>
              </p:nvSpPr>
              <p:spPr>
                <a:xfrm>
                  <a:off x="4040981" y="211931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3" name="Google Shape;883;p24"/>
                <p:cNvSpPr/>
                <p:nvPr/>
              </p:nvSpPr>
              <p:spPr>
                <a:xfrm>
                  <a:off x="4606480" y="2536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4" name="Google Shape;884;p24"/>
                <p:cNvSpPr/>
                <p:nvPr/>
              </p:nvSpPr>
              <p:spPr>
                <a:xfrm>
                  <a:off x="4576762" y="247649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5" name="Google Shape;885;p24"/>
                <p:cNvSpPr/>
                <p:nvPr/>
              </p:nvSpPr>
              <p:spPr>
                <a:xfrm>
                  <a:off x="4606480" y="241696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6" name="Google Shape;886;p24"/>
                <p:cNvSpPr/>
                <p:nvPr/>
              </p:nvSpPr>
              <p:spPr>
                <a:xfrm>
                  <a:off x="4576762" y="2565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7" name="Google Shape;887;p24"/>
                <p:cNvSpPr/>
                <p:nvPr/>
              </p:nvSpPr>
              <p:spPr>
                <a:xfrm>
                  <a:off x="4547044" y="259556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8" name="Google Shape;888;p24"/>
                <p:cNvSpPr/>
                <p:nvPr/>
              </p:nvSpPr>
              <p:spPr>
                <a:xfrm>
                  <a:off x="4666107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9" name="Google Shape;889;p24"/>
                <p:cNvSpPr/>
                <p:nvPr/>
              </p:nvSpPr>
              <p:spPr>
                <a:xfrm>
                  <a:off x="4636293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" name="Google Shape;890;p24"/>
                <p:cNvSpPr/>
                <p:nvPr/>
              </p:nvSpPr>
              <p:spPr>
                <a:xfrm>
                  <a:off x="4576762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4"/>
                <p:cNvSpPr/>
                <p:nvPr/>
              </p:nvSpPr>
              <p:spPr>
                <a:xfrm>
                  <a:off x="4636293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2" name="Google Shape;892;p24"/>
                <p:cNvSpPr/>
                <p:nvPr/>
              </p:nvSpPr>
              <p:spPr>
                <a:xfrm>
                  <a:off x="4040981" y="2149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3" name="Google Shape;893;p24"/>
                <p:cNvSpPr/>
                <p:nvPr/>
              </p:nvSpPr>
              <p:spPr>
                <a:xfrm>
                  <a:off x="4011168" y="2119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4" name="Google Shape;894;p24"/>
                <p:cNvSpPr/>
                <p:nvPr/>
              </p:nvSpPr>
              <p:spPr>
                <a:xfrm>
                  <a:off x="4040981" y="2178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5" name="Google Shape;895;p24"/>
                <p:cNvSpPr/>
                <p:nvPr/>
              </p:nvSpPr>
              <p:spPr>
                <a:xfrm>
                  <a:off x="4070794" y="2149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6" name="Google Shape;896;p24"/>
                <p:cNvSpPr/>
                <p:nvPr/>
              </p:nvSpPr>
              <p:spPr>
                <a:xfrm>
                  <a:off x="4070794" y="2178843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7" name="Google Shape;897;p24"/>
                <p:cNvSpPr/>
                <p:nvPr/>
              </p:nvSpPr>
              <p:spPr>
                <a:xfrm>
                  <a:off x="4100512" y="22086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898;p24"/>
                <p:cNvSpPr/>
                <p:nvPr/>
              </p:nvSpPr>
              <p:spPr>
                <a:xfrm>
                  <a:off x="4130230" y="223837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899;p24"/>
                <p:cNvSpPr/>
                <p:nvPr/>
              </p:nvSpPr>
              <p:spPr>
                <a:xfrm>
                  <a:off x="4160043" y="2268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00;p24"/>
                <p:cNvSpPr/>
                <p:nvPr/>
              </p:nvSpPr>
              <p:spPr>
                <a:xfrm>
                  <a:off x="4189857" y="2297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" name="Google Shape;901;p24"/>
                <p:cNvSpPr/>
                <p:nvPr/>
              </p:nvSpPr>
              <p:spPr>
                <a:xfrm>
                  <a:off x="4219575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p24"/>
                <p:cNvSpPr/>
                <p:nvPr/>
              </p:nvSpPr>
              <p:spPr>
                <a:xfrm>
                  <a:off x="4249293" y="2357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3" name="Google Shape;903;p24"/>
                <p:cNvSpPr/>
                <p:nvPr/>
              </p:nvSpPr>
              <p:spPr>
                <a:xfrm>
                  <a:off x="4279106" y="2387155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" name="Google Shape;904;p24"/>
                <p:cNvSpPr/>
                <p:nvPr/>
              </p:nvSpPr>
              <p:spPr>
                <a:xfrm>
                  <a:off x="4308919" y="2416968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4"/>
                <p:cNvSpPr/>
                <p:nvPr/>
              </p:nvSpPr>
              <p:spPr>
                <a:xfrm>
                  <a:off x="4338637" y="2446781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" name="Google Shape;906;p24"/>
                <p:cNvSpPr/>
                <p:nvPr/>
              </p:nvSpPr>
              <p:spPr>
                <a:xfrm>
                  <a:off x="4100512" y="2178843"/>
                  <a:ext cx="178593" cy="148875"/>
                </a:xfrm>
                <a:custGeom>
                  <a:rect b="b" l="l" r="r" t="t"/>
                  <a:pathLst>
                    <a:path extrusionOk="0" h="148875" w="178593">
                      <a:moveTo>
                        <a:pt x="178594" y="59531"/>
                      </a:moveTo>
                      <a:lnTo>
                        <a:pt x="178594" y="89249"/>
                      </a:lnTo>
                      <a:lnTo>
                        <a:pt x="148781" y="89249"/>
                      </a:lnTo>
                      <a:lnTo>
                        <a:pt x="148781" y="148876"/>
                      </a:lnTo>
                      <a:lnTo>
                        <a:pt x="119063" y="148876"/>
                      </a:lnTo>
                      <a:lnTo>
                        <a:pt x="119063" y="119063"/>
                      </a:lnTo>
                      <a:lnTo>
                        <a:pt x="89344" y="119063"/>
                      </a:lnTo>
                      <a:lnTo>
                        <a:pt x="89344" y="89249"/>
                      </a:lnTo>
                      <a:lnTo>
                        <a:pt x="59531" y="89249"/>
                      </a:lnTo>
                      <a:lnTo>
                        <a:pt x="59531" y="59531"/>
                      </a:lnTo>
                      <a:lnTo>
                        <a:pt x="29718" y="59531"/>
                      </a:lnTo>
                      <a:lnTo>
                        <a:pt x="29718" y="29813"/>
                      </a:lnTo>
                      <a:lnTo>
                        <a:pt x="0" y="29813"/>
                      </a:lnTo>
                      <a:lnTo>
                        <a:pt x="0" y="0"/>
                      </a:lnTo>
                      <a:lnTo>
                        <a:pt x="59531" y="0"/>
                      </a:lnTo>
                      <a:lnTo>
                        <a:pt x="59531" y="29813"/>
                      </a:lnTo>
                      <a:lnTo>
                        <a:pt x="119063" y="29813"/>
                      </a:lnTo>
                      <a:lnTo>
                        <a:pt x="119063" y="59531"/>
                      </a:lnTo>
                      <a:lnTo>
                        <a:pt x="178594" y="5953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7" name="Google Shape;907;p24"/>
                <p:cNvSpPr/>
                <p:nvPr/>
              </p:nvSpPr>
              <p:spPr>
                <a:xfrm>
                  <a:off x="4249293" y="226809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" name="Google Shape;908;p24"/>
                <p:cNvSpPr/>
                <p:nvPr/>
              </p:nvSpPr>
              <p:spPr>
                <a:xfrm>
                  <a:off x="4368355" y="2387155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" name="Google Shape;909;p24"/>
                <p:cNvSpPr/>
                <p:nvPr/>
              </p:nvSpPr>
              <p:spPr>
                <a:xfrm>
                  <a:off x="4279106" y="247649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0" name="Google Shape;910;p24"/>
                <p:cNvSpPr/>
                <p:nvPr/>
              </p:nvSpPr>
              <p:spPr>
                <a:xfrm>
                  <a:off x="4338637" y="2536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1" name="Google Shape;911;p24"/>
                <p:cNvSpPr/>
                <p:nvPr/>
              </p:nvSpPr>
              <p:spPr>
                <a:xfrm>
                  <a:off x="4368355" y="2506217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2" name="Google Shape;912;p24"/>
                <p:cNvSpPr/>
                <p:nvPr/>
              </p:nvSpPr>
              <p:spPr>
                <a:xfrm>
                  <a:off x="4308919" y="256584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3" name="Google Shape;913;p24"/>
                <p:cNvSpPr/>
                <p:nvPr/>
              </p:nvSpPr>
              <p:spPr>
                <a:xfrm>
                  <a:off x="4279106" y="259556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4" name="Google Shape;914;p24"/>
                <p:cNvSpPr/>
                <p:nvPr/>
              </p:nvSpPr>
              <p:spPr>
                <a:xfrm>
                  <a:off x="4070794" y="2208656"/>
                  <a:ext cx="267842" cy="297561"/>
                </a:xfrm>
                <a:custGeom>
                  <a:rect b="b" l="l" r="r" t="t"/>
                  <a:pathLst>
                    <a:path extrusionOk="0" h="297561" w="267842">
                      <a:moveTo>
                        <a:pt x="267843" y="238125"/>
                      </a:moveTo>
                      <a:lnTo>
                        <a:pt x="267843" y="267843"/>
                      </a:lnTo>
                      <a:lnTo>
                        <a:pt x="208312" y="267843"/>
                      </a:lnTo>
                      <a:lnTo>
                        <a:pt x="208312" y="297561"/>
                      </a:lnTo>
                      <a:lnTo>
                        <a:pt x="119062" y="297561"/>
                      </a:lnTo>
                      <a:lnTo>
                        <a:pt x="119062" y="238125"/>
                      </a:lnTo>
                      <a:lnTo>
                        <a:pt x="89249" y="238125"/>
                      </a:lnTo>
                      <a:lnTo>
                        <a:pt x="89249" y="178499"/>
                      </a:lnTo>
                      <a:lnTo>
                        <a:pt x="59436" y="178499"/>
                      </a:lnTo>
                      <a:lnTo>
                        <a:pt x="59436" y="119063"/>
                      </a:lnTo>
                      <a:lnTo>
                        <a:pt x="29718" y="119063"/>
                      </a:lnTo>
                      <a:lnTo>
                        <a:pt x="29718" y="59436"/>
                      </a:lnTo>
                      <a:lnTo>
                        <a:pt x="0" y="59436"/>
                      </a:lnTo>
                      <a:lnTo>
                        <a:pt x="0" y="0"/>
                      </a:ln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59436" y="29718"/>
                      </a:lnTo>
                      <a:lnTo>
                        <a:pt x="59436" y="59436"/>
                      </a:lnTo>
                      <a:lnTo>
                        <a:pt x="89249" y="59436"/>
                      </a:lnTo>
                      <a:lnTo>
                        <a:pt x="89249" y="89249"/>
                      </a:lnTo>
                      <a:lnTo>
                        <a:pt x="119062" y="89249"/>
                      </a:lnTo>
                      <a:lnTo>
                        <a:pt x="119062" y="119063"/>
                      </a:lnTo>
                      <a:lnTo>
                        <a:pt x="148781" y="119063"/>
                      </a:lnTo>
                      <a:lnTo>
                        <a:pt x="148781" y="148781"/>
                      </a:lnTo>
                      <a:lnTo>
                        <a:pt x="178499" y="148781"/>
                      </a:lnTo>
                      <a:lnTo>
                        <a:pt x="178499" y="178499"/>
                      </a:lnTo>
                      <a:lnTo>
                        <a:pt x="208312" y="178499"/>
                      </a:lnTo>
                      <a:lnTo>
                        <a:pt x="208312" y="208312"/>
                      </a:lnTo>
                      <a:lnTo>
                        <a:pt x="238125" y="208312"/>
                      </a:lnTo>
                      <a:lnTo>
                        <a:pt x="238125" y="238125"/>
                      </a:lnTo>
                      <a:lnTo>
                        <a:pt x="267843" y="238125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" name="Google Shape;915;p24"/>
                <p:cNvSpPr/>
                <p:nvPr/>
              </p:nvSpPr>
              <p:spPr>
                <a:xfrm>
                  <a:off x="4219575" y="25062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6" name="Google Shape;916;p24"/>
                <p:cNvSpPr/>
                <p:nvPr/>
              </p:nvSpPr>
              <p:spPr>
                <a:xfrm>
                  <a:off x="4249293" y="2268092"/>
                  <a:ext cx="148875" cy="178688"/>
                </a:xfrm>
                <a:custGeom>
                  <a:rect b="b" l="l" r="r" t="t"/>
                  <a:pathLst>
                    <a:path extrusionOk="0" h="178688" w="148875">
                      <a:moveTo>
                        <a:pt x="148876" y="29813"/>
                      </a:moveTo>
                      <a:lnTo>
                        <a:pt x="148876" y="119063"/>
                      </a:lnTo>
                      <a:lnTo>
                        <a:pt x="119062" y="119063"/>
                      </a:lnTo>
                      <a:lnTo>
                        <a:pt x="119062" y="178689"/>
                      </a:lnTo>
                      <a:lnTo>
                        <a:pt x="89344" y="178689"/>
                      </a:lnTo>
                      <a:lnTo>
                        <a:pt x="89344" y="148876"/>
                      </a:lnTo>
                      <a:lnTo>
                        <a:pt x="59627" y="148876"/>
                      </a:lnTo>
                      <a:lnTo>
                        <a:pt x="59627" y="119063"/>
                      </a:lnTo>
                      <a:lnTo>
                        <a:pt x="29813" y="119063"/>
                      </a:lnTo>
                      <a:lnTo>
                        <a:pt x="29813" y="89344"/>
                      </a:lnTo>
                      <a:lnTo>
                        <a:pt x="0" y="89344"/>
                      </a:lnTo>
                      <a:lnTo>
                        <a:pt x="0" y="59626"/>
                      </a:lnTo>
                      <a:lnTo>
                        <a:pt x="29813" y="59626"/>
                      </a:lnTo>
                      <a:lnTo>
                        <a:pt x="29813" y="0"/>
                      </a:lnTo>
                      <a:lnTo>
                        <a:pt x="89344" y="0"/>
                      </a:lnTo>
                      <a:lnTo>
                        <a:pt x="89344" y="29813"/>
                      </a:lnTo>
                      <a:lnTo>
                        <a:pt x="148876" y="29813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7" name="Google Shape;917;p24"/>
                <p:cNvSpPr/>
                <p:nvPr/>
              </p:nvSpPr>
              <p:spPr>
                <a:xfrm>
                  <a:off x="4398168" y="2327719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8" name="Google Shape;918;p24"/>
                <p:cNvSpPr/>
                <p:nvPr/>
              </p:nvSpPr>
              <p:spPr>
                <a:xfrm>
                  <a:off x="4219575" y="2476499"/>
                  <a:ext cx="148780" cy="148780"/>
                </a:xfrm>
                <a:custGeom>
                  <a:rect b="b" l="l" r="r" t="t"/>
                  <a:pathLst>
                    <a:path extrusionOk="0" h="148780" w="148780">
                      <a:moveTo>
                        <a:pt x="148780" y="0"/>
                      </a:moveTo>
                      <a:lnTo>
                        <a:pt x="148780" y="59531"/>
                      </a:lnTo>
                      <a:lnTo>
                        <a:pt x="119063" y="59531"/>
                      </a:lnTo>
                      <a:lnTo>
                        <a:pt x="119063" y="89344"/>
                      </a:lnTo>
                      <a:lnTo>
                        <a:pt x="89345" y="89344"/>
                      </a:lnTo>
                      <a:lnTo>
                        <a:pt x="89345" y="119063"/>
                      </a:lnTo>
                      <a:lnTo>
                        <a:pt x="59531" y="119063"/>
                      </a:lnTo>
                      <a:lnTo>
                        <a:pt x="59531" y="148780"/>
                      </a:lnTo>
                      <a:lnTo>
                        <a:pt x="29718" y="148780"/>
                      </a:lnTo>
                      <a:lnTo>
                        <a:pt x="29718" y="89344"/>
                      </a:lnTo>
                      <a:lnTo>
                        <a:pt x="0" y="89344"/>
                      </a:lnTo>
                      <a:lnTo>
                        <a:pt x="0" y="59531"/>
                      </a:lnTo>
                      <a:lnTo>
                        <a:pt x="59531" y="59531"/>
                      </a:lnTo>
                      <a:lnTo>
                        <a:pt x="59531" y="29718"/>
                      </a:lnTo>
                      <a:lnTo>
                        <a:pt x="119063" y="29718"/>
                      </a:lnTo>
                      <a:lnTo>
                        <a:pt x="119063" y="0"/>
                      </a:lnTo>
                      <a:lnTo>
                        <a:pt x="148780" y="0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9" name="Google Shape;919;p24"/>
                <p:cNvSpPr/>
                <p:nvPr/>
              </p:nvSpPr>
              <p:spPr>
                <a:xfrm>
                  <a:off x="4368355" y="2476499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0" name="Google Shape;920;p24"/>
                <p:cNvSpPr/>
                <p:nvPr/>
              </p:nvSpPr>
              <p:spPr>
                <a:xfrm>
                  <a:off x="4398168" y="2506217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1" name="Google Shape;921;p24"/>
                <p:cNvSpPr/>
                <p:nvPr/>
              </p:nvSpPr>
              <p:spPr>
                <a:xfrm>
                  <a:off x="4427982" y="2536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2" name="Google Shape;922;p24"/>
                <p:cNvSpPr/>
                <p:nvPr/>
              </p:nvSpPr>
              <p:spPr>
                <a:xfrm>
                  <a:off x="4457700" y="256584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4"/>
                <p:cNvSpPr/>
                <p:nvPr/>
              </p:nvSpPr>
              <p:spPr>
                <a:xfrm>
                  <a:off x="4487418" y="259556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4"/>
                <p:cNvSpPr/>
                <p:nvPr/>
              </p:nvSpPr>
              <p:spPr>
                <a:xfrm>
                  <a:off x="4279106" y="2536030"/>
                  <a:ext cx="238125" cy="178593"/>
                </a:xfrm>
                <a:custGeom>
                  <a:rect b="b" l="l" r="r" t="t"/>
                  <a:pathLst>
                    <a:path extrusionOk="0" h="178593" w="238125">
                      <a:moveTo>
                        <a:pt x="238125" y="89249"/>
                      </a:moveTo>
                      <a:lnTo>
                        <a:pt x="238125" y="119063"/>
                      </a:lnTo>
                      <a:lnTo>
                        <a:pt x="178594" y="119063"/>
                      </a:lnTo>
                      <a:lnTo>
                        <a:pt x="178594" y="148876"/>
                      </a:lnTo>
                      <a:lnTo>
                        <a:pt x="148876" y="148876"/>
                      </a:lnTo>
                      <a:lnTo>
                        <a:pt x="148876" y="178594"/>
                      </a:lnTo>
                      <a:lnTo>
                        <a:pt x="119063" y="178594"/>
                      </a:lnTo>
                      <a:lnTo>
                        <a:pt x="119063" y="148876"/>
                      </a:lnTo>
                      <a:lnTo>
                        <a:pt x="59531" y="148876"/>
                      </a:lnTo>
                      <a:lnTo>
                        <a:pt x="59531" y="119063"/>
                      </a:lnTo>
                      <a:lnTo>
                        <a:pt x="0" y="119063"/>
                      </a:lnTo>
                      <a:lnTo>
                        <a:pt x="0" y="89249"/>
                      </a:lnTo>
                      <a:lnTo>
                        <a:pt x="29813" y="89249"/>
                      </a:lnTo>
                      <a:lnTo>
                        <a:pt x="29813" y="59531"/>
                      </a:lnTo>
                      <a:lnTo>
                        <a:pt x="59531" y="59531"/>
                      </a:lnTo>
                      <a:lnTo>
                        <a:pt x="59531" y="29813"/>
                      </a:lnTo>
                      <a:lnTo>
                        <a:pt x="89249" y="29813"/>
                      </a:lnTo>
                      <a:lnTo>
                        <a:pt x="89249" y="0"/>
                      </a:lnTo>
                      <a:lnTo>
                        <a:pt x="148876" y="0"/>
                      </a:lnTo>
                      <a:lnTo>
                        <a:pt x="148876" y="29813"/>
                      </a:lnTo>
                      <a:lnTo>
                        <a:pt x="178594" y="29813"/>
                      </a:lnTo>
                      <a:lnTo>
                        <a:pt x="178594" y="59531"/>
                      </a:lnTo>
                      <a:lnTo>
                        <a:pt x="208312" y="59531"/>
                      </a:lnTo>
                      <a:lnTo>
                        <a:pt x="208312" y="89249"/>
                      </a:lnTo>
                      <a:lnTo>
                        <a:pt x="238125" y="89249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4"/>
                <p:cNvSpPr/>
                <p:nvPr/>
              </p:nvSpPr>
              <p:spPr>
                <a:xfrm>
                  <a:off x="4368355" y="2327718"/>
                  <a:ext cx="238125" cy="297560"/>
                </a:xfrm>
                <a:custGeom>
                  <a:rect b="b" l="l" r="r" t="t"/>
                  <a:pathLst>
                    <a:path extrusionOk="0" h="297560" w="238125">
                      <a:moveTo>
                        <a:pt x="208407" y="148781"/>
                      </a:moveTo>
                      <a:lnTo>
                        <a:pt x="208407" y="208312"/>
                      </a:lnTo>
                      <a:lnTo>
                        <a:pt x="238125" y="208312"/>
                      </a:lnTo>
                      <a:lnTo>
                        <a:pt x="238125" y="238125"/>
                      </a:lnTo>
                      <a:lnTo>
                        <a:pt x="208407" y="238125"/>
                      </a:lnTo>
                      <a:lnTo>
                        <a:pt x="208407" y="267843"/>
                      </a:lnTo>
                      <a:lnTo>
                        <a:pt x="178689" y="267843"/>
                      </a:lnTo>
                      <a:lnTo>
                        <a:pt x="178689" y="297561"/>
                      </a:lnTo>
                      <a:lnTo>
                        <a:pt x="148876" y="297561"/>
                      </a:lnTo>
                      <a:lnTo>
                        <a:pt x="148876" y="267843"/>
                      </a:lnTo>
                      <a:lnTo>
                        <a:pt x="119063" y="267843"/>
                      </a:lnTo>
                      <a:lnTo>
                        <a:pt x="119063" y="238125"/>
                      </a:lnTo>
                      <a:lnTo>
                        <a:pt x="89345" y="238125"/>
                      </a:lnTo>
                      <a:lnTo>
                        <a:pt x="89345" y="208312"/>
                      </a:lnTo>
                      <a:lnTo>
                        <a:pt x="59627" y="208312"/>
                      </a:lnTo>
                      <a:lnTo>
                        <a:pt x="59627" y="178499"/>
                      </a:lnTo>
                      <a:lnTo>
                        <a:pt x="29813" y="178499"/>
                      </a:lnTo>
                      <a:lnTo>
                        <a:pt x="29813" y="148781"/>
                      </a:lnTo>
                      <a:lnTo>
                        <a:pt x="0" y="148781"/>
                      </a:lnTo>
                      <a:lnTo>
                        <a:pt x="0" y="119063"/>
                      </a:lnTo>
                      <a:lnTo>
                        <a:pt x="29813" y="119063"/>
                      </a:lnTo>
                      <a:lnTo>
                        <a:pt x="29813" y="59436"/>
                      </a:lnTo>
                      <a:lnTo>
                        <a:pt x="59627" y="59436"/>
                      </a:lnTo>
                      <a:lnTo>
                        <a:pt x="59627" y="0"/>
                      </a:ln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148876" y="29718"/>
                      </a:lnTo>
                      <a:lnTo>
                        <a:pt x="148876" y="59436"/>
                      </a:lnTo>
                      <a:lnTo>
                        <a:pt x="208407" y="59436"/>
                      </a:lnTo>
                      <a:lnTo>
                        <a:pt x="208407" y="89249"/>
                      </a:lnTo>
                      <a:lnTo>
                        <a:pt x="238125" y="89249"/>
                      </a:lnTo>
                      <a:lnTo>
                        <a:pt x="238125" y="148781"/>
                      </a:lnTo>
                      <a:lnTo>
                        <a:pt x="208407" y="14878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6" name="Google Shape;926;p24"/>
                <p:cNvSpPr/>
                <p:nvPr/>
              </p:nvSpPr>
              <p:spPr>
                <a:xfrm>
                  <a:off x="4517231" y="262528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24"/>
                <p:cNvSpPr/>
                <p:nvPr/>
              </p:nvSpPr>
              <p:spPr>
                <a:xfrm>
                  <a:off x="4547044" y="2655093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24"/>
                <p:cNvSpPr/>
                <p:nvPr/>
              </p:nvSpPr>
              <p:spPr>
                <a:xfrm>
                  <a:off x="4398168" y="2655093"/>
                  <a:ext cx="208311" cy="148875"/>
                </a:xfrm>
                <a:custGeom>
                  <a:rect b="b" l="l" r="r" t="t"/>
                  <a:pathLst>
                    <a:path extrusionOk="0" h="148875" w="208311">
                      <a:moveTo>
                        <a:pt x="208312" y="59531"/>
                      </a:moveTo>
                      <a:lnTo>
                        <a:pt x="208312" y="89249"/>
                      </a:lnTo>
                      <a:lnTo>
                        <a:pt x="178594" y="89249"/>
                      </a:lnTo>
                      <a:lnTo>
                        <a:pt x="178594" y="119063"/>
                      </a:lnTo>
                      <a:lnTo>
                        <a:pt x="119063" y="119063"/>
                      </a:lnTo>
                      <a:lnTo>
                        <a:pt x="119063" y="148876"/>
                      </a:lnTo>
                      <a:lnTo>
                        <a:pt x="59531" y="148876"/>
                      </a:lnTo>
                      <a:lnTo>
                        <a:pt x="59531" y="119063"/>
                      </a:lnTo>
                      <a:lnTo>
                        <a:pt x="0" y="119063"/>
                      </a:lnTo>
                      <a:lnTo>
                        <a:pt x="0" y="89249"/>
                      </a:lnTo>
                      <a:lnTo>
                        <a:pt x="29813" y="89249"/>
                      </a:lnTo>
                      <a:lnTo>
                        <a:pt x="29813" y="59531"/>
                      </a:lnTo>
                      <a:lnTo>
                        <a:pt x="59531" y="59531"/>
                      </a:lnTo>
                      <a:lnTo>
                        <a:pt x="59531" y="29813"/>
                      </a:lnTo>
                      <a:lnTo>
                        <a:pt x="119063" y="29813"/>
                      </a:lnTo>
                      <a:lnTo>
                        <a:pt x="119063" y="0"/>
                      </a:lnTo>
                      <a:lnTo>
                        <a:pt x="148876" y="0"/>
                      </a:lnTo>
                      <a:lnTo>
                        <a:pt x="148876" y="29813"/>
                      </a:lnTo>
                      <a:lnTo>
                        <a:pt x="178594" y="29813"/>
                      </a:lnTo>
                      <a:lnTo>
                        <a:pt x="178594" y="59531"/>
                      </a:lnTo>
                      <a:lnTo>
                        <a:pt x="208312" y="5953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9" name="Google Shape;929;p24"/>
                <p:cNvSpPr/>
                <p:nvPr/>
              </p:nvSpPr>
              <p:spPr>
                <a:xfrm>
                  <a:off x="4547044" y="2536030"/>
                  <a:ext cx="148780" cy="178593"/>
                </a:xfrm>
                <a:custGeom>
                  <a:rect b="b" l="l" r="r" t="t"/>
                  <a:pathLst>
                    <a:path extrusionOk="0" h="178593" w="148780">
                      <a:moveTo>
                        <a:pt x="148780" y="59531"/>
                      </a:moveTo>
                      <a:lnTo>
                        <a:pt x="148780" y="119063"/>
                      </a:lnTo>
                      <a:lnTo>
                        <a:pt x="119062" y="119063"/>
                      </a:lnTo>
                      <a:lnTo>
                        <a:pt x="119062" y="148876"/>
                      </a:lnTo>
                      <a:lnTo>
                        <a:pt x="89249" y="148876"/>
                      </a:lnTo>
                      <a:lnTo>
                        <a:pt x="89249" y="178594"/>
                      </a:lnTo>
                      <a:lnTo>
                        <a:pt x="59436" y="178594"/>
                      </a:lnTo>
                      <a:lnTo>
                        <a:pt x="59436" y="148876"/>
                      </a:lnTo>
                      <a:lnTo>
                        <a:pt x="29718" y="148876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lnTo>
                        <a:pt x="0" y="89249"/>
                      </a:lnTo>
                      <a:lnTo>
                        <a:pt x="29718" y="89249"/>
                      </a:lnTo>
                      <a:lnTo>
                        <a:pt x="29718" y="59531"/>
                      </a:lnTo>
                      <a:lnTo>
                        <a:pt x="59436" y="59531"/>
                      </a:lnTo>
                      <a:lnTo>
                        <a:pt x="59436" y="29813"/>
                      </a:lnTo>
                      <a:lnTo>
                        <a:pt x="89249" y="29813"/>
                      </a:lnTo>
                      <a:lnTo>
                        <a:pt x="89249" y="0"/>
                      </a:lnTo>
                      <a:lnTo>
                        <a:pt x="119062" y="0"/>
                      </a:lnTo>
                      <a:lnTo>
                        <a:pt x="119062" y="59531"/>
                      </a:lnTo>
                      <a:lnTo>
                        <a:pt x="148780" y="5953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24"/>
                <p:cNvSpPr/>
                <p:nvPr/>
              </p:nvSpPr>
              <p:spPr>
                <a:xfrm>
                  <a:off x="4576762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4"/>
                <p:cNvSpPr/>
                <p:nvPr/>
              </p:nvSpPr>
              <p:spPr>
                <a:xfrm>
                  <a:off x="4636293" y="2744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4"/>
                <p:cNvSpPr/>
                <p:nvPr/>
              </p:nvSpPr>
              <p:spPr>
                <a:xfrm>
                  <a:off x="4606480" y="2684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4"/>
                <p:cNvSpPr/>
                <p:nvPr/>
              </p:nvSpPr>
              <p:spPr>
                <a:xfrm>
                  <a:off x="4576762" y="2714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4" name="Google Shape;934;p24"/>
                <p:cNvSpPr/>
                <p:nvPr/>
              </p:nvSpPr>
              <p:spPr>
                <a:xfrm>
                  <a:off x="4636293" y="2655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5" name="Google Shape;935;p24"/>
                <p:cNvSpPr/>
                <p:nvPr/>
              </p:nvSpPr>
              <p:spPr>
                <a:xfrm>
                  <a:off x="4606480" y="2565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6" name="Google Shape;936;p24"/>
                <p:cNvSpPr/>
                <p:nvPr/>
              </p:nvSpPr>
              <p:spPr>
                <a:xfrm>
                  <a:off x="4576762" y="25955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p24"/>
                <p:cNvSpPr/>
                <p:nvPr/>
              </p:nvSpPr>
              <p:spPr>
                <a:xfrm>
                  <a:off x="4636293" y="2536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8" name="Google Shape;938;p24"/>
                <p:cNvSpPr/>
                <p:nvPr/>
              </p:nvSpPr>
              <p:spPr>
                <a:xfrm>
                  <a:off x="4517231" y="274434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9" name="Google Shape;939;p24"/>
                <p:cNvSpPr/>
                <p:nvPr/>
              </p:nvSpPr>
              <p:spPr>
                <a:xfrm>
                  <a:off x="4666107" y="259556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4"/>
                <p:cNvSpPr/>
                <p:nvPr/>
              </p:nvSpPr>
              <p:spPr>
                <a:xfrm>
                  <a:off x="4517231" y="2655093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4"/>
                <p:cNvSpPr/>
                <p:nvPr/>
              </p:nvSpPr>
              <p:spPr>
                <a:xfrm>
                  <a:off x="4457700" y="268490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4"/>
                <p:cNvSpPr/>
                <p:nvPr/>
              </p:nvSpPr>
              <p:spPr>
                <a:xfrm>
                  <a:off x="4368355" y="253603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3" name="Google Shape;943;p24"/>
                <p:cNvSpPr/>
                <p:nvPr/>
              </p:nvSpPr>
              <p:spPr>
                <a:xfrm>
                  <a:off x="4487418" y="2357437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4" name="Google Shape;944;p24"/>
                <p:cNvSpPr/>
                <p:nvPr/>
              </p:nvSpPr>
              <p:spPr>
                <a:xfrm>
                  <a:off x="4457700" y="2506217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24"/>
                <p:cNvSpPr/>
                <p:nvPr/>
              </p:nvSpPr>
              <p:spPr>
                <a:xfrm>
                  <a:off x="4487418" y="2476499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4"/>
                <p:cNvSpPr/>
                <p:nvPr/>
              </p:nvSpPr>
              <p:spPr>
                <a:xfrm>
                  <a:off x="4517231" y="2446781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24"/>
                <p:cNvSpPr/>
                <p:nvPr/>
              </p:nvSpPr>
              <p:spPr>
                <a:xfrm>
                  <a:off x="4547044" y="2416968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24"/>
                <p:cNvSpPr/>
                <p:nvPr/>
              </p:nvSpPr>
              <p:spPr>
                <a:xfrm>
                  <a:off x="4368355" y="2297905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9" name="Google Shape;949;p24"/>
                <p:cNvSpPr/>
                <p:nvPr/>
              </p:nvSpPr>
              <p:spPr>
                <a:xfrm>
                  <a:off x="4249293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0" name="Google Shape;950;p24"/>
                <p:cNvSpPr/>
                <p:nvPr/>
              </p:nvSpPr>
              <p:spPr>
                <a:xfrm>
                  <a:off x="4547044" y="2387155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1" name="Google Shape;951;p24"/>
                <p:cNvSpPr/>
                <p:nvPr/>
              </p:nvSpPr>
              <p:spPr>
                <a:xfrm>
                  <a:off x="4576762" y="2446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2" name="Google Shape;952;p24"/>
                <p:cNvSpPr/>
                <p:nvPr/>
              </p:nvSpPr>
              <p:spPr>
                <a:xfrm>
                  <a:off x="4368355" y="2446781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3" name="Google Shape;953;p24"/>
                <p:cNvSpPr/>
                <p:nvPr/>
              </p:nvSpPr>
              <p:spPr>
                <a:xfrm>
                  <a:off x="4189857" y="23277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24"/>
                <p:cNvSpPr/>
                <p:nvPr/>
              </p:nvSpPr>
              <p:spPr>
                <a:xfrm>
                  <a:off x="4249293" y="2387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24"/>
                <p:cNvSpPr/>
                <p:nvPr/>
              </p:nvSpPr>
              <p:spPr>
                <a:xfrm>
                  <a:off x="4427982" y="256584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24"/>
                <p:cNvSpPr/>
                <p:nvPr/>
              </p:nvSpPr>
              <p:spPr>
                <a:xfrm>
                  <a:off x="4487418" y="2625280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24"/>
                <p:cNvSpPr/>
                <p:nvPr/>
              </p:nvSpPr>
              <p:spPr>
                <a:xfrm>
                  <a:off x="4308919" y="2446781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8" name="Google Shape;958;p24"/>
                <p:cNvSpPr/>
                <p:nvPr/>
              </p:nvSpPr>
              <p:spPr>
                <a:xfrm>
                  <a:off x="4130230" y="226809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4"/>
                <p:cNvSpPr/>
                <p:nvPr/>
              </p:nvSpPr>
              <p:spPr>
                <a:xfrm>
                  <a:off x="4070794" y="2208656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0" name="Google Shape;960;p24"/>
                <p:cNvSpPr/>
                <p:nvPr/>
              </p:nvSpPr>
              <p:spPr>
                <a:xfrm>
                  <a:off x="4398168" y="2387155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1" name="Google Shape;961;p24"/>
                <p:cNvSpPr/>
                <p:nvPr/>
              </p:nvSpPr>
              <p:spPr>
                <a:xfrm>
                  <a:off x="4427982" y="2327719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2" name="Google Shape;962;p24"/>
                <p:cNvSpPr/>
                <p:nvPr/>
              </p:nvSpPr>
              <p:spPr>
                <a:xfrm>
                  <a:off x="4279106" y="2268092"/>
                  <a:ext cx="29717" cy="59531"/>
                </a:xfrm>
                <a:custGeom>
                  <a:rect b="b" l="l" r="r" t="t"/>
                  <a:pathLst>
                    <a:path extrusionOk="0" h="59531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" name="Google Shape;963;p24"/>
                <p:cNvSpPr/>
                <p:nvPr/>
              </p:nvSpPr>
              <p:spPr>
                <a:xfrm>
                  <a:off x="4338637" y="2565844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" name="Google Shape;964;p24"/>
                <p:cNvSpPr/>
                <p:nvPr/>
              </p:nvSpPr>
              <p:spPr>
                <a:xfrm>
                  <a:off x="4308919" y="2595562"/>
                  <a:ext cx="29717" cy="29718"/>
                </a:xfrm>
                <a:custGeom>
                  <a:rect b="b" l="l" r="r" t="t"/>
                  <a:pathLst>
                    <a:path extrusionOk="0" h="29718" w="29717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965" name="Google Shape;965;p24"/>
          <p:cNvGrpSpPr/>
          <p:nvPr/>
        </p:nvGrpSpPr>
        <p:grpSpPr>
          <a:xfrm>
            <a:off x="7660779" y="3499839"/>
            <a:ext cx="1174471" cy="1374022"/>
            <a:chOff x="6600825" y="3577779"/>
            <a:chExt cx="1577530" cy="1845564"/>
          </a:xfrm>
        </p:grpSpPr>
        <p:grpSp>
          <p:nvGrpSpPr>
            <p:cNvPr id="966" name="Google Shape;966;p24"/>
            <p:cNvGrpSpPr/>
            <p:nvPr/>
          </p:nvGrpSpPr>
          <p:grpSpPr>
            <a:xfrm>
              <a:off x="6600825" y="3577779"/>
              <a:ext cx="1577530" cy="1845564"/>
              <a:chOff x="6600825" y="3577779"/>
              <a:chExt cx="1577530" cy="1845564"/>
            </a:xfrm>
          </p:grpSpPr>
          <p:sp>
            <p:nvSpPr>
              <p:cNvPr id="967" name="Google Shape;967;p24"/>
              <p:cNvSpPr/>
              <p:nvPr/>
            </p:nvSpPr>
            <p:spPr>
              <a:xfrm>
                <a:off x="7136606" y="3845718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24"/>
              <p:cNvSpPr/>
              <p:nvPr/>
            </p:nvSpPr>
            <p:spPr>
              <a:xfrm>
                <a:off x="7136606" y="3905249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24"/>
              <p:cNvSpPr/>
              <p:nvPr/>
            </p:nvSpPr>
            <p:spPr>
              <a:xfrm>
                <a:off x="7106793" y="3875531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24"/>
              <p:cNvSpPr/>
              <p:nvPr/>
            </p:nvSpPr>
            <p:spPr>
              <a:xfrm>
                <a:off x="7166419" y="3875531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24"/>
              <p:cNvSpPr/>
              <p:nvPr/>
            </p:nvSpPr>
            <p:spPr>
              <a:xfrm>
                <a:off x="7404544" y="3577780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24"/>
              <p:cNvSpPr/>
              <p:nvPr/>
            </p:nvSpPr>
            <p:spPr>
              <a:xfrm>
                <a:off x="7404544" y="3637406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24"/>
              <p:cNvSpPr/>
              <p:nvPr/>
            </p:nvSpPr>
            <p:spPr>
              <a:xfrm>
                <a:off x="7374731" y="3607593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24"/>
              <p:cNvSpPr/>
              <p:nvPr/>
            </p:nvSpPr>
            <p:spPr>
              <a:xfrm>
                <a:off x="7434262" y="3607593"/>
                <a:ext cx="29718" cy="29718"/>
              </a:xfrm>
              <a:custGeom>
                <a:rect b="b" l="l" r="r" t="t"/>
                <a:pathLst>
                  <a:path extrusionOk="0" h="29718" w="29718">
                    <a:moveTo>
                      <a:pt x="0" y="0"/>
                    </a:moveTo>
                    <a:lnTo>
                      <a:pt x="29718" y="0"/>
                    </a:lnTo>
                    <a:lnTo>
                      <a:pt x="29718" y="29718"/>
                    </a:lnTo>
                    <a:lnTo>
                      <a:pt x="0" y="29718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24"/>
              <p:cNvSpPr/>
              <p:nvPr/>
            </p:nvSpPr>
            <p:spPr>
              <a:xfrm>
                <a:off x="6600825" y="3577779"/>
                <a:ext cx="1577530" cy="1845564"/>
              </a:xfrm>
              <a:custGeom>
                <a:rect b="b" l="l" r="r" t="t"/>
                <a:pathLst>
                  <a:path extrusionOk="0" h="1845564" w="1577530">
                    <a:moveTo>
                      <a:pt x="1547813" y="922782"/>
                    </a:moveTo>
                    <a:lnTo>
                      <a:pt x="1518095" y="922782"/>
                    </a:lnTo>
                    <a:lnTo>
                      <a:pt x="1518095" y="952500"/>
                    </a:lnTo>
                    <a:lnTo>
                      <a:pt x="1488281" y="952500"/>
                    </a:lnTo>
                    <a:lnTo>
                      <a:pt x="1488281" y="982313"/>
                    </a:lnTo>
                    <a:lnTo>
                      <a:pt x="1458468" y="982313"/>
                    </a:lnTo>
                    <a:lnTo>
                      <a:pt x="1458468" y="1012127"/>
                    </a:lnTo>
                    <a:lnTo>
                      <a:pt x="1428750" y="1012127"/>
                    </a:lnTo>
                    <a:lnTo>
                      <a:pt x="1428750" y="1041845"/>
                    </a:lnTo>
                    <a:lnTo>
                      <a:pt x="1399032" y="1041845"/>
                    </a:lnTo>
                    <a:lnTo>
                      <a:pt x="1399032" y="1071563"/>
                    </a:lnTo>
                    <a:lnTo>
                      <a:pt x="1369219" y="1071563"/>
                    </a:lnTo>
                    <a:lnTo>
                      <a:pt x="1369219" y="1101376"/>
                    </a:lnTo>
                    <a:lnTo>
                      <a:pt x="1339406" y="1101376"/>
                    </a:lnTo>
                    <a:lnTo>
                      <a:pt x="1339406" y="1131189"/>
                    </a:lnTo>
                    <a:lnTo>
                      <a:pt x="1309688" y="1131189"/>
                    </a:lnTo>
                    <a:lnTo>
                      <a:pt x="1309688" y="1160907"/>
                    </a:lnTo>
                    <a:lnTo>
                      <a:pt x="1279970" y="1160907"/>
                    </a:lnTo>
                    <a:lnTo>
                      <a:pt x="1279970" y="1190625"/>
                    </a:lnTo>
                    <a:lnTo>
                      <a:pt x="1250156" y="1190625"/>
                    </a:lnTo>
                    <a:lnTo>
                      <a:pt x="1250156" y="1101376"/>
                    </a:lnTo>
                    <a:lnTo>
                      <a:pt x="1220343" y="1101376"/>
                    </a:lnTo>
                    <a:lnTo>
                      <a:pt x="1220343" y="982313"/>
                    </a:lnTo>
                    <a:lnTo>
                      <a:pt x="1190625" y="982313"/>
                    </a:lnTo>
                    <a:lnTo>
                      <a:pt x="1190625" y="922782"/>
                    </a:lnTo>
                    <a:lnTo>
                      <a:pt x="1160907" y="922782"/>
                    </a:lnTo>
                    <a:lnTo>
                      <a:pt x="1160907" y="893064"/>
                    </a:lnTo>
                    <a:lnTo>
                      <a:pt x="1131094" y="893064"/>
                    </a:lnTo>
                    <a:lnTo>
                      <a:pt x="1131094" y="863251"/>
                    </a:lnTo>
                    <a:lnTo>
                      <a:pt x="1101281" y="863251"/>
                    </a:lnTo>
                    <a:lnTo>
                      <a:pt x="1101281" y="833438"/>
                    </a:lnTo>
                    <a:lnTo>
                      <a:pt x="1041845" y="833438"/>
                    </a:lnTo>
                    <a:lnTo>
                      <a:pt x="1041845" y="803720"/>
                    </a:lnTo>
                    <a:lnTo>
                      <a:pt x="982218" y="803720"/>
                    </a:lnTo>
                    <a:lnTo>
                      <a:pt x="982218" y="774002"/>
                    </a:lnTo>
                    <a:lnTo>
                      <a:pt x="922782" y="774002"/>
                    </a:lnTo>
                    <a:lnTo>
                      <a:pt x="922782" y="744188"/>
                    </a:lnTo>
                    <a:lnTo>
                      <a:pt x="892969" y="744188"/>
                    </a:lnTo>
                    <a:lnTo>
                      <a:pt x="892969" y="714375"/>
                    </a:lnTo>
                    <a:lnTo>
                      <a:pt x="833438" y="714375"/>
                    </a:lnTo>
                    <a:lnTo>
                      <a:pt x="833438" y="684657"/>
                    </a:lnTo>
                    <a:lnTo>
                      <a:pt x="803720" y="684657"/>
                    </a:lnTo>
                    <a:lnTo>
                      <a:pt x="803720" y="595313"/>
                    </a:lnTo>
                    <a:lnTo>
                      <a:pt x="833438" y="595313"/>
                    </a:lnTo>
                    <a:lnTo>
                      <a:pt x="833438" y="476250"/>
                    </a:lnTo>
                    <a:lnTo>
                      <a:pt x="863155" y="476250"/>
                    </a:lnTo>
                    <a:lnTo>
                      <a:pt x="863155" y="416814"/>
                    </a:lnTo>
                    <a:lnTo>
                      <a:pt x="833438" y="416814"/>
                    </a:lnTo>
                    <a:lnTo>
                      <a:pt x="833438" y="387001"/>
                    </a:lnTo>
                    <a:lnTo>
                      <a:pt x="803720" y="387001"/>
                    </a:lnTo>
                    <a:lnTo>
                      <a:pt x="803720" y="357188"/>
                    </a:lnTo>
                    <a:lnTo>
                      <a:pt x="744093" y="357188"/>
                    </a:lnTo>
                    <a:lnTo>
                      <a:pt x="744093" y="387001"/>
                    </a:lnTo>
                    <a:lnTo>
                      <a:pt x="714375" y="387001"/>
                    </a:lnTo>
                    <a:lnTo>
                      <a:pt x="714375" y="297752"/>
                    </a:lnTo>
                    <a:lnTo>
                      <a:pt x="744093" y="297752"/>
                    </a:lnTo>
                    <a:lnTo>
                      <a:pt x="744093" y="267938"/>
                    </a:lnTo>
                    <a:lnTo>
                      <a:pt x="773906" y="267938"/>
                    </a:lnTo>
                    <a:lnTo>
                      <a:pt x="773906" y="238125"/>
                    </a:lnTo>
                    <a:lnTo>
                      <a:pt x="803720" y="238125"/>
                    </a:lnTo>
                    <a:lnTo>
                      <a:pt x="803720" y="178689"/>
                    </a:lnTo>
                    <a:lnTo>
                      <a:pt x="773906" y="178689"/>
                    </a:lnTo>
                    <a:lnTo>
                      <a:pt x="773906" y="119063"/>
                    </a:lnTo>
                    <a:lnTo>
                      <a:pt x="744093" y="119063"/>
                    </a:lnTo>
                    <a:lnTo>
                      <a:pt x="744093" y="59627"/>
                    </a:lnTo>
                    <a:lnTo>
                      <a:pt x="714375" y="59627"/>
                    </a:lnTo>
                    <a:lnTo>
                      <a:pt x="714375" y="0"/>
                    </a:lnTo>
                    <a:lnTo>
                      <a:pt x="684657" y="0"/>
                    </a:lnTo>
                    <a:lnTo>
                      <a:pt x="684657" y="59627"/>
                    </a:lnTo>
                    <a:lnTo>
                      <a:pt x="654844" y="59627"/>
                    </a:lnTo>
                    <a:lnTo>
                      <a:pt x="654844" y="119063"/>
                    </a:lnTo>
                    <a:lnTo>
                      <a:pt x="625030" y="119063"/>
                    </a:lnTo>
                    <a:lnTo>
                      <a:pt x="625030" y="178689"/>
                    </a:lnTo>
                    <a:lnTo>
                      <a:pt x="595313" y="178689"/>
                    </a:lnTo>
                    <a:lnTo>
                      <a:pt x="595313" y="238125"/>
                    </a:lnTo>
                    <a:lnTo>
                      <a:pt x="625030" y="238125"/>
                    </a:lnTo>
                    <a:lnTo>
                      <a:pt x="625030" y="267938"/>
                    </a:lnTo>
                    <a:lnTo>
                      <a:pt x="654844" y="267938"/>
                    </a:lnTo>
                    <a:lnTo>
                      <a:pt x="654844" y="297752"/>
                    </a:lnTo>
                    <a:lnTo>
                      <a:pt x="684657" y="297752"/>
                    </a:lnTo>
                    <a:lnTo>
                      <a:pt x="684657" y="387001"/>
                    </a:lnTo>
                    <a:lnTo>
                      <a:pt x="654844" y="387001"/>
                    </a:lnTo>
                    <a:lnTo>
                      <a:pt x="654844" y="416814"/>
                    </a:lnTo>
                    <a:lnTo>
                      <a:pt x="625030" y="416814"/>
                    </a:lnTo>
                    <a:lnTo>
                      <a:pt x="625030" y="446532"/>
                    </a:lnTo>
                    <a:lnTo>
                      <a:pt x="595313" y="446532"/>
                    </a:lnTo>
                    <a:lnTo>
                      <a:pt x="595313" y="476250"/>
                    </a:lnTo>
                    <a:lnTo>
                      <a:pt x="625030" y="476250"/>
                    </a:lnTo>
                    <a:lnTo>
                      <a:pt x="625030" y="595313"/>
                    </a:lnTo>
                    <a:lnTo>
                      <a:pt x="595313" y="595313"/>
                    </a:lnTo>
                    <a:lnTo>
                      <a:pt x="595313" y="684657"/>
                    </a:lnTo>
                    <a:lnTo>
                      <a:pt x="535781" y="684657"/>
                    </a:lnTo>
                    <a:lnTo>
                      <a:pt x="535781" y="714375"/>
                    </a:lnTo>
                    <a:lnTo>
                      <a:pt x="476250" y="714375"/>
                    </a:lnTo>
                    <a:lnTo>
                      <a:pt x="476250" y="744188"/>
                    </a:lnTo>
                    <a:lnTo>
                      <a:pt x="446532" y="744188"/>
                    </a:lnTo>
                    <a:lnTo>
                      <a:pt x="446532" y="774002"/>
                    </a:lnTo>
                    <a:lnTo>
                      <a:pt x="416719" y="774002"/>
                    </a:lnTo>
                    <a:lnTo>
                      <a:pt x="416719" y="803720"/>
                    </a:lnTo>
                    <a:lnTo>
                      <a:pt x="386905" y="803720"/>
                    </a:lnTo>
                    <a:lnTo>
                      <a:pt x="386905" y="506063"/>
                    </a:lnTo>
                    <a:lnTo>
                      <a:pt x="357188" y="506063"/>
                    </a:lnTo>
                    <a:lnTo>
                      <a:pt x="357188" y="476250"/>
                    </a:lnTo>
                    <a:lnTo>
                      <a:pt x="327470" y="476250"/>
                    </a:lnTo>
                    <a:lnTo>
                      <a:pt x="327470" y="446532"/>
                    </a:lnTo>
                    <a:lnTo>
                      <a:pt x="59531" y="446532"/>
                    </a:lnTo>
                    <a:lnTo>
                      <a:pt x="59531" y="476250"/>
                    </a:lnTo>
                    <a:lnTo>
                      <a:pt x="29718" y="476250"/>
                    </a:lnTo>
                    <a:lnTo>
                      <a:pt x="29718" y="506063"/>
                    </a:lnTo>
                    <a:lnTo>
                      <a:pt x="0" y="506063"/>
                    </a:lnTo>
                    <a:lnTo>
                      <a:pt x="0" y="982313"/>
                    </a:lnTo>
                    <a:lnTo>
                      <a:pt x="29718" y="982313"/>
                    </a:lnTo>
                    <a:lnTo>
                      <a:pt x="29718" y="1012127"/>
                    </a:lnTo>
                    <a:lnTo>
                      <a:pt x="59531" y="1012127"/>
                    </a:lnTo>
                    <a:lnTo>
                      <a:pt x="59531" y="1041845"/>
                    </a:lnTo>
                    <a:lnTo>
                      <a:pt x="178594" y="1041845"/>
                    </a:lnTo>
                    <a:lnTo>
                      <a:pt x="178594" y="1071563"/>
                    </a:lnTo>
                    <a:lnTo>
                      <a:pt x="148780" y="1071563"/>
                    </a:lnTo>
                    <a:lnTo>
                      <a:pt x="148780" y="1279970"/>
                    </a:lnTo>
                    <a:lnTo>
                      <a:pt x="119063" y="1279970"/>
                    </a:lnTo>
                    <a:lnTo>
                      <a:pt x="119063" y="1339501"/>
                    </a:lnTo>
                    <a:lnTo>
                      <a:pt x="89345" y="1339501"/>
                    </a:lnTo>
                    <a:lnTo>
                      <a:pt x="89345" y="1399032"/>
                    </a:lnTo>
                    <a:lnTo>
                      <a:pt x="119063" y="1399032"/>
                    </a:lnTo>
                    <a:lnTo>
                      <a:pt x="119063" y="1428750"/>
                    </a:lnTo>
                    <a:lnTo>
                      <a:pt x="178594" y="1428750"/>
                    </a:lnTo>
                    <a:lnTo>
                      <a:pt x="178594" y="1458563"/>
                    </a:lnTo>
                    <a:lnTo>
                      <a:pt x="208407" y="1458563"/>
                    </a:lnTo>
                    <a:lnTo>
                      <a:pt x="208407" y="1488377"/>
                    </a:lnTo>
                    <a:lnTo>
                      <a:pt x="238125" y="1488377"/>
                    </a:lnTo>
                    <a:lnTo>
                      <a:pt x="238125" y="1518095"/>
                    </a:lnTo>
                    <a:lnTo>
                      <a:pt x="267843" y="1518095"/>
                    </a:lnTo>
                    <a:lnTo>
                      <a:pt x="267843" y="1547813"/>
                    </a:lnTo>
                    <a:lnTo>
                      <a:pt x="267843" y="1607439"/>
                    </a:lnTo>
                    <a:lnTo>
                      <a:pt x="238125" y="1607439"/>
                    </a:lnTo>
                    <a:lnTo>
                      <a:pt x="238125" y="1637157"/>
                    </a:lnTo>
                    <a:lnTo>
                      <a:pt x="208407" y="1637157"/>
                    </a:lnTo>
                    <a:lnTo>
                      <a:pt x="208407" y="1696688"/>
                    </a:lnTo>
                    <a:lnTo>
                      <a:pt x="178594" y="1696688"/>
                    </a:lnTo>
                    <a:lnTo>
                      <a:pt x="178594" y="1756220"/>
                    </a:lnTo>
                    <a:lnTo>
                      <a:pt x="208407" y="1756220"/>
                    </a:lnTo>
                    <a:lnTo>
                      <a:pt x="208407" y="1785938"/>
                    </a:lnTo>
                    <a:lnTo>
                      <a:pt x="238125" y="1785938"/>
                    </a:lnTo>
                    <a:lnTo>
                      <a:pt x="238125" y="1815751"/>
                    </a:lnTo>
                    <a:lnTo>
                      <a:pt x="654844" y="1815751"/>
                    </a:lnTo>
                    <a:lnTo>
                      <a:pt x="684657" y="1815751"/>
                    </a:lnTo>
                    <a:lnTo>
                      <a:pt x="684657" y="1845564"/>
                    </a:lnTo>
                    <a:lnTo>
                      <a:pt x="714375" y="1845564"/>
                    </a:lnTo>
                    <a:lnTo>
                      <a:pt x="714375" y="1815751"/>
                    </a:lnTo>
                    <a:lnTo>
                      <a:pt x="773906" y="1815751"/>
                    </a:lnTo>
                    <a:lnTo>
                      <a:pt x="773906" y="1785938"/>
                    </a:lnTo>
                    <a:lnTo>
                      <a:pt x="803720" y="1785938"/>
                    </a:lnTo>
                    <a:lnTo>
                      <a:pt x="803720" y="1756220"/>
                    </a:lnTo>
                    <a:lnTo>
                      <a:pt x="833438" y="1756220"/>
                    </a:lnTo>
                    <a:lnTo>
                      <a:pt x="833438" y="1726502"/>
                    </a:lnTo>
                    <a:lnTo>
                      <a:pt x="863155" y="1726502"/>
                    </a:lnTo>
                    <a:lnTo>
                      <a:pt x="863155" y="1756220"/>
                    </a:lnTo>
                    <a:lnTo>
                      <a:pt x="952500" y="1756220"/>
                    </a:lnTo>
                    <a:lnTo>
                      <a:pt x="952500" y="1726502"/>
                    </a:lnTo>
                    <a:lnTo>
                      <a:pt x="1041845" y="1726502"/>
                    </a:lnTo>
                    <a:lnTo>
                      <a:pt x="1041845" y="1696688"/>
                    </a:lnTo>
                    <a:lnTo>
                      <a:pt x="1101281" y="1696688"/>
                    </a:lnTo>
                    <a:lnTo>
                      <a:pt x="1101281" y="1666875"/>
                    </a:lnTo>
                    <a:lnTo>
                      <a:pt x="1131094" y="1666875"/>
                    </a:lnTo>
                    <a:lnTo>
                      <a:pt x="1131094" y="1637157"/>
                    </a:lnTo>
                    <a:lnTo>
                      <a:pt x="1160907" y="1637157"/>
                    </a:lnTo>
                    <a:lnTo>
                      <a:pt x="1160907" y="1577626"/>
                    </a:lnTo>
                    <a:lnTo>
                      <a:pt x="1190625" y="1577626"/>
                    </a:lnTo>
                    <a:lnTo>
                      <a:pt x="1190625" y="1488377"/>
                    </a:lnTo>
                    <a:lnTo>
                      <a:pt x="1220343" y="1488377"/>
                    </a:lnTo>
                    <a:lnTo>
                      <a:pt x="1220343" y="1339501"/>
                    </a:lnTo>
                    <a:lnTo>
                      <a:pt x="1220343" y="1309688"/>
                    </a:lnTo>
                    <a:lnTo>
                      <a:pt x="1250156" y="1309688"/>
                    </a:lnTo>
                    <a:lnTo>
                      <a:pt x="1250156" y="1279970"/>
                    </a:lnTo>
                    <a:lnTo>
                      <a:pt x="1279970" y="1279970"/>
                    </a:lnTo>
                    <a:lnTo>
                      <a:pt x="1279970" y="1250252"/>
                    </a:lnTo>
                    <a:lnTo>
                      <a:pt x="1309688" y="1250252"/>
                    </a:lnTo>
                    <a:lnTo>
                      <a:pt x="1309688" y="1220438"/>
                    </a:lnTo>
                    <a:lnTo>
                      <a:pt x="1339406" y="1220438"/>
                    </a:lnTo>
                    <a:lnTo>
                      <a:pt x="1339406" y="1190625"/>
                    </a:lnTo>
                    <a:lnTo>
                      <a:pt x="1369219" y="1190625"/>
                    </a:lnTo>
                    <a:lnTo>
                      <a:pt x="1369219" y="1160907"/>
                    </a:lnTo>
                    <a:lnTo>
                      <a:pt x="1399032" y="1160907"/>
                    </a:lnTo>
                    <a:lnTo>
                      <a:pt x="1399032" y="1131189"/>
                    </a:lnTo>
                    <a:lnTo>
                      <a:pt x="1428750" y="1131189"/>
                    </a:lnTo>
                    <a:lnTo>
                      <a:pt x="1428750" y="1101376"/>
                    </a:lnTo>
                    <a:lnTo>
                      <a:pt x="1458468" y="1101376"/>
                    </a:lnTo>
                    <a:lnTo>
                      <a:pt x="1458468" y="1071563"/>
                    </a:lnTo>
                    <a:lnTo>
                      <a:pt x="1488281" y="1071563"/>
                    </a:lnTo>
                    <a:lnTo>
                      <a:pt x="1488281" y="1041845"/>
                    </a:lnTo>
                    <a:lnTo>
                      <a:pt x="1518095" y="1041845"/>
                    </a:lnTo>
                    <a:lnTo>
                      <a:pt x="1518095" y="1012127"/>
                    </a:lnTo>
                    <a:lnTo>
                      <a:pt x="1547813" y="1012127"/>
                    </a:lnTo>
                    <a:lnTo>
                      <a:pt x="1547813" y="982313"/>
                    </a:lnTo>
                    <a:lnTo>
                      <a:pt x="1577531" y="982313"/>
                    </a:lnTo>
                    <a:lnTo>
                      <a:pt x="1577531" y="952500"/>
                    </a:lnTo>
                    <a:lnTo>
                      <a:pt x="1577531" y="922782"/>
                    </a:lnTo>
                    <a:lnTo>
                      <a:pt x="1547813" y="922782"/>
                    </a:lnTo>
                    <a:close/>
                  </a:path>
                </a:pathLst>
              </a:custGeom>
              <a:noFill/>
              <a:ln cap="flat" cmpd="sng" w="59525">
                <a:solidFill>
                  <a:srgbClr val="F1C2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6" name="Google Shape;976;p24"/>
            <p:cNvGrpSpPr/>
            <p:nvPr/>
          </p:nvGrpSpPr>
          <p:grpSpPr>
            <a:xfrm>
              <a:off x="6600825" y="3577780"/>
              <a:ext cx="1577530" cy="1845468"/>
              <a:chOff x="6600825" y="3577780"/>
              <a:chExt cx="1577530" cy="1845468"/>
            </a:xfrm>
          </p:grpSpPr>
          <p:grpSp>
            <p:nvGrpSpPr>
              <p:cNvPr id="977" name="Google Shape;977;p24"/>
              <p:cNvGrpSpPr/>
              <p:nvPr/>
            </p:nvGrpSpPr>
            <p:grpSpPr>
              <a:xfrm>
                <a:off x="6600825" y="4024312"/>
                <a:ext cx="386905" cy="595312"/>
                <a:chOff x="6600825" y="4024312"/>
                <a:chExt cx="386905" cy="595312"/>
              </a:xfrm>
            </p:grpSpPr>
            <p:sp>
              <p:nvSpPr>
                <p:cNvPr id="978" name="Google Shape;978;p24"/>
                <p:cNvSpPr/>
                <p:nvPr/>
              </p:nvSpPr>
              <p:spPr>
                <a:xfrm>
                  <a:off x="6600825" y="4083843"/>
                  <a:ext cx="29718" cy="476250"/>
                </a:xfrm>
                <a:custGeom>
                  <a:rect b="b" l="l" r="r" t="t"/>
                  <a:pathLst>
                    <a:path extrusionOk="0" h="47625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476250"/>
                      </a:lnTo>
                      <a:lnTo>
                        <a:pt x="0" y="476250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9" name="Google Shape;979;p24"/>
                <p:cNvSpPr/>
                <p:nvPr/>
              </p:nvSpPr>
              <p:spPr>
                <a:xfrm>
                  <a:off x="6958012" y="4083843"/>
                  <a:ext cx="29718" cy="476250"/>
                </a:xfrm>
                <a:custGeom>
                  <a:rect b="b" l="l" r="r" t="t"/>
                  <a:pathLst>
                    <a:path extrusionOk="0" h="47625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476250"/>
                      </a:lnTo>
                      <a:lnTo>
                        <a:pt x="0" y="476250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0" name="Google Shape;980;p24"/>
                <p:cNvSpPr/>
                <p:nvPr/>
              </p:nvSpPr>
              <p:spPr>
                <a:xfrm>
                  <a:off x="6630543" y="4054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1" name="Google Shape;981;p24"/>
                <p:cNvSpPr/>
                <p:nvPr/>
              </p:nvSpPr>
              <p:spPr>
                <a:xfrm>
                  <a:off x="6928294" y="4054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24"/>
                <p:cNvSpPr/>
                <p:nvPr/>
              </p:nvSpPr>
              <p:spPr>
                <a:xfrm>
                  <a:off x="6660356" y="4024312"/>
                  <a:ext cx="267843" cy="29718"/>
                </a:xfrm>
                <a:custGeom>
                  <a:rect b="b" l="l" r="r" t="t"/>
                  <a:pathLst>
                    <a:path extrusionOk="0" h="29718" w="267843">
                      <a:moveTo>
                        <a:pt x="0" y="0"/>
                      </a:moveTo>
                      <a:lnTo>
                        <a:pt x="267843" y="0"/>
                      </a:lnTo>
                      <a:lnTo>
                        <a:pt x="26784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3" name="Google Shape;983;p24"/>
                <p:cNvSpPr/>
                <p:nvPr/>
              </p:nvSpPr>
              <p:spPr>
                <a:xfrm>
                  <a:off x="6630543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24"/>
                <p:cNvSpPr/>
                <p:nvPr/>
              </p:nvSpPr>
              <p:spPr>
                <a:xfrm>
                  <a:off x="6928294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24"/>
                <p:cNvSpPr/>
                <p:nvPr/>
              </p:nvSpPr>
              <p:spPr>
                <a:xfrm>
                  <a:off x="6660356" y="4589906"/>
                  <a:ext cx="267843" cy="29718"/>
                </a:xfrm>
                <a:custGeom>
                  <a:rect b="b" l="l" r="r" t="t"/>
                  <a:pathLst>
                    <a:path extrusionOk="0" h="29718" w="267843">
                      <a:moveTo>
                        <a:pt x="0" y="0"/>
                      </a:moveTo>
                      <a:lnTo>
                        <a:pt x="267843" y="0"/>
                      </a:lnTo>
                      <a:lnTo>
                        <a:pt x="26784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24"/>
                <p:cNvSpPr/>
                <p:nvPr/>
              </p:nvSpPr>
              <p:spPr>
                <a:xfrm>
                  <a:off x="6660356" y="4470844"/>
                  <a:ext cx="267843" cy="29718"/>
                </a:xfrm>
                <a:custGeom>
                  <a:rect b="b" l="l" r="r" t="t"/>
                  <a:pathLst>
                    <a:path extrusionOk="0" h="29718" w="267843">
                      <a:moveTo>
                        <a:pt x="0" y="0"/>
                      </a:moveTo>
                      <a:lnTo>
                        <a:pt x="267843" y="0"/>
                      </a:lnTo>
                      <a:lnTo>
                        <a:pt x="26784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7" name="Google Shape;987;p24"/>
                <p:cNvSpPr/>
                <p:nvPr/>
              </p:nvSpPr>
              <p:spPr>
                <a:xfrm>
                  <a:off x="6690169" y="4441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8" name="Google Shape;988;p24"/>
                <p:cNvSpPr/>
                <p:nvPr/>
              </p:nvSpPr>
              <p:spPr>
                <a:xfrm>
                  <a:off x="6719887" y="44112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9" name="Google Shape;989;p24"/>
                <p:cNvSpPr/>
                <p:nvPr/>
              </p:nvSpPr>
              <p:spPr>
                <a:xfrm>
                  <a:off x="6868668" y="4441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0" name="Google Shape;990;p24"/>
                <p:cNvSpPr/>
                <p:nvPr/>
              </p:nvSpPr>
              <p:spPr>
                <a:xfrm>
                  <a:off x="6809232" y="44112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1" name="Google Shape;991;p24"/>
                <p:cNvSpPr/>
                <p:nvPr/>
              </p:nvSpPr>
              <p:spPr>
                <a:xfrm>
                  <a:off x="6838950" y="4202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2" name="Google Shape;992;p24"/>
                <p:cNvSpPr/>
                <p:nvPr/>
              </p:nvSpPr>
              <p:spPr>
                <a:xfrm>
                  <a:off x="6719887" y="42029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24"/>
                <p:cNvSpPr/>
                <p:nvPr/>
              </p:nvSpPr>
              <p:spPr>
                <a:xfrm>
                  <a:off x="6809232" y="4173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24"/>
                <p:cNvSpPr/>
                <p:nvPr/>
              </p:nvSpPr>
              <p:spPr>
                <a:xfrm>
                  <a:off x="6868668" y="4292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24"/>
                <p:cNvSpPr/>
                <p:nvPr/>
              </p:nvSpPr>
              <p:spPr>
                <a:xfrm>
                  <a:off x="6838950" y="4143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6" name="Google Shape;996;p24"/>
                <p:cNvSpPr/>
                <p:nvPr/>
              </p:nvSpPr>
              <p:spPr>
                <a:xfrm>
                  <a:off x="6809232" y="432196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7" name="Google Shape;997;p24"/>
                <p:cNvSpPr/>
                <p:nvPr/>
              </p:nvSpPr>
              <p:spPr>
                <a:xfrm>
                  <a:off x="6690169" y="4292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8" name="Google Shape;998;p24"/>
                <p:cNvSpPr/>
                <p:nvPr/>
              </p:nvSpPr>
              <p:spPr>
                <a:xfrm>
                  <a:off x="6719887" y="432196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24"/>
                <p:cNvSpPr/>
                <p:nvPr/>
              </p:nvSpPr>
              <p:spPr>
                <a:xfrm>
                  <a:off x="6719887" y="4143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0" name="Google Shape;1000;p24"/>
                <p:cNvSpPr/>
                <p:nvPr/>
              </p:nvSpPr>
              <p:spPr>
                <a:xfrm>
                  <a:off x="6779418" y="41433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1" name="Google Shape;1001;p24"/>
                <p:cNvSpPr/>
                <p:nvPr/>
              </p:nvSpPr>
              <p:spPr>
                <a:xfrm>
                  <a:off x="6660356" y="4083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2" name="Google Shape;1002;p24"/>
                <p:cNvSpPr/>
                <p:nvPr/>
              </p:nvSpPr>
              <p:spPr>
                <a:xfrm>
                  <a:off x="6898481" y="40838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3" name="Google Shape;1003;p24"/>
                <p:cNvSpPr/>
                <p:nvPr/>
              </p:nvSpPr>
              <p:spPr>
                <a:xfrm>
                  <a:off x="6660356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4" name="Google Shape;1004;p24"/>
                <p:cNvSpPr/>
                <p:nvPr/>
              </p:nvSpPr>
              <p:spPr>
                <a:xfrm>
                  <a:off x="6898481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5" name="Google Shape;1005;p24"/>
                <p:cNvSpPr/>
                <p:nvPr/>
              </p:nvSpPr>
              <p:spPr>
                <a:xfrm>
                  <a:off x="6749605" y="41730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24"/>
                <p:cNvSpPr/>
                <p:nvPr/>
              </p:nvSpPr>
              <p:spPr>
                <a:xfrm>
                  <a:off x="6749605" y="4262437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7" name="Google Shape;1007;p24"/>
                <p:cNvSpPr/>
                <p:nvPr/>
              </p:nvSpPr>
              <p:spPr>
                <a:xfrm>
                  <a:off x="6630733" y="4054125"/>
                  <a:ext cx="327278" cy="535685"/>
                </a:xfrm>
                <a:custGeom>
                  <a:rect b="b" l="l" r="r" t="t"/>
                  <a:pathLst>
                    <a:path extrusionOk="0" h="535685" w="327278">
                      <a:moveTo>
                        <a:pt x="297561" y="29718"/>
                      </a:moveTo>
                      <a:lnTo>
                        <a:pt x="297561" y="59436"/>
                      </a:lnTo>
                      <a:lnTo>
                        <a:pt x="267843" y="59436"/>
                      </a:lnTo>
                      <a:lnTo>
                        <a:pt x="267843" y="29718"/>
                      </a:lnTo>
                      <a:lnTo>
                        <a:pt x="297561" y="29718"/>
                      </a:lnTo>
                      <a:lnTo>
                        <a:pt x="297561" y="0"/>
                      </a:ln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59436" y="29718"/>
                      </a:lnTo>
                      <a:lnTo>
                        <a:pt x="59436" y="59436"/>
                      </a:lnTo>
                      <a:lnTo>
                        <a:pt x="29718" y="59436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lnTo>
                        <a:pt x="0" y="505968"/>
                      </a:lnTo>
                      <a:lnTo>
                        <a:pt x="29718" y="505968"/>
                      </a:lnTo>
                      <a:lnTo>
                        <a:pt x="29718" y="476250"/>
                      </a:lnTo>
                      <a:lnTo>
                        <a:pt x="59436" y="476250"/>
                      </a:lnTo>
                      <a:lnTo>
                        <a:pt x="59436" y="505968"/>
                      </a:lnTo>
                      <a:lnTo>
                        <a:pt x="29718" y="505968"/>
                      </a:lnTo>
                      <a:lnTo>
                        <a:pt x="29718" y="535686"/>
                      </a:lnTo>
                      <a:lnTo>
                        <a:pt x="297561" y="535686"/>
                      </a:lnTo>
                      <a:lnTo>
                        <a:pt x="297561" y="505968"/>
                      </a:lnTo>
                      <a:lnTo>
                        <a:pt x="267843" y="505968"/>
                      </a:lnTo>
                      <a:lnTo>
                        <a:pt x="267843" y="476250"/>
                      </a:lnTo>
                      <a:lnTo>
                        <a:pt x="297561" y="476250"/>
                      </a:lnTo>
                      <a:lnTo>
                        <a:pt x="297561" y="505968"/>
                      </a:lnTo>
                      <a:lnTo>
                        <a:pt x="327279" y="505968"/>
                      </a:lnTo>
                      <a:lnTo>
                        <a:pt x="327279" y="29718"/>
                      </a:lnTo>
                      <a:lnTo>
                        <a:pt x="297561" y="29718"/>
                      </a:lnTo>
                      <a:close/>
                      <a:moveTo>
                        <a:pt x="297561" y="446437"/>
                      </a:moveTo>
                      <a:lnTo>
                        <a:pt x="29718" y="446437"/>
                      </a:lnTo>
                      <a:lnTo>
                        <a:pt x="29718" y="416719"/>
                      </a:lnTo>
                      <a:lnTo>
                        <a:pt x="59436" y="416719"/>
                      </a:lnTo>
                      <a:lnTo>
                        <a:pt x="59436" y="387001"/>
                      </a:lnTo>
                      <a:lnTo>
                        <a:pt x="89154" y="387001"/>
                      </a:lnTo>
                      <a:lnTo>
                        <a:pt x="89154" y="357283"/>
                      </a:lnTo>
                      <a:lnTo>
                        <a:pt x="148685" y="357283"/>
                      </a:lnTo>
                      <a:lnTo>
                        <a:pt x="148685" y="297752"/>
                      </a:lnTo>
                      <a:lnTo>
                        <a:pt x="89154" y="297752"/>
                      </a:lnTo>
                      <a:lnTo>
                        <a:pt x="89154" y="268033"/>
                      </a:lnTo>
                      <a:lnTo>
                        <a:pt x="59436" y="268033"/>
                      </a:lnTo>
                      <a:lnTo>
                        <a:pt x="59436" y="238315"/>
                      </a:lnTo>
                      <a:lnTo>
                        <a:pt x="89154" y="238315"/>
                      </a:lnTo>
                      <a:lnTo>
                        <a:pt x="89154" y="268033"/>
                      </a:lnTo>
                      <a:lnTo>
                        <a:pt x="148685" y="268033"/>
                      </a:lnTo>
                      <a:lnTo>
                        <a:pt x="148685" y="238315"/>
                      </a:lnTo>
                      <a:lnTo>
                        <a:pt x="118967" y="238315"/>
                      </a:lnTo>
                      <a:lnTo>
                        <a:pt x="118967" y="208597"/>
                      </a:lnTo>
                      <a:lnTo>
                        <a:pt x="89249" y="208597"/>
                      </a:lnTo>
                      <a:lnTo>
                        <a:pt x="89249" y="149066"/>
                      </a:lnTo>
                      <a:lnTo>
                        <a:pt x="118967" y="149066"/>
                      </a:lnTo>
                      <a:lnTo>
                        <a:pt x="118967" y="119348"/>
                      </a:lnTo>
                      <a:lnTo>
                        <a:pt x="89249" y="119348"/>
                      </a:lnTo>
                      <a:lnTo>
                        <a:pt x="89249" y="89630"/>
                      </a:lnTo>
                      <a:lnTo>
                        <a:pt x="118967" y="89630"/>
                      </a:lnTo>
                      <a:lnTo>
                        <a:pt x="118967" y="119348"/>
                      </a:lnTo>
                      <a:lnTo>
                        <a:pt x="148685" y="119348"/>
                      </a:lnTo>
                      <a:lnTo>
                        <a:pt x="148685" y="89630"/>
                      </a:lnTo>
                      <a:lnTo>
                        <a:pt x="178403" y="89630"/>
                      </a:lnTo>
                      <a:lnTo>
                        <a:pt x="178403" y="119348"/>
                      </a:lnTo>
                      <a:lnTo>
                        <a:pt x="208121" y="119348"/>
                      </a:lnTo>
                      <a:lnTo>
                        <a:pt x="208121" y="89630"/>
                      </a:lnTo>
                      <a:lnTo>
                        <a:pt x="237839" y="89630"/>
                      </a:lnTo>
                      <a:lnTo>
                        <a:pt x="237839" y="119348"/>
                      </a:lnTo>
                      <a:lnTo>
                        <a:pt x="208121" y="119348"/>
                      </a:lnTo>
                      <a:lnTo>
                        <a:pt x="208121" y="149066"/>
                      </a:lnTo>
                      <a:lnTo>
                        <a:pt x="237839" y="149066"/>
                      </a:lnTo>
                      <a:lnTo>
                        <a:pt x="237839" y="208597"/>
                      </a:lnTo>
                      <a:lnTo>
                        <a:pt x="208121" y="208597"/>
                      </a:lnTo>
                      <a:lnTo>
                        <a:pt x="208121" y="238315"/>
                      </a:lnTo>
                      <a:lnTo>
                        <a:pt x="178403" y="238315"/>
                      </a:lnTo>
                      <a:lnTo>
                        <a:pt x="178403" y="268033"/>
                      </a:lnTo>
                      <a:lnTo>
                        <a:pt x="237934" y="268033"/>
                      </a:lnTo>
                      <a:lnTo>
                        <a:pt x="237934" y="238315"/>
                      </a:lnTo>
                      <a:lnTo>
                        <a:pt x="267652" y="238315"/>
                      </a:lnTo>
                      <a:lnTo>
                        <a:pt x="267652" y="268033"/>
                      </a:lnTo>
                      <a:lnTo>
                        <a:pt x="237934" y="268033"/>
                      </a:lnTo>
                      <a:lnTo>
                        <a:pt x="237934" y="297752"/>
                      </a:lnTo>
                      <a:lnTo>
                        <a:pt x="178403" y="297752"/>
                      </a:lnTo>
                      <a:lnTo>
                        <a:pt x="178403" y="357283"/>
                      </a:lnTo>
                      <a:lnTo>
                        <a:pt x="237934" y="357283"/>
                      </a:lnTo>
                      <a:lnTo>
                        <a:pt x="237934" y="387001"/>
                      </a:lnTo>
                      <a:lnTo>
                        <a:pt x="267652" y="387001"/>
                      </a:lnTo>
                      <a:lnTo>
                        <a:pt x="267652" y="416719"/>
                      </a:lnTo>
                      <a:lnTo>
                        <a:pt x="297370" y="416719"/>
                      </a:lnTo>
                      <a:lnTo>
                        <a:pt x="297370" y="446437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8" name="Google Shape;1008;p24"/>
                <p:cNvSpPr/>
                <p:nvPr/>
              </p:nvSpPr>
              <p:spPr>
                <a:xfrm>
                  <a:off x="6719887" y="4441030"/>
                  <a:ext cx="148780" cy="29718"/>
                </a:xfrm>
                <a:custGeom>
                  <a:rect b="b" l="l" r="r" t="t"/>
                  <a:pathLst>
                    <a:path extrusionOk="0" h="29718" w="14878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9" name="Google Shape;1009;p24"/>
                <p:cNvSpPr/>
                <p:nvPr/>
              </p:nvSpPr>
              <p:spPr>
                <a:xfrm>
                  <a:off x="6749605" y="4173092"/>
                  <a:ext cx="89344" cy="89344"/>
                </a:xfrm>
                <a:custGeom>
                  <a:rect b="b" l="l" r="r" t="t"/>
                  <a:pathLst>
                    <a:path extrusionOk="0" h="89344" w="89344">
                      <a:moveTo>
                        <a:pt x="89345" y="29813"/>
                      </a:moveTo>
                      <a:lnTo>
                        <a:pt x="89345" y="89345"/>
                      </a:lnTo>
                      <a:lnTo>
                        <a:pt x="0" y="89345"/>
                      </a:lnTo>
                      <a:lnTo>
                        <a:pt x="0" y="29813"/>
                      </a:lnTo>
                      <a:lnTo>
                        <a:pt x="29813" y="29813"/>
                      </a:lnTo>
                      <a:lnTo>
                        <a:pt x="29813" y="0"/>
                      </a:lnTo>
                      <a:lnTo>
                        <a:pt x="59627" y="0"/>
                      </a:lnTo>
                      <a:lnTo>
                        <a:pt x="59627" y="29813"/>
                      </a:lnTo>
                      <a:lnTo>
                        <a:pt x="89345" y="29813"/>
                      </a:lnTo>
                      <a:close/>
                    </a:path>
                  </a:pathLst>
                </a:custGeom>
                <a:solidFill>
                  <a:srgbClr val="59595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0" name="Google Shape;1010;p24"/>
                <p:cNvSpPr/>
                <p:nvPr/>
              </p:nvSpPr>
              <p:spPr>
                <a:xfrm>
                  <a:off x="6779418" y="4292155"/>
                  <a:ext cx="29718" cy="148780"/>
                </a:xfrm>
                <a:custGeom>
                  <a:rect b="b" l="l" r="r" t="t"/>
                  <a:pathLst>
                    <a:path extrusionOk="0" h="14878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0"/>
                      </a:lnTo>
                      <a:lnTo>
                        <a:pt x="0" y="148780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11" name="Google Shape;1011;p24"/>
              <p:cNvGrpSpPr/>
              <p:nvPr/>
            </p:nvGrpSpPr>
            <p:grpSpPr>
              <a:xfrm>
                <a:off x="6690169" y="4292155"/>
                <a:ext cx="1160717" cy="1101280"/>
                <a:chOff x="6690169" y="4292155"/>
                <a:chExt cx="1160717" cy="1101280"/>
              </a:xfrm>
            </p:grpSpPr>
            <p:sp>
              <p:nvSpPr>
                <p:cNvPr id="1012" name="Google Shape;1012;p24"/>
                <p:cNvSpPr/>
                <p:nvPr/>
              </p:nvSpPr>
              <p:spPr>
                <a:xfrm>
                  <a:off x="6838950" y="5363717"/>
                  <a:ext cx="535781" cy="29718"/>
                </a:xfrm>
                <a:custGeom>
                  <a:rect b="b" l="l" r="r" t="t"/>
                  <a:pathLst>
                    <a:path extrusionOk="0" h="29718" w="535781">
                      <a:moveTo>
                        <a:pt x="0" y="0"/>
                      </a:moveTo>
                      <a:lnTo>
                        <a:pt x="535781" y="0"/>
                      </a:lnTo>
                      <a:lnTo>
                        <a:pt x="53578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24"/>
                <p:cNvSpPr/>
                <p:nvPr/>
              </p:nvSpPr>
              <p:spPr>
                <a:xfrm>
                  <a:off x="6809232" y="533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24"/>
                <p:cNvSpPr/>
                <p:nvPr/>
              </p:nvSpPr>
              <p:spPr>
                <a:xfrm>
                  <a:off x="7404544" y="53042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5" name="Google Shape;1015;p24"/>
                <p:cNvSpPr/>
                <p:nvPr/>
              </p:nvSpPr>
              <p:spPr>
                <a:xfrm>
                  <a:off x="7374731" y="533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6" name="Google Shape;1016;p24"/>
                <p:cNvSpPr/>
                <p:nvPr/>
              </p:nvSpPr>
              <p:spPr>
                <a:xfrm>
                  <a:off x="7404544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7" name="Google Shape;1017;p24"/>
                <p:cNvSpPr/>
                <p:nvPr/>
              </p:nvSpPr>
              <p:spPr>
                <a:xfrm>
                  <a:off x="7434262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8" name="Google Shape;1018;p24"/>
                <p:cNvSpPr/>
                <p:nvPr/>
              </p:nvSpPr>
              <p:spPr>
                <a:xfrm>
                  <a:off x="7463980" y="5304281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9" name="Google Shape;1019;p24"/>
                <p:cNvSpPr/>
                <p:nvPr/>
              </p:nvSpPr>
              <p:spPr>
                <a:xfrm>
                  <a:off x="7553325" y="5274468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24"/>
                <p:cNvSpPr/>
                <p:nvPr/>
              </p:nvSpPr>
              <p:spPr>
                <a:xfrm>
                  <a:off x="7642669" y="52446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24"/>
                <p:cNvSpPr/>
                <p:nvPr/>
              </p:nvSpPr>
              <p:spPr>
                <a:xfrm>
                  <a:off x="7731918" y="515540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2" name="Google Shape;1022;p24"/>
                <p:cNvSpPr/>
                <p:nvPr/>
              </p:nvSpPr>
              <p:spPr>
                <a:xfrm>
                  <a:off x="7761732" y="5066156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3" name="Google Shape;1023;p24"/>
                <p:cNvSpPr/>
                <p:nvPr/>
              </p:nvSpPr>
              <p:spPr>
                <a:xfrm>
                  <a:off x="7791450" y="4887467"/>
                  <a:ext cx="29718" cy="178593"/>
                </a:xfrm>
                <a:custGeom>
                  <a:rect b="b" l="l" r="r" t="t"/>
                  <a:pathLst>
                    <a:path extrusionOk="0" h="178593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78594"/>
                      </a:lnTo>
                      <a:lnTo>
                        <a:pt x="0" y="178594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4" name="Google Shape;1024;p24"/>
                <p:cNvSpPr/>
                <p:nvPr/>
              </p:nvSpPr>
              <p:spPr>
                <a:xfrm>
                  <a:off x="7791450" y="4560093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5" name="Google Shape;1025;p24"/>
                <p:cNvSpPr/>
                <p:nvPr/>
              </p:nvSpPr>
              <p:spPr>
                <a:xfrm>
                  <a:off x="7761732" y="450056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6" name="Google Shape;1026;p24"/>
                <p:cNvSpPr/>
                <p:nvPr/>
              </p:nvSpPr>
              <p:spPr>
                <a:xfrm>
                  <a:off x="7731918" y="4470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7" name="Google Shape;1027;p24"/>
                <p:cNvSpPr/>
                <p:nvPr/>
              </p:nvSpPr>
              <p:spPr>
                <a:xfrm>
                  <a:off x="7702105" y="4441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24"/>
                <p:cNvSpPr/>
                <p:nvPr/>
              </p:nvSpPr>
              <p:spPr>
                <a:xfrm>
                  <a:off x="7642669" y="44112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9" name="Google Shape;1029;p24"/>
                <p:cNvSpPr/>
                <p:nvPr/>
              </p:nvSpPr>
              <p:spPr>
                <a:xfrm>
                  <a:off x="7583043" y="438149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24"/>
                <p:cNvSpPr/>
                <p:nvPr/>
              </p:nvSpPr>
              <p:spPr>
                <a:xfrm>
                  <a:off x="7523607" y="4351781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24"/>
                <p:cNvSpPr/>
                <p:nvPr/>
              </p:nvSpPr>
              <p:spPr>
                <a:xfrm>
                  <a:off x="6958012" y="438149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2" name="Google Shape;1032;p24"/>
                <p:cNvSpPr/>
                <p:nvPr/>
              </p:nvSpPr>
              <p:spPr>
                <a:xfrm>
                  <a:off x="6898481" y="44112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3" name="Google Shape;1033;p24"/>
                <p:cNvSpPr/>
                <p:nvPr/>
              </p:nvSpPr>
              <p:spPr>
                <a:xfrm>
                  <a:off x="6868668" y="44410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4" name="Google Shape;1034;p24"/>
                <p:cNvSpPr/>
                <p:nvPr/>
              </p:nvSpPr>
              <p:spPr>
                <a:xfrm>
                  <a:off x="6838950" y="4470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24"/>
                <p:cNvSpPr/>
                <p:nvPr/>
              </p:nvSpPr>
              <p:spPr>
                <a:xfrm>
                  <a:off x="6809232" y="450056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24"/>
                <p:cNvSpPr/>
                <p:nvPr/>
              </p:nvSpPr>
              <p:spPr>
                <a:xfrm>
                  <a:off x="6779418" y="4560093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24"/>
                <p:cNvSpPr/>
                <p:nvPr/>
              </p:nvSpPr>
              <p:spPr>
                <a:xfrm>
                  <a:off x="7017543" y="4351781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24"/>
                <p:cNvSpPr/>
                <p:nvPr/>
              </p:nvSpPr>
              <p:spPr>
                <a:xfrm>
                  <a:off x="7434262" y="4321968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24"/>
                <p:cNvSpPr/>
                <p:nvPr/>
              </p:nvSpPr>
              <p:spPr>
                <a:xfrm>
                  <a:off x="7077075" y="4321968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24"/>
                <p:cNvSpPr/>
                <p:nvPr/>
              </p:nvSpPr>
              <p:spPr>
                <a:xfrm>
                  <a:off x="7166419" y="4292155"/>
                  <a:ext cx="267843" cy="29718"/>
                </a:xfrm>
                <a:custGeom>
                  <a:rect b="b" l="l" r="r" t="t"/>
                  <a:pathLst>
                    <a:path extrusionOk="0" h="29718" w="267843">
                      <a:moveTo>
                        <a:pt x="0" y="0"/>
                      </a:moveTo>
                      <a:lnTo>
                        <a:pt x="267843" y="0"/>
                      </a:lnTo>
                      <a:lnTo>
                        <a:pt x="26784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24"/>
                <p:cNvSpPr/>
                <p:nvPr/>
              </p:nvSpPr>
              <p:spPr>
                <a:xfrm>
                  <a:off x="7821168" y="4679155"/>
                  <a:ext cx="29718" cy="208406"/>
                </a:xfrm>
                <a:custGeom>
                  <a:rect b="b" l="l" r="r" t="t"/>
                  <a:pathLst>
                    <a:path extrusionOk="0" h="208406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08407"/>
                      </a:lnTo>
                      <a:lnTo>
                        <a:pt x="0" y="208407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24"/>
                <p:cNvSpPr/>
                <p:nvPr/>
              </p:nvSpPr>
              <p:spPr>
                <a:xfrm>
                  <a:off x="6749605" y="4649342"/>
                  <a:ext cx="29718" cy="208406"/>
                </a:xfrm>
                <a:custGeom>
                  <a:rect b="b" l="l" r="r" t="t"/>
                  <a:pathLst>
                    <a:path extrusionOk="0" h="208406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08407"/>
                      </a:lnTo>
                      <a:lnTo>
                        <a:pt x="0" y="208407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24"/>
                <p:cNvSpPr/>
                <p:nvPr/>
              </p:nvSpPr>
              <p:spPr>
                <a:xfrm>
                  <a:off x="7702105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" name="Google Shape;1044;p24"/>
                <p:cNvSpPr/>
                <p:nvPr/>
              </p:nvSpPr>
              <p:spPr>
                <a:xfrm>
                  <a:off x="6809232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" name="Google Shape;1045;p24"/>
                <p:cNvSpPr/>
                <p:nvPr/>
              </p:nvSpPr>
              <p:spPr>
                <a:xfrm>
                  <a:off x="6779418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24"/>
                <p:cNvSpPr/>
                <p:nvPr/>
              </p:nvSpPr>
              <p:spPr>
                <a:xfrm>
                  <a:off x="6719887" y="4857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24"/>
                <p:cNvSpPr/>
                <p:nvPr/>
              </p:nvSpPr>
              <p:spPr>
                <a:xfrm>
                  <a:off x="6719887" y="497681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24"/>
                <p:cNvSpPr/>
                <p:nvPr/>
              </p:nvSpPr>
              <p:spPr>
                <a:xfrm>
                  <a:off x="6690169" y="4917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24"/>
                <p:cNvSpPr/>
                <p:nvPr/>
              </p:nvSpPr>
              <p:spPr>
                <a:xfrm>
                  <a:off x="6838950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24"/>
                <p:cNvSpPr/>
                <p:nvPr/>
              </p:nvSpPr>
              <p:spPr>
                <a:xfrm>
                  <a:off x="6898481" y="5155405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24"/>
                <p:cNvSpPr/>
                <p:nvPr/>
              </p:nvSpPr>
              <p:spPr>
                <a:xfrm>
                  <a:off x="6987730" y="5185219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24"/>
                <p:cNvSpPr/>
                <p:nvPr/>
              </p:nvSpPr>
              <p:spPr>
                <a:xfrm>
                  <a:off x="7077075" y="5214937"/>
                  <a:ext cx="148780" cy="29718"/>
                </a:xfrm>
                <a:custGeom>
                  <a:rect b="b" l="l" r="r" t="t"/>
                  <a:pathLst>
                    <a:path extrusionOk="0" h="29718" w="14878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24"/>
                <p:cNvSpPr/>
                <p:nvPr/>
              </p:nvSpPr>
              <p:spPr>
                <a:xfrm>
                  <a:off x="7225855" y="518521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24"/>
                <p:cNvSpPr/>
                <p:nvPr/>
              </p:nvSpPr>
              <p:spPr>
                <a:xfrm>
                  <a:off x="7285482" y="5095874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5" name="Google Shape;1055;p24"/>
                <p:cNvSpPr/>
                <p:nvPr/>
              </p:nvSpPr>
              <p:spPr>
                <a:xfrm>
                  <a:off x="7315200" y="4976812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6" name="Google Shape;1056;p24"/>
                <p:cNvSpPr/>
                <p:nvPr/>
              </p:nvSpPr>
              <p:spPr>
                <a:xfrm>
                  <a:off x="6838950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24"/>
                <p:cNvSpPr/>
                <p:nvPr/>
              </p:nvSpPr>
              <p:spPr>
                <a:xfrm>
                  <a:off x="6868668" y="503634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24"/>
                <p:cNvSpPr/>
                <p:nvPr/>
              </p:nvSpPr>
              <p:spPr>
                <a:xfrm>
                  <a:off x="6868668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24"/>
                <p:cNvSpPr/>
                <p:nvPr/>
              </p:nvSpPr>
              <p:spPr>
                <a:xfrm>
                  <a:off x="6898481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24"/>
                <p:cNvSpPr/>
                <p:nvPr/>
              </p:nvSpPr>
              <p:spPr>
                <a:xfrm>
                  <a:off x="6898481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24"/>
                <p:cNvSpPr/>
                <p:nvPr/>
              </p:nvSpPr>
              <p:spPr>
                <a:xfrm>
                  <a:off x="6958012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24"/>
                <p:cNvSpPr/>
                <p:nvPr/>
              </p:nvSpPr>
              <p:spPr>
                <a:xfrm>
                  <a:off x="7017543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24"/>
                <p:cNvSpPr/>
                <p:nvPr/>
              </p:nvSpPr>
              <p:spPr>
                <a:xfrm>
                  <a:off x="7077075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4" name="Google Shape;1064;p24"/>
                <p:cNvSpPr/>
                <p:nvPr/>
              </p:nvSpPr>
              <p:spPr>
                <a:xfrm>
                  <a:off x="7136606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5" name="Google Shape;1065;p24"/>
                <p:cNvSpPr/>
                <p:nvPr/>
              </p:nvSpPr>
              <p:spPr>
                <a:xfrm>
                  <a:off x="7196137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6" name="Google Shape;1066;p24"/>
                <p:cNvSpPr/>
                <p:nvPr/>
              </p:nvSpPr>
              <p:spPr>
                <a:xfrm>
                  <a:off x="6928294" y="5066156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7" name="Google Shape;1067;p24"/>
                <p:cNvSpPr/>
                <p:nvPr/>
              </p:nvSpPr>
              <p:spPr>
                <a:xfrm>
                  <a:off x="6898481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8" name="Google Shape;1068;p24"/>
                <p:cNvSpPr/>
                <p:nvPr/>
              </p:nvSpPr>
              <p:spPr>
                <a:xfrm>
                  <a:off x="6868668" y="512559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24"/>
                <p:cNvSpPr/>
                <p:nvPr/>
              </p:nvSpPr>
              <p:spPr>
                <a:xfrm>
                  <a:off x="6928294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24"/>
                <p:cNvSpPr/>
                <p:nvPr/>
              </p:nvSpPr>
              <p:spPr>
                <a:xfrm>
                  <a:off x="6928294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24"/>
                <p:cNvSpPr/>
                <p:nvPr/>
              </p:nvSpPr>
              <p:spPr>
                <a:xfrm>
                  <a:off x="7047357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" name="Google Shape;1072;p24"/>
                <p:cNvSpPr/>
                <p:nvPr/>
              </p:nvSpPr>
              <p:spPr>
                <a:xfrm>
                  <a:off x="6958012" y="509587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3" name="Google Shape;1073;p24"/>
                <p:cNvSpPr/>
                <p:nvPr/>
              </p:nvSpPr>
              <p:spPr>
                <a:xfrm>
                  <a:off x="7017543" y="512559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" name="Google Shape;1074;p24"/>
                <p:cNvSpPr/>
                <p:nvPr/>
              </p:nvSpPr>
              <p:spPr>
                <a:xfrm>
                  <a:off x="6987730" y="512559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" name="Google Shape;1075;p24"/>
                <p:cNvSpPr/>
                <p:nvPr/>
              </p:nvSpPr>
              <p:spPr>
                <a:xfrm>
                  <a:off x="6958012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6" name="Google Shape;1076;p24"/>
                <p:cNvSpPr/>
                <p:nvPr/>
              </p:nvSpPr>
              <p:spPr>
                <a:xfrm>
                  <a:off x="7017543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7" name="Google Shape;1077;p24"/>
                <p:cNvSpPr/>
                <p:nvPr/>
              </p:nvSpPr>
              <p:spPr>
                <a:xfrm>
                  <a:off x="7077075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8" name="Google Shape;1078;p24"/>
                <p:cNvSpPr/>
                <p:nvPr/>
              </p:nvSpPr>
              <p:spPr>
                <a:xfrm>
                  <a:off x="7136606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9" name="Google Shape;1079;p24"/>
                <p:cNvSpPr/>
                <p:nvPr/>
              </p:nvSpPr>
              <p:spPr>
                <a:xfrm>
                  <a:off x="7196137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0" name="Google Shape;1080;p24"/>
                <p:cNvSpPr/>
                <p:nvPr/>
              </p:nvSpPr>
              <p:spPr>
                <a:xfrm>
                  <a:off x="7077075" y="5155405"/>
                  <a:ext cx="148780" cy="29718"/>
                </a:xfrm>
                <a:custGeom>
                  <a:rect b="b" l="l" r="r" t="t"/>
                  <a:pathLst>
                    <a:path extrusionOk="0" h="29718" w="148780">
                      <a:moveTo>
                        <a:pt x="0" y="0"/>
                      </a:move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1" name="Google Shape;1081;p24"/>
                <p:cNvSpPr/>
                <p:nvPr/>
              </p:nvSpPr>
              <p:spPr>
                <a:xfrm>
                  <a:off x="7225855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2" name="Google Shape;1082;p24"/>
                <p:cNvSpPr/>
                <p:nvPr/>
              </p:nvSpPr>
              <p:spPr>
                <a:xfrm>
                  <a:off x="7166419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3" name="Google Shape;1083;p24"/>
                <p:cNvSpPr/>
                <p:nvPr/>
              </p:nvSpPr>
              <p:spPr>
                <a:xfrm>
                  <a:off x="7106793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4" name="Google Shape;1084;p24"/>
                <p:cNvSpPr/>
                <p:nvPr/>
              </p:nvSpPr>
              <p:spPr>
                <a:xfrm>
                  <a:off x="7255668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5" name="Google Shape;1085;p24"/>
                <p:cNvSpPr/>
                <p:nvPr/>
              </p:nvSpPr>
              <p:spPr>
                <a:xfrm>
                  <a:off x="7017543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24"/>
                <p:cNvSpPr/>
                <p:nvPr/>
              </p:nvSpPr>
              <p:spPr>
                <a:xfrm>
                  <a:off x="7017543" y="5036343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7" name="Google Shape;1087;p24"/>
                <p:cNvSpPr/>
                <p:nvPr/>
              </p:nvSpPr>
              <p:spPr>
                <a:xfrm>
                  <a:off x="7047357" y="509587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" name="Google Shape;1088;p24"/>
                <p:cNvSpPr/>
                <p:nvPr/>
              </p:nvSpPr>
              <p:spPr>
                <a:xfrm>
                  <a:off x="6928294" y="500653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9" name="Google Shape;1089;p24"/>
                <p:cNvSpPr/>
                <p:nvPr/>
              </p:nvSpPr>
              <p:spPr>
                <a:xfrm>
                  <a:off x="7106793" y="5066156"/>
                  <a:ext cx="178593" cy="29718"/>
                </a:xfrm>
                <a:custGeom>
                  <a:rect b="b" l="l" r="r" t="t"/>
                  <a:pathLst>
                    <a:path extrusionOk="0" h="29718" w="178593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0" name="Google Shape;1090;p24"/>
                <p:cNvSpPr/>
                <p:nvPr/>
              </p:nvSpPr>
              <p:spPr>
                <a:xfrm>
                  <a:off x="7106793" y="5125592"/>
                  <a:ext cx="178593" cy="29718"/>
                </a:xfrm>
                <a:custGeom>
                  <a:rect b="b" l="l" r="r" t="t"/>
                  <a:pathLst>
                    <a:path extrusionOk="0" h="29718" w="178593">
                      <a:moveTo>
                        <a:pt x="0" y="0"/>
                      </a:moveTo>
                      <a:lnTo>
                        <a:pt x="178594" y="0"/>
                      </a:lnTo>
                      <a:lnTo>
                        <a:pt x="178594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1" name="Google Shape;1091;p24"/>
                <p:cNvSpPr/>
                <p:nvPr/>
              </p:nvSpPr>
              <p:spPr>
                <a:xfrm>
                  <a:off x="7374731" y="52446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2" name="Google Shape;1092;p24"/>
                <p:cNvSpPr/>
                <p:nvPr/>
              </p:nvSpPr>
              <p:spPr>
                <a:xfrm>
                  <a:off x="7404544" y="518521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3" name="Google Shape;1093;p24"/>
                <p:cNvSpPr/>
                <p:nvPr/>
              </p:nvSpPr>
              <p:spPr>
                <a:xfrm>
                  <a:off x="7493793" y="494709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24"/>
                <p:cNvSpPr/>
                <p:nvPr/>
              </p:nvSpPr>
              <p:spPr>
                <a:xfrm>
                  <a:off x="7434262" y="5095874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5" name="Google Shape;1095;p24"/>
                <p:cNvSpPr/>
                <p:nvPr/>
              </p:nvSpPr>
              <p:spPr>
                <a:xfrm>
                  <a:off x="7463980" y="5006530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24"/>
                <p:cNvSpPr/>
                <p:nvPr/>
              </p:nvSpPr>
              <p:spPr>
                <a:xfrm>
                  <a:off x="6809232" y="521493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24"/>
                <p:cNvSpPr/>
                <p:nvPr/>
              </p:nvSpPr>
              <p:spPr>
                <a:xfrm>
                  <a:off x="6779418" y="527446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24"/>
                <p:cNvSpPr/>
                <p:nvPr/>
              </p:nvSpPr>
              <p:spPr>
                <a:xfrm>
                  <a:off x="6809232" y="4679155"/>
                  <a:ext cx="29718" cy="148780"/>
                </a:xfrm>
                <a:custGeom>
                  <a:rect b="b" l="l" r="r" t="t"/>
                  <a:pathLst>
                    <a:path extrusionOk="0" h="148780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48780"/>
                      </a:lnTo>
                      <a:lnTo>
                        <a:pt x="0" y="148780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24"/>
                <p:cNvSpPr/>
                <p:nvPr/>
              </p:nvSpPr>
              <p:spPr>
                <a:xfrm>
                  <a:off x="6838950" y="46196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24"/>
                <p:cNvSpPr/>
                <p:nvPr/>
              </p:nvSpPr>
              <p:spPr>
                <a:xfrm>
                  <a:off x="6868668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24"/>
                <p:cNvSpPr/>
                <p:nvPr/>
              </p:nvSpPr>
              <p:spPr>
                <a:xfrm>
                  <a:off x="6898481" y="4560093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24"/>
                <p:cNvSpPr/>
                <p:nvPr/>
              </p:nvSpPr>
              <p:spPr>
                <a:xfrm>
                  <a:off x="6987730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24"/>
                <p:cNvSpPr/>
                <p:nvPr/>
              </p:nvSpPr>
              <p:spPr>
                <a:xfrm>
                  <a:off x="6838950" y="4828031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4" name="Google Shape;1104;p24"/>
                <p:cNvSpPr/>
                <p:nvPr/>
              </p:nvSpPr>
              <p:spPr>
                <a:xfrm>
                  <a:off x="6958012" y="4857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5" name="Google Shape;1105;p24"/>
                <p:cNvSpPr/>
                <p:nvPr/>
              </p:nvSpPr>
              <p:spPr>
                <a:xfrm>
                  <a:off x="6987730" y="491728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6" name="Google Shape;1106;p24"/>
                <p:cNvSpPr/>
                <p:nvPr/>
              </p:nvSpPr>
              <p:spPr>
                <a:xfrm>
                  <a:off x="7077075" y="48874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7" name="Google Shape;1107;p24"/>
                <p:cNvSpPr/>
                <p:nvPr/>
              </p:nvSpPr>
              <p:spPr>
                <a:xfrm>
                  <a:off x="6987730" y="479821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24"/>
                <p:cNvSpPr/>
                <p:nvPr/>
              </p:nvSpPr>
              <p:spPr>
                <a:xfrm>
                  <a:off x="7017543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24"/>
                <p:cNvSpPr/>
                <p:nvPr/>
              </p:nvSpPr>
              <p:spPr>
                <a:xfrm>
                  <a:off x="7047357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24"/>
                <p:cNvSpPr/>
                <p:nvPr/>
              </p:nvSpPr>
              <p:spPr>
                <a:xfrm>
                  <a:off x="7077075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D078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24"/>
                <p:cNvSpPr/>
                <p:nvPr/>
              </p:nvSpPr>
              <p:spPr>
                <a:xfrm>
                  <a:off x="7077075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24"/>
                <p:cNvSpPr/>
                <p:nvPr/>
              </p:nvSpPr>
              <p:spPr>
                <a:xfrm>
                  <a:off x="7225855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3" name="Google Shape;1113;p24"/>
                <p:cNvSpPr/>
                <p:nvPr/>
              </p:nvSpPr>
              <p:spPr>
                <a:xfrm>
                  <a:off x="7374731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24"/>
                <p:cNvSpPr/>
                <p:nvPr/>
              </p:nvSpPr>
              <p:spPr>
                <a:xfrm>
                  <a:off x="7404544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24"/>
                <p:cNvSpPr/>
                <p:nvPr/>
              </p:nvSpPr>
              <p:spPr>
                <a:xfrm>
                  <a:off x="7196137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24"/>
                <p:cNvSpPr/>
                <p:nvPr/>
              </p:nvSpPr>
              <p:spPr>
                <a:xfrm>
                  <a:off x="7166419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24"/>
                <p:cNvSpPr/>
                <p:nvPr/>
              </p:nvSpPr>
              <p:spPr>
                <a:xfrm>
                  <a:off x="7196137" y="456009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24"/>
                <p:cNvSpPr/>
                <p:nvPr/>
              </p:nvSpPr>
              <p:spPr>
                <a:xfrm>
                  <a:off x="7374731" y="4560093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9" name="Google Shape;1119;p24"/>
                <p:cNvSpPr/>
                <p:nvPr/>
              </p:nvSpPr>
              <p:spPr>
                <a:xfrm>
                  <a:off x="7255668" y="4530280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0" name="Google Shape;1120;p24"/>
                <p:cNvSpPr/>
                <p:nvPr/>
              </p:nvSpPr>
              <p:spPr>
                <a:xfrm>
                  <a:off x="7166419" y="4679155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1" name="Google Shape;1121;p24"/>
                <p:cNvSpPr/>
                <p:nvPr/>
              </p:nvSpPr>
              <p:spPr>
                <a:xfrm>
                  <a:off x="7136606" y="46196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2" name="Google Shape;1122;p24"/>
                <p:cNvSpPr/>
                <p:nvPr/>
              </p:nvSpPr>
              <p:spPr>
                <a:xfrm>
                  <a:off x="7434262" y="4589906"/>
                  <a:ext cx="29718" cy="178593"/>
                </a:xfrm>
                <a:custGeom>
                  <a:rect b="b" l="l" r="r" t="t"/>
                  <a:pathLst>
                    <a:path extrusionOk="0" h="178593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78594"/>
                      </a:lnTo>
                      <a:lnTo>
                        <a:pt x="0" y="178594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3" name="Google Shape;1123;p24"/>
                <p:cNvSpPr/>
                <p:nvPr/>
              </p:nvSpPr>
              <p:spPr>
                <a:xfrm>
                  <a:off x="7136606" y="4798218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4" name="Google Shape;1124;p24"/>
                <p:cNvSpPr/>
                <p:nvPr/>
              </p:nvSpPr>
              <p:spPr>
                <a:xfrm>
                  <a:off x="7106793" y="473868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5" name="Google Shape;1125;p24"/>
                <p:cNvSpPr/>
                <p:nvPr/>
              </p:nvSpPr>
              <p:spPr>
                <a:xfrm>
                  <a:off x="7017543" y="4857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6" name="Google Shape;1126;p24"/>
                <p:cNvSpPr/>
                <p:nvPr/>
              </p:nvSpPr>
              <p:spPr>
                <a:xfrm>
                  <a:off x="7047357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7" name="Google Shape;1127;p24"/>
                <p:cNvSpPr/>
                <p:nvPr/>
              </p:nvSpPr>
              <p:spPr>
                <a:xfrm>
                  <a:off x="7077075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8" name="Google Shape;1128;p24"/>
                <p:cNvSpPr/>
                <p:nvPr/>
              </p:nvSpPr>
              <p:spPr>
                <a:xfrm>
                  <a:off x="6928294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9" name="Google Shape;1129;p24"/>
                <p:cNvSpPr/>
                <p:nvPr/>
              </p:nvSpPr>
              <p:spPr>
                <a:xfrm>
                  <a:off x="6958012" y="473868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0" name="Google Shape;1130;p24"/>
                <p:cNvSpPr/>
                <p:nvPr/>
              </p:nvSpPr>
              <p:spPr>
                <a:xfrm>
                  <a:off x="6987730" y="46791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1" name="Google Shape;1131;p24"/>
                <p:cNvSpPr/>
                <p:nvPr/>
              </p:nvSpPr>
              <p:spPr>
                <a:xfrm>
                  <a:off x="7017543" y="46196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2" name="Google Shape;1132;p24"/>
                <p:cNvSpPr/>
                <p:nvPr/>
              </p:nvSpPr>
              <p:spPr>
                <a:xfrm>
                  <a:off x="7255668" y="4828031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3" name="Google Shape;1133;p24"/>
                <p:cNvSpPr/>
                <p:nvPr/>
              </p:nvSpPr>
              <p:spPr>
                <a:xfrm>
                  <a:off x="7255668" y="4947094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4" name="Google Shape;1134;p24"/>
                <p:cNvSpPr/>
                <p:nvPr/>
              </p:nvSpPr>
              <p:spPr>
                <a:xfrm>
                  <a:off x="7463980" y="4947094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5" name="Google Shape;1135;p24"/>
                <p:cNvSpPr/>
                <p:nvPr/>
              </p:nvSpPr>
              <p:spPr>
                <a:xfrm>
                  <a:off x="7523607" y="479821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6" name="Google Shape;1136;p24"/>
                <p:cNvSpPr/>
                <p:nvPr/>
              </p:nvSpPr>
              <p:spPr>
                <a:xfrm>
                  <a:off x="7523607" y="456009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7" name="Google Shape;1137;p24"/>
                <p:cNvSpPr/>
                <p:nvPr/>
              </p:nvSpPr>
              <p:spPr>
                <a:xfrm>
                  <a:off x="7553325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8" name="Google Shape;1138;p24"/>
                <p:cNvSpPr/>
                <p:nvPr/>
              </p:nvSpPr>
              <p:spPr>
                <a:xfrm>
                  <a:off x="7553325" y="4619624"/>
                  <a:ext cx="29718" cy="178593"/>
                </a:xfrm>
                <a:custGeom>
                  <a:rect b="b" l="l" r="r" t="t"/>
                  <a:pathLst>
                    <a:path extrusionOk="0" h="178593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78594"/>
                      </a:lnTo>
                      <a:lnTo>
                        <a:pt x="0" y="178594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9" name="Google Shape;1139;p24"/>
                <p:cNvSpPr/>
                <p:nvPr/>
              </p:nvSpPr>
              <p:spPr>
                <a:xfrm>
                  <a:off x="7553325" y="497681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0" name="Google Shape;1140;p24"/>
                <p:cNvSpPr/>
                <p:nvPr/>
              </p:nvSpPr>
              <p:spPr>
                <a:xfrm>
                  <a:off x="7553325" y="4857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1" name="Google Shape;1141;p24"/>
                <p:cNvSpPr/>
                <p:nvPr/>
              </p:nvSpPr>
              <p:spPr>
                <a:xfrm>
                  <a:off x="7583043" y="48874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2" name="Google Shape;1142;p24"/>
                <p:cNvSpPr/>
                <p:nvPr/>
              </p:nvSpPr>
              <p:spPr>
                <a:xfrm>
                  <a:off x="7612856" y="500653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3" name="Google Shape;1143;p24"/>
                <p:cNvSpPr/>
                <p:nvPr/>
              </p:nvSpPr>
              <p:spPr>
                <a:xfrm>
                  <a:off x="7642669" y="491728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5145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4" name="Google Shape;1144;p24"/>
                <p:cNvSpPr/>
                <p:nvPr/>
              </p:nvSpPr>
              <p:spPr>
                <a:xfrm>
                  <a:off x="6720268" y="4322253"/>
                  <a:ext cx="1101375" cy="981932"/>
                </a:xfrm>
                <a:custGeom>
                  <a:rect b="b" l="l" r="r" t="t"/>
                  <a:pathLst>
                    <a:path extrusionOk="0" h="981932" w="1101375">
                      <a:moveTo>
                        <a:pt x="1071181" y="356902"/>
                      </a:moveTo>
                      <a:lnTo>
                        <a:pt x="1071181" y="237839"/>
                      </a:lnTo>
                      <a:lnTo>
                        <a:pt x="1041463" y="237839"/>
                      </a:lnTo>
                      <a:lnTo>
                        <a:pt x="1041463" y="178308"/>
                      </a:lnTo>
                      <a:lnTo>
                        <a:pt x="1011746" y="178308"/>
                      </a:lnTo>
                      <a:lnTo>
                        <a:pt x="1011746" y="148590"/>
                      </a:lnTo>
                      <a:lnTo>
                        <a:pt x="982028" y="148590"/>
                      </a:lnTo>
                      <a:lnTo>
                        <a:pt x="982028" y="118872"/>
                      </a:lnTo>
                      <a:lnTo>
                        <a:pt x="922496" y="118872"/>
                      </a:lnTo>
                      <a:lnTo>
                        <a:pt x="922496" y="89154"/>
                      </a:lnTo>
                      <a:lnTo>
                        <a:pt x="862965" y="89154"/>
                      </a:lnTo>
                      <a:lnTo>
                        <a:pt x="862965" y="59436"/>
                      </a:lnTo>
                      <a:lnTo>
                        <a:pt x="803434" y="59436"/>
                      </a:lnTo>
                      <a:lnTo>
                        <a:pt x="803434" y="29718"/>
                      </a:lnTo>
                      <a:lnTo>
                        <a:pt x="714089" y="29718"/>
                      </a:lnTo>
                      <a:lnTo>
                        <a:pt x="714089" y="0"/>
                      </a:lnTo>
                      <a:lnTo>
                        <a:pt x="446246" y="0"/>
                      </a:lnTo>
                      <a:lnTo>
                        <a:pt x="446246" y="29718"/>
                      </a:lnTo>
                      <a:lnTo>
                        <a:pt x="356902" y="29718"/>
                      </a:lnTo>
                      <a:lnTo>
                        <a:pt x="356902" y="59436"/>
                      </a:lnTo>
                      <a:lnTo>
                        <a:pt x="297371" y="59436"/>
                      </a:lnTo>
                      <a:lnTo>
                        <a:pt x="297371" y="89154"/>
                      </a:lnTo>
                      <a:lnTo>
                        <a:pt x="237839" y="89154"/>
                      </a:lnTo>
                      <a:lnTo>
                        <a:pt x="237839" y="118872"/>
                      </a:lnTo>
                      <a:lnTo>
                        <a:pt x="178308" y="118872"/>
                      </a:lnTo>
                      <a:lnTo>
                        <a:pt x="178308" y="148590"/>
                      </a:lnTo>
                      <a:lnTo>
                        <a:pt x="148590" y="148590"/>
                      </a:lnTo>
                      <a:lnTo>
                        <a:pt x="148590" y="178308"/>
                      </a:lnTo>
                      <a:lnTo>
                        <a:pt x="118872" y="178308"/>
                      </a:lnTo>
                      <a:lnTo>
                        <a:pt x="118872" y="237839"/>
                      </a:lnTo>
                      <a:lnTo>
                        <a:pt x="89154" y="237839"/>
                      </a:lnTo>
                      <a:lnTo>
                        <a:pt x="89154" y="327184"/>
                      </a:lnTo>
                      <a:lnTo>
                        <a:pt x="59436" y="327184"/>
                      </a:lnTo>
                      <a:lnTo>
                        <a:pt x="59436" y="535591"/>
                      </a:lnTo>
                      <a:lnTo>
                        <a:pt x="29718" y="535591"/>
                      </a:lnTo>
                      <a:lnTo>
                        <a:pt x="29718" y="595122"/>
                      </a:lnTo>
                      <a:lnTo>
                        <a:pt x="0" y="595122"/>
                      </a:lnTo>
                      <a:lnTo>
                        <a:pt x="0" y="654653"/>
                      </a:lnTo>
                      <a:lnTo>
                        <a:pt x="59531" y="654653"/>
                      </a:lnTo>
                      <a:lnTo>
                        <a:pt x="59531" y="684371"/>
                      </a:lnTo>
                      <a:lnTo>
                        <a:pt x="89249" y="684371"/>
                      </a:lnTo>
                      <a:lnTo>
                        <a:pt x="89249" y="714089"/>
                      </a:lnTo>
                      <a:lnTo>
                        <a:pt x="118967" y="714089"/>
                      </a:lnTo>
                      <a:lnTo>
                        <a:pt x="118967" y="743807"/>
                      </a:lnTo>
                      <a:lnTo>
                        <a:pt x="148685" y="743807"/>
                      </a:lnTo>
                      <a:lnTo>
                        <a:pt x="148685" y="714089"/>
                      </a:lnTo>
                      <a:lnTo>
                        <a:pt x="208216" y="714089"/>
                      </a:lnTo>
                      <a:lnTo>
                        <a:pt x="208216" y="684371"/>
                      </a:lnTo>
                      <a:lnTo>
                        <a:pt x="297561" y="684371"/>
                      </a:lnTo>
                      <a:lnTo>
                        <a:pt x="297561" y="714089"/>
                      </a:lnTo>
                      <a:lnTo>
                        <a:pt x="386905" y="714089"/>
                      </a:lnTo>
                      <a:lnTo>
                        <a:pt x="386905" y="743807"/>
                      </a:lnTo>
                      <a:lnTo>
                        <a:pt x="565499" y="743807"/>
                      </a:lnTo>
                      <a:lnTo>
                        <a:pt x="565499" y="773525"/>
                      </a:lnTo>
                      <a:lnTo>
                        <a:pt x="595217" y="773525"/>
                      </a:lnTo>
                      <a:lnTo>
                        <a:pt x="595217" y="654463"/>
                      </a:lnTo>
                      <a:lnTo>
                        <a:pt x="535686" y="654463"/>
                      </a:lnTo>
                      <a:lnTo>
                        <a:pt x="535686" y="624745"/>
                      </a:lnTo>
                      <a:lnTo>
                        <a:pt x="625030" y="624745"/>
                      </a:lnTo>
                      <a:lnTo>
                        <a:pt x="625030" y="595027"/>
                      </a:lnTo>
                      <a:lnTo>
                        <a:pt x="744093" y="595027"/>
                      </a:lnTo>
                      <a:lnTo>
                        <a:pt x="744093" y="624745"/>
                      </a:lnTo>
                      <a:lnTo>
                        <a:pt x="833438" y="624745"/>
                      </a:lnTo>
                      <a:lnTo>
                        <a:pt x="833438" y="654463"/>
                      </a:lnTo>
                      <a:lnTo>
                        <a:pt x="892969" y="654463"/>
                      </a:lnTo>
                      <a:lnTo>
                        <a:pt x="892969" y="684181"/>
                      </a:lnTo>
                      <a:lnTo>
                        <a:pt x="982313" y="684181"/>
                      </a:lnTo>
                      <a:lnTo>
                        <a:pt x="982313" y="713899"/>
                      </a:lnTo>
                      <a:lnTo>
                        <a:pt x="892969" y="713899"/>
                      </a:lnTo>
                      <a:lnTo>
                        <a:pt x="892969" y="684181"/>
                      </a:lnTo>
                      <a:lnTo>
                        <a:pt x="833438" y="684181"/>
                      </a:lnTo>
                      <a:lnTo>
                        <a:pt x="833438" y="654463"/>
                      </a:lnTo>
                      <a:lnTo>
                        <a:pt x="803720" y="654463"/>
                      </a:lnTo>
                      <a:lnTo>
                        <a:pt x="803720" y="684181"/>
                      </a:lnTo>
                      <a:lnTo>
                        <a:pt x="774001" y="684181"/>
                      </a:lnTo>
                      <a:lnTo>
                        <a:pt x="774001" y="773525"/>
                      </a:lnTo>
                      <a:lnTo>
                        <a:pt x="744283" y="773525"/>
                      </a:lnTo>
                      <a:lnTo>
                        <a:pt x="744283" y="862870"/>
                      </a:lnTo>
                      <a:lnTo>
                        <a:pt x="714565" y="862870"/>
                      </a:lnTo>
                      <a:lnTo>
                        <a:pt x="714565" y="922401"/>
                      </a:lnTo>
                      <a:lnTo>
                        <a:pt x="684847" y="922401"/>
                      </a:lnTo>
                      <a:lnTo>
                        <a:pt x="684847" y="981932"/>
                      </a:lnTo>
                      <a:lnTo>
                        <a:pt x="714565" y="981932"/>
                      </a:lnTo>
                      <a:lnTo>
                        <a:pt x="714565" y="952214"/>
                      </a:lnTo>
                      <a:lnTo>
                        <a:pt x="744283" y="952214"/>
                      </a:lnTo>
                      <a:lnTo>
                        <a:pt x="744283" y="981932"/>
                      </a:lnTo>
                      <a:lnTo>
                        <a:pt x="833628" y="981932"/>
                      </a:lnTo>
                      <a:lnTo>
                        <a:pt x="833628" y="952214"/>
                      </a:lnTo>
                      <a:lnTo>
                        <a:pt x="922972" y="952214"/>
                      </a:lnTo>
                      <a:lnTo>
                        <a:pt x="922972" y="922496"/>
                      </a:lnTo>
                      <a:lnTo>
                        <a:pt x="982504" y="922496"/>
                      </a:lnTo>
                      <a:lnTo>
                        <a:pt x="982504" y="892778"/>
                      </a:lnTo>
                      <a:lnTo>
                        <a:pt x="1012222" y="892778"/>
                      </a:lnTo>
                      <a:lnTo>
                        <a:pt x="1012222" y="833247"/>
                      </a:lnTo>
                      <a:lnTo>
                        <a:pt x="1041940" y="833247"/>
                      </a:lnTo>
                      <a:lnTo>
                        <a:pt x="1041940" y="743903"/>
                      </a:lnTo>
                      <a:lnTo>
                        <a:pt x="1071658" y="743903"/>
                      </a:lnTo>
                      <a:lnTo>
                        <a:pt x="1071658" y="565309"/>
                      </a:lnTo>
                      <a:lnTo>
                        <a:pt x="1101376" y="565309"/>
                      </a:lnTo>
                      <a:lnTo>
                        <a:pt x="1101376" y="356902"/>
                      </a:lnTo>
                      <a:lnTo>
                        <a:pt x="1071658" y="356902"/>
                      </a:lnTo>
                      <a:close/>
                      <a:moveTo>
                        <a:pt x="446151" y="565309"/>
                      </a:moveTo>
                      <a:lnTo>
                        <a:pt x="416433" y="565309"/>
                      </a:lnTo>
                      <a:lnTo>
                        <a:pt x="416433" y="595027"/>
                      </a:lnTo>
                      <a:lnTo>
                        <a:pt x="356902" y="595027"/>
                      </a:lnTo>
                      <a:lnTo>
                        <a:pt x="356902" y="624745"/>
                      </a:lnTo>
                      <a:lnTo>
                        <a:pt x="267557" y="624745"/>
                      </a:lnTo>
                      <a:lnTo>
                        <a:pt x="267557" y="595027"/>
                      </a:lnTo>
                      <a:lnTo>
                        <a:pt x="237839" y="595027"/>
                      </a:lnTo>
                      <a:lnTo>
                        <a:pt x="237839" y="535496"/>
                      </a:lnTo>
                      <a:lnTo>
                        <a:pt x="267557" y="535496"/>
                      </a:lnTo>
                      <a:lnTo>
                        <a:pt x="267557" y="475964"/>
                      </a:lnTo>
                      <a:lnTo>
                        <a:pt x="237839" y="475964"/>
                      </a:lnTo>
                      <a:lnTo>
                        <a:pt x="237839" y="505682"/>
                      </a:lnTo>
                      <a:lnTo>
                        <a:pt x="208121" y="505682"/>
                      </a:lnTo>
                      <a:lnTo>
                        <a:pt x="208121" y="535400"/>
                      </a:lnTo>
                      <a:lnTo>
                        <a:pt x="118777" y="535400"/>
                      </a:lnTo>
                      <a:lnTo>
                        <a:pt x="118777" y="505682"/>
                      </a:lnTo>
                      <a:lnTo>
                        <a:pt x="89059" y="505682"/>
                      </a:lnTo>
                      <a:lnTo>
                        <a:pt x="89059" y="356902"/>
                      </a:lnTo>
                      <a:lnTo>
                        <a:pt x="118777" y="356902"/>
                      </a:lnTo>
                      <a:lnTo>
                        <a:pt x="118777" y="297371"/>
                      </a:lnTo>
                      <a:lnTo>
                        <a:pt x="148495" y="297371"/>
                      </a:lnTo>
                      <a:lnTo>
                        <a:pt x="148495" y="267653"/>
                      </a:lnTo>
                      <a:lnTo>
                        <a:pt x="178213" y="267653"/>
                      </a:lnTo>
                      <a:lnTo>
                        <a:pt x="178213" y="237935"/>
                      </a:lnTo>
                      <a:lnTo>
                        <a:pt x="267557" y="237935"/>
                      </a:lnTo>
                      <a:lnTo>
                        <a:pt x="267557" y="267653"/>
                      </a:lnTo>
                      <a:lnTo>
                        <a:pt x="297275" y="267653"/>
                      </a:lnTo>
                      <a:lnTo>
                        <a:pt x="297275" y="297371"/>
                      </a:lnTo>
                      <a:lnTo>
                        <a:pt x="326993" y="297371"/>
                      </a:lnTo>
                      <a:lnTo>
                        <a:pt x="326993" y="356902"/>
                      </a:lnTo>
                      <a:lnTo>
                        <a:pt x="297275" y="356902"/>
                      </a:lnTo>
                      <a:lnTo>
                        <a:pt x="297275" y="416433"/>
                      </a:lnTo>
                      <a:lnTo>
                        <a:pt x="267557" y="416433"/>
                      </a:lnTo>
                      <a:lnTo>
                        <a:pt x="267557" y="475964"/>
                      </a:lnTo>
                      <a:lnTo>
                        <a:pt x="297275" y="475964"/>
                      </a:lnTo>
                      <a:lnTo>
                        <a:pt x="297275" y="446246"/>
                      </a:lnTo>
                      <a:lnTo>
                        <a:pt x="326993" y="446246"/>
                      </a:lnTo>
                      <a:lnTo>
                        <a:pt x="326993" y="416528"/>
                      </a:lnTo>
                      <a:lnTo>
                        <a:pt x="356711" y="416528"/>
                      </a:lnTo>
                      <a:lnTo>
                        <a:pt x="356711" y="386810"/>
                      </a:lnTo>
                      <a:lnTo>
                        <a:pt x="386429" y="386810"/>
                      </a:lnTo>
                      <a:lnTo>
                        <a:pt x="386429" y="416528"/>
                      </a:lnTo>
                      <a:lnTo>
                        <a:pt x="416147" y="416528"/>
                      </a:lnTo>
                      <a:lnTo>
                        <a:pt x="416147" y="476060"/>
                      </a:lnTo>
                      <a:lnTo>
                        <a:pt x="445865" y="476060"/>
                      </a:lnTo>
                      <a:lnTo>
                        <a:pt x="445865" y="565404"/>
                      </a:lnTo>
                      <a:close/>
                      <a:moveTo>
                        <a:pt x="743807" y="446246"/>
                      </a:moveTo>
                      <a:lnTo>
                        <a:pt x="714089" y="446246"/>
                      </a:lnTo>
                      <a:lnTo>
                        <a:pt x="714089" y="475964"/>
                      </a:lnTo>
                      <a:lnTo>
                        <a:pt x="684371" y="475964"/>
                      </a:lnTo>
                      <a:lnTo>
                        <a:pt x="684371" y="505682"/>
                      </a:lnTo>
                      <a:lnTo>
                        <a:pt x="654653" y="505682"/>
                      </a:lnTo>
                      <a:lnTo>
                        <a:pt x="654653" y="535400"/>
                      </a:lnTo>
                      <a:lnTo>
                        <a:pt x="535591" y="535400"/>
                      </a:lnTo>
                      <a:lnTo>
                        <a:pt x="535591" y="505682"/>
                      </a:lnTo>
                      <a:lnTo>
                        <a:pt x="505873" y="505682"/>
                      </a:lnTo>
                      <a:lnTo>
                        <a:pt x="505873" y="475964"/>
                      </a:lnTo>
                      <a:lnTo>
                        <a:pt x="476155" y="475964"/>
                      </a:lnTo>
                      <a:lnTo>
                        <a:pt x="476155" y="446246"/>
                      </a:lnTo>
                      <a:lnTo>
                        <a:pt x="446437" y="446246"/>
                      </a:lnTo>
                      <a:lnTo>
                        <a:pt x="446437" y="356902"/>
                      </a:lnTo>
                      <a:lnTo>
                        <a:pt x="416719" y="356902"/>
                      </a:lnTo>
                      <a:lnTo>
                        <a:pt x="416719" y="297371"/>
                      </a:lnTo>
                      <a:lnTo>
                        <a:pt x="446437" y="297371"/>
                      </a:lnTo>
                      <a:lnTo>
                        <a:pt x="446437" y="267653"/>
                      </a:lnTo>
                      <a:lnTo>
                        <a:pt x="476155" y="267653"/>
                      </a:lnTo>
                      <a:lnTo>
                        <a:pt x="476155" y="237935"/>
                      </a:lnTo>
                      <a:lnTo>
                        <a:pt x="535686" y="237935"/>
                      </a:lnTo>
                      <a:lnTo>
                        <a:pt x="535686" y="208217"/>
                      </a:lnTo>
                      <a:lnTo>
                        <a:pt x="654748" y="208217"/>
                      </a:lnTo>
                      <a:lnTo>
                        <a:pt x="654748" y="237935"/>
                      </a:lnTo>
                      <a:lnTo>
                        <a:pt x="714280" y="237935"/>
                      </a:lnTo>
                      <a:lnTo>
                        <a:pt x="714280" y="267653"/>
                      </a:lnTo>
                      <a:lnTo>
                        <a:pt x="743998" y="267653"/>
                      </a:lnTo>
                      <a:lnTo>
                        <a:pt x="743998" y="446246"/>
                      </a:lnTo>
                      <a:close/>
                      <a:moveTo>
                        <a:pt x="1011650" y="624840"/>
                      </a:moveTo>
                      <a:lnTo>
                        <a:pt x="922306" y="624840"/>
                      </a:lnTo>
                      <a:lnTo>
                        <a:pt x="922306" y="595122"/>
                      </a:lnTo>
                      <a:lnTo>
                        <a:pt x="862774" y="595122"/>
                      </a:lnTo>
                      <a:lnTo>
                        <a:pt x="862774" y="565404"/>
                      </a:lnTo>
                      <a:lnTo>
                        <a:pt x="833056" y="565404"/>
                      </a:lnTo>
                      <a:lnTo>
                        <a:pt x="833056" y="535686"/>
                      </a:lnTo>
                      <a:lnTo>
                        <a:pt x="803338" y="535686"/>
                      </a:lnTo>
                      <a:lnTo>
                        <a:pt x="803338" y="476155"/>
                      </a:lnTo>
                      <a:lnTo>
                        <a:pt x="833056" y="476155"/>
                      </a:lnTo>
                      <a:lnTo>
                        <a:pt x="833056" y="297561"/>
                      </a:lnTo>
                      <a:lnTo>
                        <a:pt x="803338" y="297561"/>
                      </a:lnTo>
                      <a:lnTo>
                        <a:pt x="803338" y="238030"/>
                      </a:lnTo>
                      <a:lnTo>
                        <a:pt x="833056" y="238030"/>
                      </a:lnTo>
                      <a:lnTo>
                        <a:pt x="833056" y="208312"/>
                      </a:lnTo>
                      <a:lnTo>
                        <a:pt x="862774" y="208312"/>
                      </a:lnTo>
                      <a:lnTo>
                        <a:pt x="862774" y="238030"/>
                      </a:lnTo>
                      <a:lnTo>
                        <a:pt x="833056" y="238030"/>
                      </a:lnTo>
                      <a:lnTo>
                        <a:pt x="833056" y="297561"/>
                      </a:lnTo>
                      <a:lnTo>
                        <a:pt x="862774" y="297561"/>
                      </a:lnTo>
                      <a:lnTo>
                        <a:pt x="862774" y="476155"/>
                      </a:lnTo>
                      <a:lnTo>
                        <a:pt x="833056" y="476155"/>
                      </a:lnTo>
                      <a:lnTo>
                        <a:pt x="833056" y="535686"/>
                      </a:lnTo>
                      <a:lnTo>
                        <a:pt x="862774" y="535686"/>
                      </a:lnTo>
                      <a:lnTo>
                        <a:pt x="862774" y="565404"/>
                      </a:lnTo>
                      <a:lnTo>
                        <a:pt x="922306" y="565404"/>
                      </a:lnTo>
                      <a:lnTo>
                        <a:pt x="922306" y="595122"/>
                      </a:lnTo>
                      <a:lnTo>
                        <a:pt x="1011650" y="595122"/>
                      </a:lnTo>
                      <a:lnTo>
                        <a:pt x="1011650" y="624840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5" name="Google Shape;1145;p24"/>
                <p:cNvSpPr/>
                <p:nvPr/>
              </p:nvSpPr>
              <p:spPr>
                <a:xfrm>
                  <a:off x="7047357" y="4798218"/>
                  <a:ext cx="89249" cy="119062"/>
                </a:xfrm>
                <a:custGeom>
                  <a:rect b="b" l="l" r="r" t="t"/>
                  <a:pathLst>
                    <a:path extrusionOk="0" h="119062" w="89249">
                      <a:moveTo>
                        <a:pt x="89249" y="0"/>
                      </a:moveTo>
                      <a:lnTo>
                        <a:pt x="89249" y="89249"/>
                      </a:lnTo>
                      <a:lnTo>
                        <a:pt x="29718" y="89249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lnTo>
                        <a:pt x="0" y="59531"/>
                      </a:lnTo>
                      <a:lnTo>
                        <a:pt x="29718" y="59531"/>
                      </a:lnTo>
                      <a:lnTo>
                        <a:pt x="29718" y="29813"/>
                      </a:lnTo>
                      <a:lnTo>
                        <a:pt x="59436" y="29813"/>
                      </a:lnTo>
                      <a:lnTo>
                        <a:pt x="59436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6" name="Google Shape;1146;p24"/>
                <p:cNvSpPr/>
                <p:nvPr/>
              </p:nvSpPr>
              <p:spPr>
                <a:xfrm>
                  <a:off x="6987730" y="4857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7" name="Google Shape;1147;p24"/>
                <p:cNvSpPr/>
                <p:nvPr/>
              </p:nvSpPr>
              <p:spPr>
                <a:xfrm>
                  <a:off x="6838950" y="4589906"/>
                  <a:ext cx="178593" cy="238125"/>
                </a:xfrm>
                <a:custGeom>
                  <a:rect b="b" l="l" r="r" t="t"/>
                  <a:pathLst>
                    <a:path extrusionOk="0" h="238125" w="178593">
                      <a:moveTo>
                        <a:pt x="178594" y="29718"/>
                      </a:moveTo>
                      <a:lnTo>
                        <a:pt x="178594" y="89249"/>
                      </a:lnTo>
                      <a:lnTo>
                        <a:pt x="148780" y="89249"/>
                      </a:lnTo>
                      <a:lnTo>
                        <a:pt x="148780" y="148780"/>
                      </a:lnTo>
                      <a:lnTo>
                        <a:pt x="119063" y="148780"/>
                      </a:lnTo>
                      <a:lnTo>
                        <a:pt x="119063" y="208312"/>
                      </a:lnTo>
                      <a:lnTo>
                        <a:pt x="89345" y="208312"/>
                      </a:lnTo>
                      <a:lnTo>
                        <a:pt x="89345" y="238125"/>
                      </a:lnTo>
                      <a:lnTo>
                        <a:pt x="0" y="238125"/>
                      </a:lnTo>
                      <a:lnTo>
                        <a:pt x="0" y="89249"/>
                      </a:lnTo>
                      <a:lnTo>
                        <a:pt x="29718" y="89249"/>
                      </a:lnTo>
                      <a:lnTo>
                        <a:pt x="29718" y="29718"/>
                      </a:lnTo>
                      <a:lnTo>
                        <a:pt x="59531" y="29718"/>
                      </a:lnTo>
                      <a:lnTo>
                        <a:pt x="59531" y="0"/>
                      </a:lnTo>
                      <a:lnTo>
                        <a:pt x="148780" y="0"/>
                      </a:lnTo>
                      <a:lnTo>
                        <a:pt x="148780" y="29718"/>
                      </a:lnTo>
                      <a:lnTo>
                        <a:pt x="178594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8" name="Google Shape;1148;p24"/>
                <p:cNvSpPr/>
                <p:nvPr/>
              </p:nvSpPr>
              <p:spPr>
                <a:xfrm>
                  <a:off x="7017543" y="4738687"/>
                  <a:ext cx="89249" cy="119062"/>
                </a:xfrm>
                <a:custGeom>
                  <a:rect b="b" l="l" r="r" t="t"/>
                  <a:pathLst>
                    <a:path extrusionOk="0" h="119062" w="89249">
                      <a:moveTo>
                        <a:pt x="89249" y="0"/>
                      </a:moveTo>
                      <a:lnTo>
                        <a:pt x="89249" y="59531"/>
                      </a:lnTo>
                      <a:lnTo>
                        <a:pt x="59531" y="59531"/>
                      </a:lnTo>
                      <a:lnTo>
                        <a:pt x="59531" y="89345"/>
                      </a:lnTo>
                      <a:lnTo>
                        <a:pt x="29813" y="89345"/>
                      </a:lnTo>
                      <a:lnTo>
                        <a:pt x="29813" y="119063"/>
                      </a:lnTo>
                      <a:lnTo>
                        <a:pt x="0" y="119063"/>
                      </a:lnTo>
                      <a:lnTo>
                        <a:pt x="0" y="59531"/>
                      </a:lnTo>
                      <a:lnTo>
                        <a:pt x="29813" y="59531"/>
                      </a:lnTo>
                      <a:lnTo>
                        <a:pt x="29813" y="29718"/>
                      </a:lnTo>
                      <a:lnTo>
                        <a:pt x="59531" y="29718"/>
                      </a:lnTo>
                      <a:lnTo>
                        <a:pt x="59531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9" name="Google Shape;1149;p24"/>
                <p:cNvSpPr/>
                <p:nvPr/>
              </p:nvSpPr>
              <p:spPr>
                <a:xfrm>
                  <a:off x="7166419" y="4560093"/>
                  <a:ext cx="267842" cy="267938"/>
                </a:xfrm>
                <a:custGeom>
                  <a:rect b="b" l="l" r="r" t="t"/>
                  <a:pathLst>
                    <a:path extrusionOk="0" h="267938" w="267842">
                      <a:moveTo>
                        <a:pt x="267843" y="29813"/>
                      </a:moveTo>
                      <a:lnTo>
                        <a:pt x="267843" y="208312"/>
                      </a:lnTo>
                      <a:lnTo>
                        <a:pt x="238125" y="208312"/>
                      </a:lnTo>
                      <a:lnTo>
                        <a:pt x="238125" y="238125"/>
                      </a:lnTo>
                      <a:lnTo>
                        <a:pt x="208312" y="238125"/>
                      </a:lnTo>
                      <a:lnTo>
                        <a:pt x="208312" y="267938"/>
                      </a:lnTo>
                      <a:lnTo>
                        <a:pt x="89249" y="267938"/>
                      </a:lnTo>
                      <a:lnTo>
                        <a:pt x="89249" y="238125"/>
                      </a:lnTo>
                      <a:lnTo>
                        <a:pt x="59436" y="238125"/>
                      </a:lnTo>
                      <a:lnTo>
                        <a:pt x="59436" y="208312"/>
                      </a:lnTo>
                      <a:lnTo>
                        <a:pt x="29718" y="208312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lnTo>
                        <a:pt x="0" y="59531"/>
                      </a:lnTo>
                      <a:lnTo>
                        <a:pt x="29718" y="59531"/>
                      </a:lnTo>
                      <a:lnTo>
                        <a:pt x="29718" y="29813"/>
                      </a:lnTo>
                      <a:lnTo>
                        <a:pt x="89249" y="29813"/>
                      </a:lnTo>
                      <a:lnTo>
                        <a:pt x="89249" y="0"/>
                      </a:lnTo>
                      <a:lnTo>
                        <a:pt x="208312" y="0"/>
                      </a:lnTo>
                      <a:lnTo>
                        <a:pt x="208312" y="29813"/>
                      </a:lnTo>
                      <a:lnTo>
                        <a:pt x="267843" y="29813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0" name="Google Shape;1150;p24"/>
                <p:cNvSpPr/>
                <p:nvPr/>
              </p:nvSpPr>
              <p:spPr>
                <a:xfrm>
                  <a:off x="6809232" y="4947094"/>
                  <a:ext cx="684561" cy="416623"/>
                </a:xfrm>
                <a:custGeom>
                  <a:rect b="b" l="l" r="r" t="t"/>
                  <a:pathLst>
                    <a:path extrusionOk="0" h="416623" w="684561">
                      <a:moveTo>
                        <a:pt x="684562" y="29718"/>
                      </a:moveTo>
                      <a:lnTo>
                        <a:pt x="684562" y="59436"/>
                      </a:lnTo>
                      <a:lnTo>
                        <a:pt x="654748" y="59436"/>
                      </a:lnTo>
                      <a:lnTo>
                        <a:pt x="654748" y="148780"/>
                      </a:lnTo>
                      <a:lnTo>
                        <a:pt x="625030" y="148780"/>
                      </a:lnTo>
                      <a:lnTo>
                        <a:pt x="625030" y="238125"/>
                      </a:lnTo>
                      <a:lnTo>
                        <a:pt x="595313" y="238125"/>
                      </a:lnTo>
                      <a:lnTo>
                        <a:pt x="595313" y="297561"/>
                      </a:lnTo>
                      <a:lnTo>
                        <a:pt x="565499" y="297561"/>
                      </a:lnTo>
                      <a:lnTo>
                        <a:pt x="565499" y="357188"/>
                      </a:lnTo>
                      <a:lnTo>
                        <a:pt x="595313" y="357188"/>
                      </a:lnTo>
                      <a:lnTo>
                        <a:pt x="595313" y="386905"/>
                      </a:lnTo>
                      <a:lnTo>
                        <a:pt x="565499" y="386905"/>
                      </a:lnTo>
                      <a:lnTo>
                        <a:pt x="565499" y="416623"/>
                      </a:lnTo>
                      <a:lnTo>
                        <a:pt x="29718" y="416623"/>
                      </a:lnTo>
                      <a:lnTo>
                        <a:pt x="29718" y="386905"/>
                      </a:lnTo>
                      <a:lnTo>
                        <a:pt x="0" y="386905"/>
                      </a:lnTo>
                      <a:lnTo>
                        <a:pt x="0" y="327374"/>
                      </a:lnTo>
                      <a:lnTo>
                        <a:pt x="29718" y="327374"/>
                      </a:lnTo>
                      <a:lnTo>
                        <a:pt x="29718" y="267843"/>
                      </a:lnTo>
                      <a:lnTo>
                        <a:pt x="59436" y="267843"/>
                      </a:lnTo>
                      <a:lnTo>
                        <a:pt x="59436" y="238125"/>
                      </a:lnTo>
                      <a:lnTo>
                        <a:pt x="178498" y="238125"/>
                      </a:lnTo>
                      <a:lnTo>
                        <a:pt x="178498" y="267843"/>
                      </a:lnTo>
                      <a:lnTo>
                        <a:pt x="267843" y="267843"/>
                      </a:lnTo>
                      <a:lnTo>
                        <a:pt x="267843" y="297561"/>
                      </a:lnTo>
                      <a:lnTo>
                        <a:pt x="416623" y="297561"/>
                      </a:lnTo>
                      <a:lnTo>
                        <a:pt x="416623" y="267843"/>
                      </a:lnTo>
                      <a:lnTo>
                        <a:pt x="476250" y="267843"/>
                      </a:lnTo>
                      <a:lnTo>
                        <a:pt x="476250" y="238125"/>
                      </a:lnTo>
                      <a:lnTo>
                        <a:pt x="505968" y="238125"/>
                      </a:lnTo>
                      <a:lnTo>
                        <a:pt x="505968" y="148780"/>
                      </a:lnTo>
                      <a:lnTo>
                        <a:pt x="535686" y="148780"/>
                      </a:lnTo>
                      <a:lnTo>
                        <a:pt x="535686" y="0"/>
                      </a:lnTo>
                      <a:lnTo>
                        <a:pt x="654748" y="0"/>
                      </a:lnTo>
                      <a:lnTo>
                        <a:pt x="654748" y="29718"/>
                      </a:lnTo>
                      <a:lnTo>
                        <a:pt x="684562" y="29718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1" name="Google Shape;1151;p24"/>
                <p:cNvSpPr/>
                <p:nvPr/>
              </p:nvSpPr>
              <p:spPr>
                <a:xfrm>
                  <a:off x="7344918" y="4917280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2" y="0"/>
                      </a:lnTo>
                      <a:lnTo>
                        <a:pt x="119062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2" name="Google Shape;1152;p24"/>
                <p:cNvSpPr/>
                <p:nvPr/>
              </p:nvSpPr>
              <p:spPr>
                <a:xfrm>
                  <a:off x="7255668" y="4798218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3" name="Google Shape;1153;p24"/>
                <p:cNvSpPr/>
                <p:nvPr/>
              </p:nvSpPr>
              <p:spPr>
                <a:xfrm>
                  <a:off x="7344918" y="4768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4" name="Google Shape;1154;p24"/>
                <p:cNvSpPr/>
                <p:nvPr/>
              </p:nvSpPr>
              <p:spPr>
                <a:xfrm>
                  <a:off x="7255668" y="4768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5" name="Google Shape;1155;p24"/>
                <p:cNvSpPr/>
                <p:nvPr/>
              </p:nvSpPr>
              <p:spPr>
                <a:xfrm>
                  <a:off x="7315200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6" name="Google Shape;1156;p24"/>
                <p:cNvSpPr/>
                <p:nvPr/>
              </p:nvSpPr>
              <p:spPr>
                <a:xfrm>
                  <a:off x="7196137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7" name="Google Shape;1157;p24"/>
                <p:cNvSpPr/>
                <p:nvPr/>
              </p:nvSpPr>
              <p:spPr>
                <a:xfrm>
                  <a:off x="7374731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8" name="Google Shape;1158;p24"/>
                <p:cNvSpPr/>
                <p:nvPr/>
              </p:nvSpPr>
              <p:spPr>
                <a:xfrm>
                  <a:off x="7404544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9" name="Google Shape;1159;p24"/>
                <p:cNvSpPr/>
                <p:nvPr/>
              </p:nvSpPr>
              <p:spPr>
                <a:xfrm>
                  <a:off x="7344918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0" name="Google Shape;1160;p24"/>
                <p:cNvSpPr/>
                <p:nvPr/>
              </p:nvSpPr>
              <p:spPr>
                <a:xfrm>
                  <a:off x="7285482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1" name="Google Shape;1161;p24"/>
                <p:cNvSpPr/>
                <p:nvPr/>
              </p:nvSpPr>
              <p:spPr>
                <a:xfrm>
                  <a:off x="7374731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2" name="Google Shape;1162;p24"/>
                <p:cNvSpPr/>
                <p:nvPr/>
              </p:nvSpPr>
              <p:spPr>
                <a:xfrm>
                  <a:off x="7374731" y="4619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3" name="Google Shape;1163;p24"/>
                <p:cNvSpPr/>
                <p:nvPr/>
              </p:nvSpPr>
              <p:spPr>
                <a:xfrm>
                  <a:off x="7404544" y="4589906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4" name="Google Shape;1164;p24"/>
                <p:cNvSpPr/>
                <p:nvPr/>
              </p:nvSpPr>
              <p:spPr>
                <a:xfrm>
                  <a:off x="7285482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5" name="Google Shape;1165;p24"/>
                <p:cNvSpPr/>
                <p:nvPr/>
              </p:nvSpPr>
              <p:spPr>
                <a:xfrm>
                  <a:off x="7225855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6" name="Google Shape;1166;p24"/>
                <p:cNvSpPr/>
                <p:nvPr/>
              </p:nvSpPr>
              <p:spPr>
                <a:xfrm>
                  <a:off x="7225855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7" name="Google Shape;1167;p24"/>
                <p:cNvSpPr/>
                <p:nvPr/>
              </p:nvSpPr>
              <p:spPr>
                <a:xfrm>
                  <a:off x="6868668" y="47982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8" name="Google Shape;1168;p24"/>
                <p:cNvSpPr/>
                <p:nvPr/>
              </p:nvSpPr>
              <p:spPr>
                <a:xfrm>
                  <a:off x="6898481" y="4768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9" name="Google Shape;1169;p24"/>
                <p:cNvSpPr/>
                <p:nvPr/>
              </p:nvSpPr>
              <p:spPr>
                <a:xfrm>
                  <a:off x="6928294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0" name="Google Shape;1170;p24"/>
                <p:cNvSpPr/>
                <p:nvPr/>
              </p:nvSpPr>
              <p:spPr>
                <a:xfrm>
                  <a:off x="6958012" y="46791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1" name="Google Shape;1171;p24"/>
                <p:cNvSpPr/>
                <p:nvPr/>
              </p:nvSpPr>
              <p:spPr>
                <a:xfrm>
                  <a:off x="6987730" y="461962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2" name="Google Shape;1172;p24"/>
                <p:cNvSpPr/>
                <p:nvPr/>
              </p:nvSpPr>
              <p:spPr>
                <a:xfrm>
                  <a:off x="6928294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3" name="Google Shape;1173;p24"/>
                <p:cNvSpPr/>
                <p:nvPr/>
              </p:nvSpPr>
              <p:spPr>
                <a:xfrm>
                  <a:off x="6898481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4" name="Google Shape;1174;p24"/>
                <p:cNvSpPr/>
                <p:nvPr/>
              </p:nvSpPr>
              <p:spPr>
                <a:xfrm>
                  <a:off x="6868668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5" name="Google Shape;1175;p24"/>
                <p:cNvSpPr/>
                <p:nvPr/>
              </p:nvSpPr>
              <p:spPr>
                <a:xfrm>
                  <a:off x="6838950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6" name="Google Shape;1176;p24"/>
                <p:cNvSpPr/>
                <p:nvPr/>
              </p:nvSpPr>
              <p:spPr>
                <a:xfrm>
                  <a:off x="6868668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7" name="Google Shape;1177;p24"/>
                <p:cNvSpPr/>
                <p:nvPr/>
              </p:nvSpPr>
              <p:spPr>
                <a:xfrm>
                  <a:off x="6868668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8" name="Google Shape;1178;p24"/>
                <p:cNvSpPr/>
                <p:nvPr/>
              </p:nvSpPr>
              <p:spPr>
                <a:xfrm>
                  <a:off x="6928294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9" name="Google Shape;1179;p24"/>
                <p:cNvSpPr/>
                <p:nvPr/>
              </p:nvSpPr>
              <p:spPr>
                <a:xfrm>
                  <a:off x="6987730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0" name="Google Shape;1180;p24"/>
                <p:cNvSpPr/>
                <p:nvPr/>
              </p:nvSpPr>
              <p:spPr>
                <a:xfrm>
                  <a:off x="7047357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1" name="Google Shape;1181;p24"/>
                <p:cNvSpPr/>
                <p:nvPr/>
              </p:nvSpPr>
              <p:spPr>
                <a:xfrm>
                  <a:off x="7077075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2" name="Google Shape;1182;p24"/>
                <p:cNvSpPr/>
                <p:nvPr/>
              </p:nvSpPr>
              <p:spPr>
                <a:xfrm>
                  <a:off x="7106793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3" name="Google Shape;1183;p24"/>
                <p:cNvSpPr/>
                <p:nvPr/>
              </p:nvSpPr>
              <p:spPr>
                <a:xfrm>
                  <a:off x="7166419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4" name="Google Shape;1184;p24"/>
                <p:cNvSpPr/>
                <p:nvPr/>
              </p:nvSpPr>
              <p:spPr>
                <a:xfrm>
                  <a:off x="7225855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5" name="Google Shape;1185;p24"/>
                <p:cNvSpPr/>
                <p:nvPr/>
              </p:nvSpPr>
              <p:spPr>
                <a:xfrm>
                  <a:off x="7255668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6" name="Google Shape;1186;p24"/>
                <p:cNvSpPr/>
                <p:nvPr/>
              </p:nvSpPr>
              <p:spPr>
                <a:xfrm>
                  <a:off x="6868668" y="5333999"/>
                  <a:ext cx="505968" cy="29718"/>
                </a:xfrm>
                <a:custGeom>
                  <a:rect b="b" l="l" r="r" t="t"/>
                  <a:pathLst>
                    <a:path extrusionOk="0" h="29718" w="505968">
                      <a:moveTo>
                        <a:pt x="0" y="0"/>
                      </a:moveTo>
                      <a:lnTo>
                        <a:pt x="505968" y="0"/>
                      </a:lnTo>
                      <a:lnTo>
                        <a:pt x="50596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7" name="Google Shape;1187;p24"/>
                <p:cNvSpPr/>
                <p:nvPr/>
              </p:nvSpPr>
              <p:spPr>
                <a:xfrm>
                  <a:off x="7285482" y="5304281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188;p24"/>
                <p:cNvSpPr/>
                <p:nvPr/>
              </p:nvSpPr>
              <p:spPr>
                <a:xfrm>
                  <a:off x="7136606" y="5304281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9" name="Google Shape;1189;p24"/>
                <p:cNvSpPr/>
                <p:nvPr/>
              </p:nvSpPr>
              <p:spPr>
                <a:xfrm>
                  <a:off x="7077075" y="53042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0" name="Google Shape;1190;p24"/>
                <p:cNvSpPr/>
                <p:nvPr/>
              </p:nvSpPr>
              <p:spPr>
                <a:xfrm>
                  <a:off x="7017543" y="53042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1" name="Google Shape;1191;p24"/>
                <p:cNvSpPr/>
                <p:nvPr/>
              </p:nvSpPr>
              <p:spPr>
                <a:xfrm>
                  <a:off x="6958012" y="53042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2" name="Google Shape;1192;p24"/>
                <p:cNvSpPr/>
                <p:nvPr/>
              </p:nvSpPr>
              <p:spPr>
                <a:xfrm>
                  <a:off x="6987730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3" name="Google Shape;1193;p24"/>
                <p:cNvSpPr/>
                <p:nvPr/>
              </p:nvSpPr>
              <p:spPr>
                <a:xfrm>
                  <a:off x="7047357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4" name="Google Shape;1194;p24"/>
                <p:cNvSpPr/>
                <p:nvPr/>
              </p:nvSpPr>
              <p:spPr>
                <a:xfrm>
                  <a:off x="7106793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5" name="Google Shape;1195;p24"/>
                <p:cNvSpPr/>
                <p:nvPr/>
              </p:nvSpPr>
              <p:spPr>
                <a:xfrm>
                  <a:off x="7166419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6" name="Google Shape;1196;p24"/>
                <p:cNvSpPr/>
                <p:nvPr/>
              </p:nvSpPr>
              <p:spPr>
                <a:xfrm>
                  <a:off x="7225855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7" name="Google Shape;1197;p24"/>
                <p:cNvSpPr/>
                <p:nvPr/>
              </p:nvSpPr>
              <p:spPr>
                <a:xfrm>
                  <a:off x="7255668" y="53042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8" name="Google Shape;1198;p24"/>
                <p:cNvSpPr/>
                <p:nvPr/>
              </p:nvSpPr>
              <p:spPr>
                <a:xfrm>
                  <a:off x="7285482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9" name="Google Shape;1199;p24"/>
                <p:cNvSpPr/>
                <p:nvPr/>
              </p:nvSpPr>
              <p:spPr>
                <a:xfrm>
                  <a:off x="7344918" y="52744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0" name="Google Shape;1200;p24"/>
                <p:cNvSpPr/>
                <p:nvPr/>
              </p:nvSpPr>
              <p:spPr>
                <a:xfrm>
                  <a:off x="7315200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1" name="Google Shape;1201;p24"/>
                <p:cNvSpPr/>
                <p:nvPr/>
              </p:nvSpPr>
              <p:spPr>
                <a:xfrm>
                  <a:off x="7255668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24"/>
                <p:cNvSpPr/>
                <p:nvPr/>
              </p:nvSpPr>
              <p:spPr>
                <a:xfrm>
                  <a:off x="7285482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3" name="Google Shape;1203;p24"/>
                <p:cNvSpPr/>
                <p:nvPr/>
              </p:nvSpPr>
              <p:spPr>
                <a:xfrm>
                  <a:off x="7344918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4" name="Google Shape;1204;p24"/>
                <p:cNvSpPr/>
                <p:nvPr/>
              </p:nvSpPr>
              <p:spPr>
                <a:xfrm>
                  <a:off x="7374731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5" name="Google Shape;1205;p24"/>
                <p:cNvSpPr/>
                <p:nvPr/>
              </p:nvSpPr>
              <p:spPr>
                <a:xfrm>
                  <a:off x="7434262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24"/>
                <p:cNvSpPr/>
                <p:nvPr/>
              </p:nvSpPr>
              <p:spPr>
                <a:xfrm>
                  <a:off x="7344918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7" name="Google Shape;1207;p24"/>
                <p:cNvSpPr/>
                <p:nvPr/>
              </p:nvSpPr>
              <p:spPr>
                <a:xfrm>
                  <a:off x="7344918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8" name="Google Shape;1208;p24"/>
                <p:cNvSpPr/>
                <p:nvPr/>
              </p:nvSpPr>
              <p:spPr>
                <a:xfrm>
                  <a:off x="7404544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9" name="Google Shape;1209;p24"/>
                <p:cNvSpPr/>
                <p:nvPr/>
              </p:nvSpPr>
              <p:spPr>
                <a:xfrm>
                  <a:off x="7374731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0" name="Google Shape;1210;p24"/>
                <p:cNvSpPr/>
                <p:nvPr/>
              </p:nvSpPr>
              <p:spPr>
                <a:xfrm>
                  <a:off x="6898481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1" name="Google Shape;1211;p24"/>
                <p:cNvSpPr/>
                <p:nvPr/>
              </p:nvSpPr>
              <p:spPr>
                <a:xfrm>
                  <a:off x="7106793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2" name="Google Shape;1212;p24"/>
                <p:cNvSpPr/>
                <p:nvPr/>
              </p:nvSpPr>
              <p:spPr>
                <a:xfrm>
                  <a:off x="7077075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3" name="Google Shape;1213;p24"/>
                <p:cNvSpPr/>
                <p:nvPr/>
              </p:nvSpPr>
              <p:spPr>
                <a:xfrm>
                  <a:off x="7077075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4" name="Google Shape;1214;p24"/>
                <p:cNvSpPr/>
                <p:nvPr/>
              </p:nvSpPr>
              <p:spPr>
                <a:xfrm>
                  <a:off x="7047357" y="45005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5" name="Google Shape;1215;p24"/>
                <p:cNvSpPr/>
                <p:nvPr/>
              </p:nvSpPr>
              <p:spPr>
                <a:xfrm>
                  <a:off x="7106793" y="447084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6" name="Google Shape;1216;p24"/>
                <p:cNvSpPr/>
                <p:nvPr/>
              </p:nvSpPr>
              <p:spPr>
                <a:xfrm>
                  <a:off x="6838950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7" name="Google Shape;1217;p24"/>
                <p:cNvSpPr/>
                <p:nvPr/>
              </p:nvSpPr>
              <p:spPr>
                <a:xfrm>
                  <a:off x="6838950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8" name="Google Shape;1218;p24"/>
                <p:cNvSpPr/>
                <p:nvPr/>
              </p:nvSpPr>
              <p:spPr>
                <a:xfrm>
                  <a:off x="6809232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9" name="Google Shape;1219;p24"/>
                <p:cNvSpPr/>
                <p:nvPr/>
              </p:nvSpPr>
              <p:spPr>
                <a:xfrm>
                  <a:off x="6838950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0" name="Google Shape;1220;p24"/>
                <p:cNvSpPr/>
                <p:nvPr/>
              </p:nvSpPr>
              <p:spPr>
                <a:xfrm>
                  <a:off x="6779418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1" name="Google Shape;1221;p24"/>
                <p:cNvSpPr/>
                <p:nvPr/>
              </p:nvSpPr>
              <p:spPr>
                <a:xfrm>
                  <a:off x="6809232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24"/>
                <p:cNvSpPr/>
                <p:nvPr/>
              </p:nvSpPr>
              <p:spPr>
                <a:xfrm>
                  <a:off x="6838950" y="4917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24"/>
                <p:cNvSpPr/>
                <p:nvPr/>
              </p:nvSpPr>
              <p:spPr>
                <a:xfrm>
                  <a:off x="6749605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224;p24"/>
                <p:cNvSpPr/>
                <p:nvPr/>
              </p:nvSpPr>
              <p:spPr>
                <a:xfrm rot="10800000">
                  <a:off x="7047357" y="500672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5" name="Google Shape;1225;p24"/>
                <p:cNvSpPr/>
                <p:nvPr/>
              </p:nvSpPr>
              <p:spPr>
                <a:xfrm rot="10800000">
                  <a:off x="7106983" y="500672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6" name="Google Shape;1226;p24"/>
                <p:cNvSpPr/>
                <p:nvPr/>
              </p:nvSpPr>
              <p:spPr>
                <a:xfrm rot="10800000">
                  <a:off x="7106983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7" name="Google Shape;1227;p24"/>
                <p:cNvSpPr/>
                <p:nvPr/>
              </p:nvSpPr>
              <p:spPr>
                <a:xfrm rot="10800000">
                  <a:off x="7166419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8" name="Google Shape;1228;p24"/>
                <p:cNvSpPr/>
                <p:nvPr/>
              </p:nvSpPr>
              <p:spPr>
                <a:xfrm rot="10800000">
                  <a:off x="7226046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p24"/>
                <p:cNvSpPr/>
                <p:nvPr/>
              </p:nvSpPr>
              <p:spPr>
                <a:xfrm rot="10800000">
                  <a:off x="7196137" y="500672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24"/>
                <p:cNvSpPr/>
                <p:nvPr/>
              </p:nvSpPr>
              <p:spPr>
                <a:xfrm rot="10800000">
                  <a:off x="7285482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1" name="Google Shape;1231;p24"/>
                <p:cNvSpPr/>
                <p:nvPr/>
              </p:nvSpPr>
              <p:spPr>
                <a:xfrm rot="10800000">
                  <a:off x="7285482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2" name="Google Shape;1232;p24"/>
                <p:cNvSpPr/>
                <p:nvPr/>
              </p:nvSpPr>
              <p:spPr>
                <a:xfrm rot="10800000">
                  <a:off x="7255668" y="500672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3" name="Google Shape;1233;p24"/>
                <p:cNvSpPr/>
                <p:nvPr/>
              </p:nvSpPr>
              <p:spPr>
                <a:xfrm>
                  <a:off x="6719887" y="4917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4" name="Google Shape;1234;p24"/>
                <p:cNvSpPr/>
                <p:nvPr/>
              </p:nvSpPr>
              <p:spPr>
                <a:xfrm>
                  <a:off x="6898481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5" name="Google Shape;1235;p24"/>
                <p:cNvSpPr/>
                <p:nvPr/>
              </p:nvSpPr>
              <p:spPr>
                <a:xfrm>
                  <a:off x="7017543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236;p24"/>
                <p:cNvSpPr/>
                <p:nvPr/>
              </p:nvSpPr>
              <p:spPr>
                <a:xfrm>
                  <a:off x="7047357" y="49470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237;p24"/>
                <p:cNvSpPr/>
                <p:nvPr/>
              </p:nvSpPr>
              <p:spPr>
                <a:xfrm>
                  <a:off x="7404544" y="52446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24"/>
                <p:cNvSpPr/>
                <p:nvPr/>
              </p:nvSpPr>
              <p:spPr>
                <a:xfrm>
                  <a:off x="7434262" y="518521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24"/>
                <p:cNvSpPr/>
                <p:nvPr/>
              </p:nvSpPr>
              <p:spPr>
                <a:xfrm>
                  <a:off x="7463980" y="52446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24"/>
                <p:cNvSpPr/>
                <p:nvPr/>
              </p:nvSpPr>
              <p:spPr>
                <a:xfrm>
                  <a:off x="7493793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1" name="Google Shape;1241;p24"/>
                <p:cNvSpPr/>
                <p:nvPr/>
              </p:nvSpPr>
              <p:spPr>
                <a:xfrm>
                  <a:off x="7493793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2" name="Google Shape;1242;p24"/>
                <p:cNvSpPr/>
                <p:nvPr/>
              </p:nvSpPr>
              <p:spPr>
                <a:xfrm>
                  <a:off x="7523607" y="52446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24"/>
                <p:cNvSpPr/>
                <p:nvPr/>
              </p:nvSpPr>
              <p:spPr>
                <a:xfrm>
                  <a:off x="7553325" y="5214937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24"/>
                <p:cNvSpPr/>
                <p:nvPr/>
              </p:nvSpPr>
              <p:spPr>
                <a:xfrm>
                  <a:off x="7463980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24"/>
                <p:cNvSpPr/>
                <p:nvPr/>
              </p:nvSpPr>
              <p:spPr>
                <a:xfrm>
                  <a:off x="7612856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246;p24"/>
                <p:cNvSpPr/>
                <p:nvPr/>
              </p:nvSpPr>
              <p:spPr>
                <a:xfrm>
                  <a:off x="7583043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7" name="Google Shape;1247;p24"/>
                <p:cNvSpPr/>
                <p:nvPr/>
              </p:nvSpPr>
              <p:spPr>
                <a:xfrm>
                  <a:off x="7612856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8" name="Google Shape;1248;p24"/>
                <p:cNvSpPr/>
                <p:nvPr/>
              </p:nvSpPr>
              <p:spPr>
                <a:xfrm>
                  <a:off x="7583043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9" name="Google Shape;1249;p24"/>
                <p:cNvSpPr/>
                <p:nvPr/>
              </p:nvSpPr>
              <p:spPr>
                <a:xfrm>
                  <a:off x="7583043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0" name="Google Shape;1250;p24"/>
                <p:cNvSpPr/>
                <p:nvPr/>
              </p:nvSpPr>
              <p:spPr>
                <a:xfrm>
                  <a:off x="7642669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1" name="Google Shape;1251;p24"/>
                <p:cNvSpPr/>
                <p:nvPr/>
              </p:nvSpPr>
              <p:spPr>
                <a:xfrm>
                  <a:off x="7672387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2" name="Google Shape;1252;p24"/>
                <p:cNvSpPr/>
                <p:nvPr/>
              </p:nvSpPr>
              <p:spPr>
                <a:xfrm>
                  <a:off x="7702105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3" name="Google Shape;1253;p24"/>
                <p:cNvSpPr/>
                <p:nvPr/>
              </p:nvSpPr>
              <p:spPr>
                <a:xfrm>
                  <a:off x="7672387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4" name="Google Shape;1254;p24"/>
                <p:cNvSpPr/>
                <p:nvPr/>
              </p:nvSpPr>
              <p:spPr>
                <a:xfrm>
                  <a:off x="7702105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5" name="Google Shape;1255;p24"/>
                <p:cNvSpPr/>
                <p:nvPr/>
              </p:nvSpPr>
              <p:spPr>
                <a:xfrm>
                  <a:off x="7761732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6" name="Google Shape;1256;p24"/>
                <p:cNvSpPr/>
                <p:nvPr/>
              </p:nvSpPr>
              <p:spPr>
                <a:xfrm>
                  <a:off x="7642669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7" name="Google Shape;1257;p24"/>
                <p:cNvSpPr/>
                <p:nvPr/>
              </p:nvSpPr>
              <p:spPr>
                <a:xfrm>
                  <a:off x="7612856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8" name="Google Shape;1258;p24"/>
                <p:cNvSpPr/>
                <p:nvPr/>
              </p:nvSpPr>
              <p:spPr>
                <a:xfrm>
                  <a:off x="7553325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9" name="Google Shape;1259;p24"/>
                <p:cNvSpPr/>
                <p:nvPr/>
              </p:nvSpPr>
              <p:spPr>
                <a:xfrm>
                  <a:off x="7523607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0" name="Google Shape;1260;p24"/>
                <p:cNvSpPr/>
                <p:nvPr/>
              </p:nvSpPr>
              <p:spPr>
                <a:xfrm>
                  <a:off x="7493793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1" name="Google Shape;1261;p24"/>
                <p:cNvSpPr/>
                <p:nvPr/>
              </p:nvSpPr>
              <p:spPr>
                <a:xfrm>
                  <a:off x="7523607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2" name="Google Shape;1262;p24"/>
                <p:cNvSpPr/>
                <p:nvPr/>
              </p:nvSpPr>
              <p:spPr>
                <a:xfrm>
                  <a:off x="7434262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3" name="Google Shape;1263;p24"/>
                <p:cNvSpPr/>
                <p:nvPr/>
              </p:nvSpPr>
              <p:spPr>
                <a:xfrm>
                  <a:off x="7344918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4" name="Google Shape;1264;p24"/>
                <p:cNvSpPr/>
                <p:nvPr/>
              </p:nvSpPr>
              <p:spPr>
                <a:xfrm>
                  <a:off x="7404544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5" name="Google Shape;1265;p24"/>
                <p:cNvSpPr/>
                <p:nvPr/>
              </p:nvSpPr>
              <p:spPr>
                <a:xfrm>
                  <a:off x="7404544" y="4976812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6" name="Google Shape;1266;p24"/>
                <p:cNvSpPr/>
                <p:nvPr/>
              </p:nvSpPr>
              <p:spPr>
                <a:xfrm>
                  <a:off x="7523607" y="49768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7" name="Google Shape;1267;p24"/>
                <p:cNvSpPr/>
                <p:nvPr/>
              </p:nvSpPr>
              <p:spPr>
                <a:xfrm>
                  <a:off x="7583043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8" name="Google Shape;1268;p24"/>
                <p:cNvSpPr/>
                <p:nvPr/>
              </p:nvSpPr>
              <p:spPr>
                <a:xfrm>
                  <a:off x="7553325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9" name="Google Shape;1269;p24"/>
                <p:cNvSpPr/>
                <p:nvPr/>
              </p:nvSpPr>
              <p:spPr>
                <a:xfrm>
                  <a:off x="7493793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0" name="Google Shape;1270;p24"/>
                <p:cNvSpPr/>
                <p:nvPr/>
              </p:nvSpPr>
              <p:spPr>
                <a:xfrm>
                  <a:off x="7612856" y="5036343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1" name="Google Shape;1271;p24"/>
                <p:cNvSpPr/>
                <p:nvPr/>
              </p:nvSpPr>
              <p:spPr>
                <a:xfrm>
                  <a:off x="7493793" y="500653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2" name="Google Shape;1272;p24"/>
                <p:cNvSpPr/>
                <p:nvPr/>
              </p:nvSpPr>
              <p:spPr>
                <a:xfrm>
                  <a:off x="7553325" y="47982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3" name="Google Shape;1273;p24"/>
                <p:cNvSpPr/>
                <p:nvPr/>
              </p:nvSpPr>
              <p:spPr>
                <a:xfrm>
                  <a:off x="7553325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4" name="Google Shape;1274;p24"/>
                <p:cNvSpPr/>
                <p:nvPr/>
              </p:nvSpPr>
              <p:spPr>
                <a:xfrm>
                  <a:off x="7612856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5" name="Google Shape;1275;p24"/>
                <p:cNvSpPr/>
                <p:nvPr/>
              </p:nvSpPr>
              <p:spPr>
                <a:xfrm>
                  <a:off x="7583043" y="4857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6" name="Google Shape;1276;p24"/>
                <p:cNvSpPr/>
                <p:nvPr/>
              </p:nvSpPr>
              <p:spPr>
                <a:xfrm>
                  <a:off x="7642669" y="4857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7" name="Google Shape;1277;p24"/>
                <p:cNvSpPr/>
                <p:nvPr/>
              </p:nvSpPr>
              <p:spPr>
                <a:xfrm>
                  <a:off x="7642669" y="4887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8" name="Google Shape;1278;p24"/>
                <p:cNvSpPr/>
                <p:nvPr/>
              </p:nvSpPr>
              <p:spPr>
                <a:xfrm>
                  <a:off x="7612856" y="4857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24"/>
                <p:cNvSpPr/>
                <p:nvPr/>
              </p:nvSpPr>
              <p:spPr>
                <a:xfrm>
                  <a:off x="7642669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0" name="Google Shape;1280;p24"/>
                <p:cNvSpPr/>
                <p:nvPr/>
              </p:nvSpPr>
              <p:spPr>
                <a:xfrm>
                  <a:off x="7672387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1" name="Google Shape;1281;p24"/>
                <p:cNvSpPr/>
                <p:nvPr/>
              </p:nvSpPr>
              <p:spPr>
                <a:xfrm>
                  <a:off x="7702105" y="48577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2" name="Google Shape;1282;p24"/>
                <p:cNvSpPr/>
                <p:nvPr/>
              </p:nvSpPr>
              <p:spPr>
                <a:xfrm>
                  <a:off x="7731918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3" name="Google Shape;1283;p24"/>
                <p:cNvSpPr/>
                <p:nvPr/>
              </p:nvSpPr>
              <p:spPr>
                <a:xfrm>
                  <a:off x="7791450" y="482803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4" name="Google Shape;1284;p24"/>
                <p:cNvSpPr/>
                <p:nvPr/>
              </p:nvSpPr>
              <p:spPr>
                <a:xfrm>
                  <a:off x="7731918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5" name="Google Shape;1285;p24"/>
                <p:cNvSpPr/>
                <p:nvPr/>
              </p:nvSpPr>
              <p:spPr>
                <a:xfrm>
                  <a:off x="7672387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6" name="Google Shape;1286;p24"/>
                <p:cNvSpPr/>
                <p:nvPr/>
              </p:nvSpPr>
              <p:spPr>
                <a:xfrm>
                  <a:off x="7642669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7" name="Google Shape;1287;p24"/>
                <p:cNvSpPr/>
                <p:nvPr/>
              </p:nvSpPr>
              <p:spPr>
                <a:xfrm>
                  <a:off x="7612856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8" name="Google Shape;1288;p24"/>
                <p:cNvSpPr/>
                <p:nvPr/>
              </p:nvSpPr>
              <p:spPr>
                <a:xfrm>
                  <a:off x="7583043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9" name="Google Shape;1289;p24"/>
                <p:cNvSpPr/>
                <p:nvPr/>
              </p:nvSpPr>
              <p:spPr>
                <a:xfrm>
                  <a:off x="7672387" y="488746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0" name="Google Shape;1290;p24"/>
                <p:cNvSpPr/>
                <p:nvPr/>
              </p:nvSpPr>
              <p:spPr>
                <a:xfrm>
                  <a:off x="7612856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1" name="Google Shape;1291;p24"/>
                <p:cNvSpPr/>
                <p:nvPr/>
              </p:nvSpPr>
              <p:spPr>
                <a:xfrm>
                  <a:off x="7583043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92" name="Google Shape;1292;p24"/>
              <p:cNvGrpSpPr/>
              <p:nvPr/>
            </p:nvGrpSpPr>
            <p:grpSpPr>
              <a:xfrm>
                <a:off x="7047357" y="3577780"/>
                <a:ext cx="476154" cy="833437"/>
                <a:chOff x="7047357" y="3577780"/>
                <a:chExt cx="476154" cy="833437"/>
              </a:xfrm>
            </p:grpSpPr>
            <p:sp>
              <p:nvSpPr>
                <p:cNvPr id="1293" name="Google Shape;1293;p24"/>
                <p:cNvSpPr/>
                <p:nvPr/>
              </p:nvSpPr>
              <p:spPr>
                <a:xfrm>
                  <a:off x="7077075" y="4292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4" name="Google Shape;1294;p24"/>
                <p:cNvSpPr/>
                <p:nvPr/>
              </p:nvSpPr>
              <p:spPr>
                <a:xfrm>
                  <a:off x="7136606" y="426243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5" name="Google Shape;1295;p24"/>
                <p:cNvSpPr/>
                <p:nvPr/>
              </p:nvSpPr>
              <p:spPr>
                <a:xfrm>
                  <a:off x="7196137" y="4173092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6" name="Google Shape;1296;p24"/>
                <p:cNvSpPr/>
                <p:nvPr/>
              </p:nvSpPr>
              <p:spPr>
                <a:xfrm>
                  <a:off x="7225855" y="4054030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2"/>
                      </a:lnTo>
                      <a:lnTo>
                        <a:pt x="0" y="119062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7" name="Google Shape;1297;p24"/>
                <p:cNvSpPr/>
                <p:nvPr/>
              </p:nvSpPr>
              <p:spPr>
                <a:xfrm>
                  <a:off x="7404544" y="4054030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2"/>
                      </a:lnTo>
                      <a:lnTo>
                        <a:pt x="0" y="119062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8" name="Google Shape;1298;p24"/>
                <p:cNvSpPr/>
                <p:nvPr/>
              </p:nvSpPr>
              <p:spPr>
                <a:xfrm>
                  <a:off x="7434262" y="399459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9" name="Google Shape;1299;p24"/>
                <p:cNvSpPr/>
                <p:nvPr/>
              </p:nvSpPr>
              <p:spPr>
                <a:xfrm>
                  <a:off x="7404544" y="3964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0" name="Google Shape;1300;p24"/>
                <p:cNvSpPr/>
                <p:nvPr/>
              </p:nvSpPr>
              <p:spPr>
                <a:xfrm>
                  <a:off x="7196137" y="4024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1" name="Google Shape;1301;p24"/>
                <p:cNvSpPr/>
                <p:nvPr/>
              </p:nvSpPr>
              <p:spPr>
                <a:xfrm>
                  <a:off x="7344918" y="3994594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2" name="Google Shape;1302;p24"/>
                <p:cNvSpPr/>
                <p:nvPr/>
              </p:nvSpPr>
              <p:spPr>
                <a:xfrm>
                  <a:off x="7255668" y="3964780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3" name="Google Shape;1303;p24"/>
                <p:cNvSpPr/>
                <p:nvPr/>
              </p:nvSpPr>
              <p:spPr>
                <a:xfrm>
                  <a:off x="7344918" y="39647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4" name="Google Shape;1304;p24"/>
                <p:cNvSpPr/>
                <p:nvPr/>
              </p:nvSpPr>
              <p:spPr>
                <a:xfrm>
                  <a:off x="7344918" y="39349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5" name="Google Shape;1305;p24"/>
                <p:cNvSpPr/>
                <p:nvPr/>
              </p:nvSpPr>
              <p:spPr>
                <a:xfrm>
                  <a:off x="7225855" y="399459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6" name="Google Shape;1306;p24"/>
                <p:cNvSpPr/>
                <p:nvPr/>
              </p:nvSpPr>
              <p:spPr>
                <a:xfrm>
                  <a:off x="7225855" y="4024312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7" name="Google Shape;1307;p24"/>
                <p:cNvSpPr/>
                <p:nvPr/>
              </p:nvSpPr>
              <p:spPr>
                <a:xfrm>
                  <a:off x="7255668" y="3994594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8" name="Google Shape;1308;p24"/>
                <p:cNvSpPr/>
                <p:nvPr/>
              </p:nvSpPr>
              <p:spPr>
                <a:xfrm>
                  <a:off x="7315200" y="4024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9" name="Google Shape;1309;p24"/>
                <p:cNvSpPr/>
                <p:nvPr/>
              </p:nvSpPr>
              <p:spPr>
                <a:xfrm>
                  <a:off x="7047357" y="4321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0" name="Google Shape;1310;p24"/>
                <p:cNvSpPr/>
                <p:nvPr/>
              </p:nvSpPr>
              <p:spPr>
                <a:xfrm>
                  <a:off x="7434262" y="4351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1" name="Google Shape;1311;p24"/>
                <p:cNvSpPr/>
                <p:nvPr/>
              </p:nvSpPr>
              <p:spPr>
                <a:xfrm>
                  <a:off x="7463980" y="43517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2" name="Google Shape;1312;p24"/>
                <p:cNvSpPr/>
                <p:nvPr/>
              </p:nvSpPr>
              <p:spPr>
                <a:xfrm>
                  <a:off x="7285482" y="4351781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3" name="Google Shape;1313;p24"/>
                <p:cNvSpPr/>
                <p:nvPr/>
              </p:nvSpPr>
              <p:spPr>
                <a:xfrm>
                  <a:off x="7166419" y="4321968"/>
                  <a:ext cx="119062" cy="29718"/>
                </a:xfrm>
                <a:custGeom>
                  <a:rect b="b" l="l" r="r" t="t"/>
                  <a:pathLst>
                    <a:path extrusionOk="0" h="29718" w="119062">
                      <a:moveTo>
                        <a:pt x="0" y="0"/>
                      </a:moveTo>
                      <a:lnTo>
                        <a:pt x="119063" y="0"/>
                      </a:lnTo>
                      <a:lnTo>
                        <a:pt x="119063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4" name="Google Shape;1314;p24"/>
                <p:cNvSpPr/>
                <p:nvPr/>
              </p:nvSpPr>
              <p:spPr>
                <a:xfrm>
                  <a:off x="7404544" y="4321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5" name="Google Shape;1315;p24"/>
                <p:cNvSpPr/>
                <p:nvPr/>
              </p:nvSpPr>
              <p:spPr>
                <a:xfrm>
                  <a:off x="7404544" y="42624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6" name="Google Shape;1316;p24"/>
                <p:cNvSpPr/>
                <p:nvPr/>
              </p:nvSpPr>
              <p:spPr>
                <a:xfrm>
                  <a:off x="7493793" y="432196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7" name="Google Shape;1317;p24"/>
                <p:cNvSpPr/>
                <p:nvPr/>
              </p:nvSpPr>
              <p:spPr>
                <a:xfrm>
                  <a:off x="7434262" y="429215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8" name="Google Shape;1318;p24"/>
                <p:cNvSpPr/>
                <p:nvPr/>
              </p:nvSpPr>
              <p:spPr>
                <a:xfrm>
                  <a:off x="7374731" y="4173092"/>
                  <a:ext cx="29718" cy="89344"/>
                </a:xfrm>
                <a:custGeom>
                  <a:rect b="b" l="l" r="r" t="t"/>
                  <a:pathLst>
                    <a:path extrusionOk="0" h="89344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89345"/>
                      </a:lnTo>
                      <a:lnTo>
                        <a:pt x="0" y="8934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9" name="Google Shape;1319;p24"/>
                <p:cNvSpPr/>
                <p:nvPr/>
              </p:nvSpPr>
              <p:spPr>
                <a:xfrm>
                  <a:off x="7344918" y="4381499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0" name="Google Shape;1320;p24"/>
                <p:cNvSpPr/>
                <p:nvPr/>
              </p:nvSpPr>
              <p:spPr>
                <a:xfrm>
                  <a:off x="7077075" y="4351781"/>
                  <a:ext cx="89344" cy="29718"/>
                </a:xfrm>
                <a:custGeom>
                  <a:rect b="b" l="l" r="r" t="t"/>
                  <a:pathLst>
                    <a:path extrusionOk="0" h="29718" w="89344">
                      <a:moveTo>
                        <a:pt x="0" y="0"/>
                      </a:moveTo>
                      <a:lnTo>
                        <a:pt x="89345" y="0"/>
                      </a:lnTo>
                      <a:lnTo>
                        <a:pt x="89345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1" name="Google Shape;1321;p24"/>
                <p:cNvSpPr/>
                <p:nvPr/>
              </p:nvSpPr>
              <p:spPr>
                <a:xfrm>
                  <a:off x="7285482" y="3756469"/>
                  <a:ext cx="29718" cy="238125"/>
                </a:xfrm>
                <a:custGeom>
                  <a:rect b="b" l="l" r="r" t="t"/>
                  <a:pathLst>
                    <a:path extrusionOk="0" h="238125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38125"/>
                      </a:lnTo>
                      <a:lnTo>
                        <a:pt x="0" y="238125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2" name="Google Shape;1322;p24"/>
                <p:cNvSpPr/>
                <p:nvPr/>
              </p:nvSpPr>
              <p:spPr>
                <a:xfrm>
                  <a:off x="7315200" y="38457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3" name="Google Shape;1323;p24"/>
                <p:cNvSpPr/>
                <p:nvPr/>
              </p:nvSpPr>
              <p:spPr>
                <a:xfrm>
                  <a:off x="7225855" y="3815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4" name="Google Shape;1324;p24"/>
                <p:cNvSpPr/>
                <p:nvPr/>
              </p:nvSpPr>
              <p:spPr>
                <a:xfrm>
                  <a:off x="7344918" y="3815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5" name="Google Shape;1325;p24"/>
                <p:cNvSpPr/>
                <p:nvPr/>
              </p:nvSpPr>
              <p:spPr>
                <a:xfrm>
                  <a:off x="7255668" y="38457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6" name="Google Shape;1326;p24"/>
                <p:cNvSpPr/>
                <p:nvPr/>
              </p:nvSpPr>
              <p:spPr>
                <a:xfrm>
                  <a:off x="7374731" y="375646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7" name="Google Shape;1327;p24"/>
                <p:cNvSpPr/>
                <p:nvPr/>
              </p:nvSpPr>
              <p:spPr>
                <a:xfrm>
                  <a:off x="7196137" y="375646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8" name="Google Shape;1328;p24"/>
                <p:cNvSpPr/>
                <p:nvPr/>
              </p:nvSpPr>
              <p:spPr>
                <a:xfrm>
                  <a:off x="7344918" y="369684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9" name="Google Shape;1329;p24"/>
                <p:cNvSpPr/>
                <p:nvPr/>
              </p:nvSpPr>
              <p:spPr>
                <a:xfrm>
                  <a:off x="7225855" y="3696842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0" name="Google Shape;1330;p24"/>
                <p:cNvSpPr/>
                <p:nvPr/>
              </p:nvSpPr>
              <p:spPr>
                <a:xfrm>
                  <a:off x="7315200" y="36374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1" name="Google Shape;1331;p24"/>
                <p:cNvSpPr/>
                <p:nvPr/>
              </p:nvSpPr>
              <p:spPr>
                <a:xfrm>
                  <a:off x="7255668" y="363740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2" name="Google Shape;1332;p24"/>
                <p:cNvSpPr/>
                <p:nvPr/>
              </p:nvSpPr>
              <p:spPr>
                <a:xfrm>
                  <a:off x="7225855" y="3637406"/>
                  <a:ext cx="148875" cy="208311"/>
                </a:xfrm>
                <a:custGeom>
                  <a:rect b="b" l="l" r="r" t="t"/>
                  <a:pathLst>
                    <a:path extrusionOk="0" h="208311" w="148875">
                      <a:moveTo>
                        <a:pt x="148876" y="119063"/>
                      </a:moveTo>
                      <a:lnTo>
                        <a:pt x="148876" y="178498"/>
                      </a:lnTo>
                      <a:lnTo>
                        <a:pt x="119063" y="178498"/>
                      </a:lnTo>
                      <a:lnTo>
                        <a:pt x="119063" y="208312"/>
                      </a:lnTo>
                      <a:lnTo>
                        <a:pt x="89345" y="208312"/>
                      </a:lnTo>
                      <a:lnTo>
                        <a:pt x="89345" y="119063"/>
                      </a:lnTo>
                      <a:lnTo>
                        <a:pt x="59627" y="119063"/>
                      </a:lnTo>
                      <a:lnTo>
                        <a:pt x="59627" y="208312"/>
                      </a:lnTo>
                      <a:lnTo>
                        <a:pt x="29813" y="208312"/>
                      </a:lnTo>
                      <a:lnTo>
                        <a:pt x="29813" y="178498"/>
                      </a:lnTo>
                      <a:lnTo>
                        <a:pt x="0" y="178498"/>
                      </a:lnTo>
                      <a:lnTo>
                        <a:pt x="0" y="119063"/>
                      </a:lnTo>
                      <a:lnTo>
                        <a:pt x="29813" y="119063"/>
                      </a:lnTo>
                      <a:lnTo>
                        <a:pt x="29813" y="59436"/>
                      </a:lnTo>
                      <a:lnTo>
                        <a:pt x="59627" y="59436"/>
                      </a:lnTo>
                      <a:lnTo>
                        <a:pt x="59627" y="0"/>
                      </a:lnTo>
                      <a:lnTo>
                        <a:pt x="89345" y="0"/>
                      </a:lnTo>
                      <a:lnTo>
                        <a:pt x="89345" y="59436"/>
                      </a:lnTo>
                      <a:lnTo>
                        <a:pt x="119063" y="59436"/>
                      </a:lnTo>
                      <a:lnTo>
                        <a:pt x="119063" y="119063"/>
                      </a:lnTo>
                      <a:lnTo>
                        <a:pt x="148876" y="119063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3" name="Google Shape;1333;p24"/>
                <p:cNvSpPr/>
                <p:nvPr/>
              </p:nvSpPr>
              <p:spPr>
                <a:xfrm>
                  <a:off x="7285482" y="35777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4" name="Google Shape;1334;p24"/>
                <p:cNvSpPr/>
                <p:nvPr/>
              </p:nvSpPr>
              <p:spPr>
                <a:xfrm>
                  <a:off x="7077075" y="3994594"/>
                  <a:ext cx="357187" cy="386905"/>
                </a:xfrm>
                <a:custGeom>
                  <a:rect b="b" l="l" r="r" t="t"/>
                  <a:pathLst>
                    <a:path extrusionOk="0" h="386905" w="357187">
                      <a:moveTo>
                        <a:pt x="297656" y="178498"/>
                      </a:moveTo>
                      <a:lnTo>
                        <a:pt x="297656" y="267843"/>
                      </a:lnTo>
                      <a:lnTo>
                        <a:pt x="327470" y="267843"/>
                      </a:lnTo>
                      <a:lnTo>
                        <a:pt x="327470" y="297561"/>
                      </a:lnTo>
                      <a:lnTo>
                        <a:pt x="357188" y="297561"/>
                      </a:lnTo>
                      <a:lnTo>
                        <a:pt x="357188" y="327374"/>
                      </a:lnTo>
                      <a:lnTo>
                        <a:pt x="327470" y="327374"/>
                      </a:lnTo>
                      <a:lnTo>
                        <a:pt x="327470" y="357188"/>
                      </a:lnTo>
                      <a:lnTo>
                        <a:pt x="357188" y="357188"/>
                      </a:lnTo>
                      <a:lnTo>
                        <a:pt x="357188" y="386905"/>
                      </a:lnTo>
                      <a:lnTo>
                        <a:pt x="267843" y="386905"/>
                      </a:lnTo>
                      <a:lnTo>
                        <a:pt x="267843" y="119063"/>
                      </a:lnTo>
                      <a:lnTo>
                        <a:pt x="238125" y="119063"/>
                      </a:lnTo>
                      <a:lnTo>
                        <a:pt x="238125" y="357188"/>
                      </a:lnTo>
                      <a:lnTo>
                        <a:pt x="208407" y="357188"/>
                      </a:lnTo>
                      <a:lnTo>
                        <a:pt x="208407" y="327374"/>
                      </a:lnTo>
                      <a:lnTo>
                        <a:pt x="89345" y="327374"/>
                      </a:lnTo>
                      <a:lnTo>
                        <a:pt x="89345" y="357188"/>
                      </a:lnTo>
                      <a:lnTo>
                        <a:pt x="0" y="357188"/>
                      </a:lnTo>
                      <a:lnTo>
                        <a:pt x="0" y="327374"/>
                      </a:lnTo>
                      <a:lnTo>
                        <a:pt x="59531" y="327374"/>
                      </a:lnTo>
                      <a:lnTo>
                        <a:pt x="59531" y="297561"/>
                      </a:lnTo>
                      <a:lnTo>
                        <a:pt x="119063" y="297561"/>
                      </a:lnTo>
                      <a:lnTo>
                        <a:pt x="119063" y="267843"/>
                      </a:lnTo>
                      <a:lnTo>
                        <a:pt x="148780" y="267843"/>
                      </a:lnTo>
                      <a:lnTo>
                        <a:pt x="148780" y="178498"/>
                      </a:lnTo>
                      <a:lnTo>
                        <a:pt x="178594" y="178498"/>
                      </a:lnTo>
                      <a:lnTo>
                        <a:pt x="178594" y="59436"/>
                      </a:lnTo>
                      <a:lnTo>
                        <a:pt x="267843" y="59436"/>
                      </a:lnTo>
                      <a:lnTo>
                        <a:pt x="267843" y="29718"/>
                      </a:lnTo>
                      <a:lnTo>
                        <a:pt x="327470" y="29718"/>
                      </a:lnTo>
                      <a:lnTo>
                        <a:pt x="327470" y="0"/>
                      </a:lnTo>
                      <a:lnTo>
                        <a:pt x="357188" y="0"/>
                      </a:lnTo>
                      <a:lnTo>
                        <a:pt x="357188" y="59436"/>
                      </a:lnTo>
                      <a:lnTo>
                        <a:pt x="327470" y="59436"/>
                      </a:lnTo>
                      <a:lnTo>
                        <a:pt x="327470" y="178498"/>
                      </a:lnTo>
                      <a:lnTo>
                        <a:pt x="297656" y="17849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5" name="Google Shape;1335;p24"/>
                <p:cNvSpPr/>
                <p:nvPr/>
              </p:nvSpPr>
              <p:spPr>
                <a:xfrm>
                  <a:off x="7315200" y="4113656"/>
                  <a:ext cx="29718" cy="238125"/>
                </a:xfrm>
                <a:custGeom>
                  <a:rect b="b" l="l" r="r" t="t"/>
                  <a:pathLst>
                    <a:path extrusionOk="0" h="238125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38125"/>
                      </a:lnTo>
                      <a:lnTo>
                        <a:pt x="0" y="238125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6" name="Google Shape;1336;p24"/>
                <p:cNvSpPr/>
                <p:nvPr/>
              </p:nvSpPr>
              <p:spPr>
                <a:xfrm>
                  <a:off x="7285482" y="3756469"/>
                  <a:ext cx="29718" cy="119062"/>
                </a:xfrm>
                <a:custGeom>
                  <a:rect b="b" l="l" r="r" t="t"/>
                  <a:pathLst>
                    <a:path extrusionOk="0" h="119062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119063"/>
                      </a:ln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7" name="Google Shape;1337;p24"/>
                <p:cNvSpPr/>
                <p:nvPr/>
              </p:nvSpPr>
              <p:spPr>
                <a:xfrm>
                  <a:off x="7315200" y="36968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8" name="Google Shape;1338;p24"/>
                <p:cNvSpPr/>
                <p:nvPr/>
              </p:nvSpPr>
              <p:spPr>
                <a:xfrm>
                  <a:off x="7344918" y="37564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9" name="Google Shape;1339;p24"/>
                <p:cNvSpPr/>
                <p:nvPr/>
              </p:nvSpPr>
              <p:spPr>
                <a:xfrm>
                  <a:off x="7315200" y="38159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0" name="Google Shape;1340;p24"/>
                <p:cNvSpPr/>
                <p:nvPr/>
              </p:nvSpPr>
              <p:spPr>
                <a:xfrm>
                  <a:off x="7255668" y="36968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1" name="Google Shape;1341;p24"/>
                <p:cNvSpPr/>
                <p:nvPr/>
              </p:nvSpPr>
              <p:spPr>
                <a:xfrm>
                  <a:off x="7404544" y="402431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42" name="Google Shape;1342;p24"/>
              <p:cNvGrpSpPr/>
              <p:nvPr/>
            </p:nvGrpSpPr>
            <p:grpSpPr>
              <a:xfrm>
                <a:off x="7106793" y="3845718"/>
                <a:ext cx="89344" cy="89249"/>
                <a:chOff x="7106793" y="3845718"/>
                <a:chExt cx="89344" cy="89249"/>
              </a:xfrm>
            </p:grpSpPr>
            <p:sp>
              <p:nvSpPr>
                <p:cNvPr id="1343" name="Google Shape;1343;p24"/>
                <p:cNvSpPr/>
                <p:nvPr/>
              </p:nvSpPr>
              <p:spPr>
                <a:xfrm>
                  <a:off x="7136606" y="38457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4" name="Google Shape;1344;p24"/>
                <p:cNvSpPr/>
                <p:nvPr/>
              </p:nvSpPr>
              <p:spPr>
                <a:xfrm>
                  <a:off x="7136606" y="390524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5" name="Google Shape;1345;p24"/>
                <p:cNvSpPr/>
                <p:nvPr/>
              </p:nvSpPr>
              <p:spPr>
                <a:xfrm>
                  <a:off x="7106793" y="38755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6" name="Google Shape;1346;p24"/>
                <p:cNvSpPr/>
                <p:nvPr/>
              </p:nvSpPr>
              <p:spPr>
                <a:xfrm>
                  <a:off x="7166419" y="38755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47" name="Google Shape;1347;p24"/>
              <p:cNvGrpSpPr/>
              <p:nvPr/>
            </p:nvGrpSpPr>
            <p:grpSpPr>
              <a:xfrm>
                <a:off x="7374731" y="3577780"/>
                <a:ext cx="89249" cy="89344"/>
                <a:chOff x="7374731" y="3577780"/>
                <a:chExt cx="89249" cy="89344"/>
              </a:xfrm>
            </p:grpSpPr>
            <p:sp>
              <p:nvSpPr>
                <p:cNvPr id="1348" name="Google Shape;1348;p24"/>
                <p:cNvSpPr/>
                <p:nvPr/>
              </p:nvSpPr>
              <p:spPr>
                <a:xfrm>
                  <a:off x="7404544" y="35777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9" name="Google Shape;1349;p24"/>
                <p:cNvSpPr/>
                <p:nvPr/>
              </p:nvSpPr>
              <p:spPr>
                <a:xfrm>
                  <a:off x="7404544" y="36374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0" name="Google Shape;1350;p24"/>
                <p:cNvSpPr/>
                <p:nvPr/>
              </p:nvSpPr>
              <p:spPr>
                <a:xfrm>
                  <a:off x="7374731" y="36075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1" name="Google Shape;1351;p24"/>
                <p:cNvSpPr/>
                <p:nvPr/>
              </p:nvSpPr>
              <p:spPr>
                <a:xfrm>
                  <a:off x="7434262" y="36075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52" name="Google Shape;1352;p24"/>
              <p:cNvGrpSpPr/>
              <p:nvPr/>
            </p:nvGrpSpPr>
            <p:grpSpPr>
              <a:xfrm>
                <a:off x="7225855" y="4500562"/>
                <a:ext cx="952500" cy="922686"/>
                <a:chOff x="7225855" y="4500562"/>
                <a:chExt cx="952500" cy="922686"/>
              </a:xfrm>
            </p:grpSpPr>
            <p:sp>
              <p:nvSpPr>
                <p:cNvPr id="1353" name="Google Shape;1353;p24"/>
                <p:cNvSpPr/>
                <p:nvPr/>
              </p:nvSpPr>
              <p:spPr>
                <a:xfrm>
                  <a:off x="7255668" y="536371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4" name="Google Shape;1354;p24"/>
                <p:cNvSpPr/>
                <p:nvPr/>
              </p:nvSpPr>
              <p:spPr>
                <a:xfrm>
                  <a:off x="7225855" y="533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5" name="Google Shape;1355;p24"/>
                <p:cNvSpPr/>
                <p:nvPr/>
              </p:nvSpPr>
              <p:spPr>
                <a:xfrm>
                  <a:off x="7285482" y="5393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6" name="Google Shape;1356;p24"/>
                <p:cNvSpPr/>
                <p:nvPr/>
              </p:nvSpPr>
              <p:spPr>
                <a:xfrm>
                  <a:off x="7374731" y="533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7" name="Google Shape;1357;p24"/>
                <p:cNvSpPr/>
                <p:nvPr/>
              </p:nvSpPr>
              <p:spPr>
                <a:xfrm>
                  <a:off x="7404544" y="530428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8" name="Google Shape;1358;p24"/>
                <p:cNvSpPr/>
                <p:nvPr/>
              </p:nvSpPr>
              <p:spPr>
                <a:xfrm>
                  <a:off x="7434262" y="5244655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9" name="Google Shape;1359;p24"/>
                <p:cNvSpPr/>
                <p:nvPr/>
              </p:nvSpPr>
              <p:spPr>
                <a:xfrm>
                  <a:off x="7463980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0" name="Google Shape;1360;p24"/>
                <p:cNvSpPr/>
                <p:nvPr/>
              </p:nvSpPr>
              <p:spPr>
                <a:xfrm>
                  <a:off x="7493793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1" name="Google Shape;1361;p24"/>
                <p:cNvSpPr/>
                <p:nvPr/>
              </p:nvSpPr>
              <p:spPr>
                <a:xfrm>
                  <a:off x="7523607" y="5155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2" name="Google Shape;1362;p24"/>
                <p:cNvSpPr/>
                <p:nvPr/>
              </p:nvSpPr>
              <p:spPr>
                <a:xfrm>
                  <a:off x="7255668" y="5274468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3" name="Google Shape;1363;p24"/>
                <p:cNvSpPr/>
                <p:nvPr/>
              </p:nvSpPr>
              <p:spPr>
                <a:xfrm>
                  <a:off x="7285482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4" name="Google Shape;1364;p24"/>
                <p:cNvSpPr/>
                <p:nvPr/>
              </p:nvSpPr>
              <p:spPr>
                <a:xfrm>
                  <a:off x="7315200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5" name="Google Shape;1365;p24"/>
                <p:cNvSpPr/>
                <p:nvPr/>
              </p:nvSpPr>
              <p:spPr>
                <a:xfrm>
                  <a:off x="7344918" y="5185219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6" name="Google Shape;1366;p24"/>
                <p:cNvSpPr/>
                <p:nvPr/>
              </p:nvSpPr>
              <p:spPr>
                <a:xfrm>
                  <a:off x="7404544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7" name="Google Shape;1367;p24"/>
                <p:cNvSpPr/>
                <p:nvPr/>
              </p:nvSpPr>
              <p:spPr>
                <a:xfrm>
                  <a:off x="7434262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8" name="Google Shape;1368;p24"/>
                <p:cNvSpPr/>
                <p:nvPr/>
              </p:nvSpPr>
              <p:spPr>
                <a:xfrm>
                  <a:off x="7463980" y="506615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9" name="Google Shape;1369;p24"/>
                <p:cNvSpPr/>
                <p:nvPr/>
              </p:nvSpPr>
              <p:spPr>
                <a:xfrm>
                  <a:off x="7493793" y="503634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0" name="Google Shape;1370;p24"/>
                <p:cNvSpPr/>
                <p:nvPr/>
              </p:nvSpPr>
              <p:spPr>
                <a:xfrm>
                  <a:off x="7523607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1" name="Google Shape;1371;p24"/>
                <p:cNvSpPr/>
                <p:nvPr/>
              </p:nvSpPr>
              <p:spPr>
                <a:xfrm>
                  <a:off x="7553325" y="500653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2" name="Google Shape;1372;p24"/>
                <p:cNvSpPr/>
                <p:nvPr/>
              </p:nvSpPr>
              <p:spPr>
                <a:xfrm>
                  <a:off x="7583043" y="4976812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3" name="Google Shape;1373;p24"/>
                <p:cNvSpPr/>
                <p:nvPr/>
              </p:nvSpPr>
              <p:spPr>
                <a:xfrm>
                  <a:off x="7583043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4" name="Google Shape;1374;p24"/>
                <p:cNvSpPr/>
                <p:nvPr/>
              </p:nvSpPr>
              <p:spPr>
                <a:xfrm>
                  <a:off x="7612856" y="5036343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5" name="Google Shape;1375;p24"/>
                <p:cNvSpPr/>
                <p:nvPr/>
              </p:nvSpPr>
              <p:spPr>
                <a:xfrm>
                  <a:off x="7702105" y="4947094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6" name="Google Shape;1376;p24"/>
                <p:cNvSpPr/>
                <p:nvPr/>
              </p:nvSpPr>
              <p:spPr>
                <a:xfrm>
                  <a:off x="7791450" y="4857749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7" name="Google Shape;1377;p24"/>
                <p:cNvSpPr/>
                <p:nvPr/>
              </p:nvSpPr>
              <p:spPr>
                <a:xfrm>
                  <a:off x="7821168" y="47982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8" name="Google Shape;1378;p24"/>
                <p:cNvSpPr/>
                <p:nvPr/>
              </p:nvSpPr>
              <p:spPr>
                <a:xfrm>
                  <a:off x="7821168" y="4768405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9" name="Google Shape;1379;p24"/>
                <p:cNvSpPr/>
                <p:nvPr/>
              </p:nvSpPr>
              <p:spPr>
                <a:xfrm>
                  <a:off x="7731918" y="4828031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0" name="Google Shape;1380;p24"/>
                <p:cNvSpPr/>
                <p:nvPr/>
              </p:nvSpPr>
              <p:spPr>
                <a:xfrm>
                  <a:off x="7642669" y="4917280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1" name="Google Shape;1381;p24"/>
                <p:cNvSpPr/>
                <p:nvPr/>
              </p:nvSpPr>
              <p:spPr>
                <a:xfrm>
                  <a:off x="7642669" y="500653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2" name="Google Shape;1382;p24"/>
                <p:cNvSpPr/>
                <p:nvPr/>
              </p:nvSpPr>
              <p:spPr>
                <a:xfrm>
                  <a:off x="7672387" y="488746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3" name="Google Shape;1383;p24"/>
                <p:cNvSpPr/>
                <p:nvPr/>
              </p:nvSpPr>
              <p:spPr>
                <a:xfrm>
                  <a:off x="7642669" y="4917280"/>
                  <a:ext cx="89249" cy="89249"/>
                </a:xfrm>
                <a:custGeom>
                  <a:rect b="b" l="l" r="r" t="t"/>
                  <a:pathLst>
                    <a:path extrusionOk="0" h="89249" w="89249">
                      <a:moveTo>
                        <a:pt x="89249" y="0"/>
                      </a:moveTo>
                      <a:lnTo>
                        <a:pt x="89249" y="29813"/>
                      </a:lnTo>
                      <a:lnTo>
                        <a:pt x="59436" y="29813"/>
                      </a:lnTo>
                      <a:lnTo>
                        <a:pt x="59436" y="89249"/>
                      </a:lnTo>
                      <a:lnTo>
                        <a:pt x="0" y="89249"/>
                      </a:lnTo>
                      <a:lnTo>
                        <a:pt x="0" y="59531"/>
                      </a:lnTo>
                      <a:lnTo>
                        <a:pt x="29718" y="59531"/>
                      </a:lnTo>
                      <a:lnTo>
                        <a:pt x="29718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4" name="Google Shape;1384;p24"/>
                <p:cNvSpPr/>
                <p:nvPr/>
              </p:nvSpPr>
              <p:spPr>
                <a:xfrm>
                  <a:off x="7731918" y="4917280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5" name="Google Shape;1385;p24"/>
                <p:cNvSpPr/>
                <p:nvPr/>
              </p:nvSpPr>
              <p:spPr>
                <a:xfrm>
                  <a:off x="7880794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6" name="Google Shape;1386;p24"/>
                <p:cNvSpPr/>
                <p:nvPr/>
              </p:nvSpPr>
              <p:spPr>
                <a:xfrm>
                  <a:off x="7910512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7" name="Google Shape;1387;p24"/>
                <p:cNvSpPr/>
                <p:nvPr/>
              </p:nvSpPr>
              <p:spPr>
                <a:xfrm>
                  <a:off x="7940230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8" name="Google Shape;1388;p24"/>
                <p:cNvSpPr/>
                <p:nvPr/>
              </p:nvSpPr>
              <p:spPr>
                <a:xfrm>
                  <a:off x="8148637" y="45005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9" name="Google Shape;1389;p24"/>
                <p:cNvSpPr/>
                <p:nvPr/>
              </p:nvSpPr>
              <p:spPr>
                <a:xfrm>
                  <a:off x="7880794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0" name="Google Shape;1390;p24"/>
                <p:cNvSpPr/>
                <p:nvPr/>
              </p:nvSpPr>
              <p:spPr>
                <a:xfrm>
                  <a:off x="7880794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1" name="Google Shape;1391;p24"/>
                <p:cNvSpPr/>
                <p:nvPr/>
              </p:nvSpPr>
              <p:spPr>
                <a:xfrm>
                  <a:off x="7910512" y="4768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2" name="Google Shape;1392;p24"/>
                <p:cNvSpPr/>
                <p:nvPr/>
              </p:nvSpPr>
              <p:spPr>
                <a:xfrm>
                  <a:off x="7910512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3" name="Google Shape;1393;p24"/>
                <p:cNvSpPr/>
                <p:nvPr/>
              </p:nvSpPr>
              <p:spPr>
                <a:xfrm>
                  <a:off x="7940230" y="473868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4" name="Google Shape;1394;p24"/>
                <p:cNvSpPr/>
                <p:nvPr/>
              </p:nvSpPr>
              <p:spPr>
                <a:xfrm>
                  <a:off x="7940230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5" name="Google Shape;1395;p24"/>
                <p:cNvSpPr/>
                <p:nvPr/>
              </p:nvSpPr>
              <p:spPr>
                <a:xfrm>
                  <a:off x="7970043" y="470896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6" name="Google Shape;1396;p24"/>
                <p:cNvSpPr/>
                <p:nvPr/>
              </p:nvSpPr>
              <p:spPr>
                <a:xfrm>
                  <a:off x="7970043" y="4649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7" name="Google Shape;1397;p24"/>
                <p:cNvSpPr/>
                <p:nvPr/>
              </p:nvSpPr>
              <p:spPr>
                <a:xfrm>
                  <a:off x="7970043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8C07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8" name="Google Shape;1398;p24"/>
                <p:cNvSpPr/>
                <p:nvPr/>
              </p:nvSpPr>
              <p:spPr>
                <a:xfrm>
                  <a:off x="7999857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9" name="Google Shape;1399;p24"/>
                <p:cNvSpPr/>
                <p:nvPr/>
              </p:nvSpPr>
              <p:spPr>
                <a:xfrm>
                  <a:off x="7999857" y="4619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0" name="Google Shape;1400;p24"/>
                <p:cNvSpPr/>
                <p:nvPr/>
              </p:nvSpPr>
              <p:spPr>
                <a:xfrm>
                  <a:off x="7999857" y="4649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1" name="Google Shape;1401;p24"/>
                <p:cNvSpPr/>
                <p:nvPr/>
              </p:nvSpPr>
              <p:spPr>
                <a:xfrm>
                  <a:off x="8029575" y="464934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2" name="Google Shape;1402;p24"/>
                <p:cNvSpPr/>
                <p:nvPr/>
              </p:nvSpPr>
              <p:spPr>
                <a:xfrm>
                  <a:off x="8029575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3" name="Google Shape;1403;p24"/>
                <p:cNvSpPr/>
                <p:nvPr/>
              </p:nvSpPr>
              <p:spPr>
                <a:xfrm>
                  <a:off x="8029575" y="4619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4" name="Google Shape;1404;p24"/>
                <p:cNvSpPr/>
                <p:nvPr/>
              </p:nvSpPr>
              <p:spPr>
                <a:xfrm>
                  <a:off x="8059293" y="461962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5" name="Google Shape;1405;p24"/>
                <p:cNvSpPr/>
                <p:nvPr/>
              </p:nvSpPr>
              <p:spPr>
                <a:xfrm>
                  <a:off x="8059293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6" name="Google Shape;1406;p24"/>
                <p:cNvSpPr/>
                <p:nvPr/>
              </p:nvSpPr>
              <p:spPr>
                <a:xfrm>
                  <a:off x="8059293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7" name="Google Shape;1407;p24"/>
                <p:cNvSpPr/>
                <p:nvPr/>
              </p:nvSpPr>
              <p:spPr>
                <a:xfrm>
                  <a:off x="8089106" y="458990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8" name="Google Shape;1408;p24"/>
                <p:cNvSpPr/>
                <p:nvPr/>
              </p:nvSpPr>
              <p:spPr>
                <a:xfrm>
                  <a:off x="8089106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9" name="Google Shape;1409;p24"/>
                <p:cNvSpPr/>
                <p:nvPr/>
              </p:nvSpPr>
              <p:spPr>
                <a:xfrm>
                  <a:off x="8089106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0" name="Google Shape;1410;p24"/>
                <p:cNvSpPr/>
                <p:nvPr/>
              </p:nvSpPr>
              <p:spPr>
                <a:xfrm>
                  <a:off x="8118919" y="4560093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1" name="Google Shape;1411;p24"/>
                <p:cNvSpPr/>
                <p:nvPr/>
              </p:nvSpPr>
              <p:spPr>
                <a:xfrm>
                  <a:off x="8118919" y="450056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2" name="Google Shape;1412;p24"/>
                <p:cNvSpPr/>
                <p:nvPr/>
              </p:nvSpPr>
              <p:spPr>
                <a:xfrm>
                  <a:off x="8118919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3" name="Google Shape;1413;p24"/>
                <p:cNvSpPr/>
                <p:nvPr/>
              </p:nvSpPr>
              <p:spPr>
                <a:xfrm>
                  <a:off x="8148637" y="4530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4" name="Google Shape;1414;p24"/>
                <p:cNvSpPr/>
                <p:nvPr/>
              </p:nvSpPr>
              <p:spPr>
                <a:xfrm>
                  <a:off x="7821168" y="4828031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5" name="Google Shape;1415;p24"/>
                <p:cNvSpPr/>
                <p:nvPr/>
              </p:nvSpPr>
              <p:spPr>
                <a:xfrm>
                  <a:off x="7731918" y="4828031"/>
                  <a:ext cx="89249" cy="89249"/>
                </a:xfrm>
                <a:custGeom>
                  <a:rect b="b" l="l" r="r" t="t"/>
                  <a:pathLst>
                    <a:path extrusionOk="0" h="89249" w="89249">
                      <a:moveTo>
                        <a:pt x="89249" y="0"/>
                      </a:moveTo>
                      <a:lnTo>
                        <a:pt x="89249" y="29718"/>
                      </a:lnTo>
                      <a:lnTo>
                        <a:pt x="59531" y="29718"/>
                      </a:lnTo>
                      <a:lnTo>
                        <a:pt x="59531" y="89249"/>
                      </a:lnTo>
                      <a:lnTo>
                        <a:pt x="0" y="89249"/>
                      </a:lnTo>
                      <a:lnTo>
                        <a:pt x="0" y="59436"/>
                      </a:lnTo>
                      <a:lnTo>
                        <a:pt x="29813" y="59436"/>
                      </a:lnTo>
                      <a:lnTo>
                        <a:pt x="29813" y="0"/>
                      </a:lnTo>
                      <a:lnTo>
                        <a:pt x="89249" y="0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6" name="Google Shape;1416;p24"/>
                <p:cNvSpPr/>
                <p:nvPr/>
              </p:nvSpPr>
              <p:spPr>
                <a:xfrm>
                  <a:off x="7761732" y="4798218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7" name="Google Shape;1417;p24"/>
                <p:cNvSpPr/>
                <p:nvPr/>
              </p:nvSpPr>
              <p:spPr>
                <a:xfrm>
                  <a:off x="7553325" y="5006529"/>
                  <a:ext cx="89344" cy="89344"/>
                </a:xfrm>
                <a:custGeom>
                  <a:rect b="b" l="l" r="r" t="t"/>
                  <a:pathLst>
                    <a:path extrusionOk="0" h="89344" w="89344">
                      <a:moveTo>
                        <a:pt x="89345" y="0"/>
                      </a:moveTo>
                      <a:lnTo>
                        <a:pt x="89345" y="29813"/>
                      </a:lnTo>
                      <a:lnTo>
                        <a:pt x="59531" y="29813"/>
                      </a:lnTo>
                      <a:lnTo>
                        <a:pt x="59531" y="89345"/>
                      </a:lnTo>
                      <a:lnTo>
                        <a:pt x="0" y="89345"/>
                      </a:lnTo>
                      <a:lnTo>
                        <a:pt x="0" y="59627"/>
                      </a:lnTo>
                      <a:lnTo>
                        <a:pt x="29718" y="59627"/>
                      </a:lnTo>
                      <a:lnTo>
                        <a:pt x="29718" y="0"/>
                      </a:lnTo>
                      <a:lnTo>
                        <a:pt x="89345" y="0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8" name="Google Shape;1418;p24"/>
                <p:cNvSpPr/>
                <p:nvPr/>
              </p:nvSpPr>
              <p:spPr>
                <a:xfrm>
                  <a:off x="7553325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9" name="Google Shape;1419;p24"/>
                <p:cNvSpPr/>
                <p:nvPr/>
              </p:nvSpPr>
              <p:spPr>
                <a:xfrm>
                  <a:off x="7583043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0" name="Google Shape;1420;p24"/>
                <p:cNvSpPr/>
                <p:nvPr/>
              </p:nvSpPr>
              <p:spPr>
                <a:xfrm>
                  <a:off x="7255668" y="5066156"/>
                  <a:ext cx="327374" cy="327374"/>
                </a:xfrm>
                <a:custGeom>
                  <a:rect b="b" l="l" r="r" t="t"/>
                  <a:pathLst>
                    <a:path extrusionOk="0" h="327374" w="327374">
                      <a:moveTo>
                        <a:pt x="327374" y="59436"/>
                      </a:moveTo>
                      <a:lnTo>
                        <a:pt x="327374" y="89249"/>
                      </a:lnTo>
                      <a:lnTo>
                        <a:pt x="267938" y="89249"/>
                      </a:lnTo>
                      <a:lnTo>
                        <a:pt x="267938" y="119063"/>
                      </a:lnTo>
                      <a:lnTo>
                        <a:pt x="238125" y="119063"/>
                      </a:lnTo>
                      <a:lnTo>
                        <a:pt x="238125" y="148780"/>
                      </a:lnTo>
                      <a:lnTo>
                        <a:pt x="208312" y="148780"/>
                      </a:lnTo>
                      <a:lnTo>
                        <a:pt x="208312" y="178498"/>
                      </a:lnTo>
                      <a:lnTo>
                        <a:pt x="178594" y="178498"/>
                      </a:lnTo>
                      <a:lnTo>
                        <a:pt x="178594" y="238125"/>
                      </a:lnTo>
                      <a:lnTo>
                        <a:pt x="148876" y="238125"/>
                      </a:lnTo>
                      <a:lnTo>
                        <a:pt x="148876" y="267843"/>
                      </a:lnTo>
                      <a:lnTo>
                        <a:pt x="119063" y="267843"/>
                      </a:lnTo>
                      <a:lnTo>
                        <a:pt x="119063" y="297561"/>
                      </a:lnTo>
                      <a:lnTo>
                        <a:pt x="59531" y="297561"/>
                      </a:lnTo>
                      <a:lnTo>
                        <a:pt x="59531" y="327374"/>
                      </a:lnTo>
                      <a:lnTo>
                        <a:pt x="29813" y="327374"/>
                      </a:lnTo>
                      <a:lnTo>
                        <a:pt x="29813" y="297561"/>
                      </a:lnTo>
                      <a:lnTo>
                        <a:pt x="0" y="297561"/>
                      </a:lnTo>
                      <a:lnTo>
                        <a:pt x="0" y="267843"/>
                      </a:lnTo>
                      <a:lnTo>
                        <a:pt x="29813" y="267843"/>
                      </a:lnTo>
                      <a:lnTo>
                        <a:pt x="29813" y="208312"/>
                      </a:lnTo>
                      <a:lnTo>
                        <a:pt x="59531" y="208312"/>
                      </a:lnTo>
                      <a:lnTo>
                        <a:pt x="59531" y="178498"/>
                      </a:lnTo>
                      <a:lnTo>
                        <a:pt x="89249" y="178498"/>
                      </a:lnTo>
                      <a:lnTo>
                        <a:pt x="89249" y="148780"/>
                      </a:lnTo>
                      <a:lnTo>
                        <a:pt x="148876" y="148780"/>
                      </a:lnTo>
                      <a:lnTo>
                        <a:pt x="148876" y="119063"/>
                      </a:lnTo>
                      <a:lnTo>
                        <a:pt x="178594" y="119063"/>
                      </a:lnTo>
                      <a:lnTo>
                        <a:pt x="178594" y="89249"/>
                      </a:lnTo>
                      <a:lnTo>
                        <a:pt x="208312" y="89249"/>
                      </a:lnTo>
                      <a:lnTo>
                        <a:pt x="208312" y="59436"/>
                      </a:lnTo>
                      <a:lnTo>
                        <a:pt x="238125" y="59436"/>
                      </a:lnTo>
                      <a:lnTo>
                        <a:pt x="238125" y="0"/>
                      </a:lnTo>
                      <a:lnTo>
                        <a:pt x="267938" y="0"/>
                      </a:lnTo>
                      <a:lnTo>
                        <a:pt x="267938" y="29718"/>
                      </a:lnTo>
                      <a:lnTo>
                        <a:pt x="297656" y="29718"/>
                      </a:lnTo>
                      <a:lnTo>
                        <a:pt x="297656" y="59436"/>
                      </a:lnTo>
                      <a:lnTo>
                        <a:pt x="327374" y="59436"/>
                      </a:lnTo>
                      <a:close/>
                    </a:path>
                  </a:pathLst>
                </a:custGeom>
                <a:solidFill>
                  <a:srgbClr val="05349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1" name="Google Shape;1421;p24"/>
                <p:cNvSpPr/>
                <p:nvPr/>
              </p:nvSpPr>
              <p:spPr>
                <a:xfrm>
                  <a:off x="7315200" y="5363717"/>
                  <a:ext cx="59531" cy="29718"/>
                </a:xfrm>
                <a:custGeom>
                  <a:rect b="b" l="l" r="r" t="t"/>
                  <a:pathLst>
                    <a:path extrusionOk="0" h="29718" w="59531">
                      <a:moveTo>
                        <a:pt x="0" y="0"/>
                      </a:moveTo>
                      <a:lnTo>
                        <a:pt x="59531" y="0"/>
                      </a:lnTo>
                      <a:lnTo>
                        <a:pt x="59531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1B1B1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2" name="Google Shape;1422;p24"/>
                <p:cNvSpPr/>
                <p:nvPr/>
              </p:nvSpPr>
              <p:spPr>
                <a:xfrm>
                  <a:off x="7493793" y="5066156"/>
                  <a:ext cx="29718" cy="59531"/>
                </a:xfrm>
                <a:custGeom>
                  <a:rect b="b" l="l" r="r" t="t"/>
                  <a:pathLst>
                    <a:path extrusionOk="0" h="59531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59531"/>
                      </a:lnTo>
                      <a:lnTo>
                        <a:pt x="0" y="59531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3" name="Google Shape;1423;p24"/>
                <p:cNvSpPr/>
                <p:nvPr/>
              </p:nvSpPr>
              <p:spPr>
                <a:xfrm>
                  <a:off x="7523607" y="5095874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4" name="Google Shape;1424;p24"/>
                <p:cNvSpPr/>
                <p:nvPr/>
              </p:nvSpPr>
              <p:spPr>
                <a:xfrm>
                  <a:off x="7463980" y="5125592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5" name="Google Shape;1425;p24"/>
                <p:cNvSpPr/>
                <p:nvPr/>
              </p:nvSpPr>
              <p:spPr>
                <a:xfrm>
                  <a:off x="7583043" y="500653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6" name="Google Shape;1426;p24"/>
                <p:cNvSpPr/>
                <p:nvPr/>
              </p:nvSpPr>
              <p:spPr>
                <a:xfrm>
                  <a:off x="7553325" y="5066156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7" name="Google Shape;1427;p24"/>
                <p:cNvSpPr/>
                <p:nvPr/>
              </p:nvSpPr>
              <p:spPr>
                <a:xfrm>
                  <a:off x="7672387" y="4917280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8" name="Google Shape;1428;p24"/>
                <p:cNvSpPr/>
                <p:nvPr/>
              </p:nvSpPr>
              <p:spPr>
                <a:xfrm>
                  <a:off x="7761732" y="4828031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9" name="Google Shape;1429;p24"/>
                <p:cNvSpPr/>
                <p:nvPr/>
              </p:nvSpPr>
              <p:spPr>
                <a:xfrm>
                  <a:off x="7821168" y="4798218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0" name="Google Shape;1430;p24"/>
                <p:cNvSpPr/>
                <p:nvPr/>
              </p:nvSpPr>
              <p:spPr>
                <a:xfrm>
                  <a:off x="7970043" y="46791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1" name="Google Shape;1431;p24"/>
                <p:cNvSpPr/>
                <p:nvPr/>
              </p:nvSpPr>
              <p:spPr>
                <a:xfrm>
                  <a:off x="7434262" y="515540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2" name="Google Shape;1432;p24"/>
                <p:cNvSpPr/>
                <p:nvPr/>
              </p:nvSpPr>
              <p:spPr>
                <a:xfrm>
                  <a:off x="7404544" y="518521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3" name="Google Shape;1433;p24"/>
                <p:cNvSpPr/>
                <p:nvPr/>
              </p:nvSpPr>
              <p:spPr>
                <a:xfrm>
                  <a:off x="7344918" y="5214937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4" name="Google Shape;1434;p24"/>
                <p:cNvSpPr/>
                <p:nvPr/>
              </p:nvSpPr>
              <p:spPr>
                <a:xfrm>
                  <a:off x="7315200" y="5244655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5" name="Google Shape;1435;p24"/>
                <p:cNvSpPr/>
                <p:nvPr/>
              </p:nvSpPr>
              <p:spPr>
                <a:xfrm>
                  <a:off x="7255668" y="5333999"/>
                  <a:ext cx="29718" cy="29718"/>
                </a:xfrm>
                <a:custGeom>
                  <a:rect b="b" l="l" r="r" t="t"/>
                  <a:pathLst>
                    <a:path extrusionOk="0" h="29718" w="29718">
                      <a:moveTo>
                        <a:pt x="0" y="0"/>
                      </a:moveTo>
                      <a:lnTo>
                        <a:pt x="29718" y="0"/>
                      </a:lnTo>
                      <a:lnTo>
                        <a:pt x="29718" y="29718"/>
                      </a:lnTo>
                      <a:lnTo>
                        <a:pt x="0" y="29718"/>
                      </a:lnTo>
                      <a:close/>
                    </a:path>
                  </a:pathLst>
                </a:custGeom>
                <a:solidFill>
                  <a:srgbClr val="B1AA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436" name="Google Shape;1436;p24"/>
          <p:cNvSpPr txBox="1"/>
          <p:nvPr>
            <p:ph idx="4294967295" type="title"/>
          </p:nvPr>
        </p:nvSpPr>
        <p:spPr>
          <a:xfrm>
            <a:off x="311725" y="4184975"/>
            <a:ext cx="6250200" cy="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Available on: </a:t>
            </a:r>
            <a:r>
              <a:rPr lang="en" sz="1000" u="sng">
                <a:solidFill>
                  <a:schemeClr val="l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https://github.com/ehadziabdic/GameOfTheAmazons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25"/>
          <p:cNvSpPr txBox="1"/>
          <p:nvPr>
            <p:ph type="title"/>
          </p:nvPr>
        </p:nvSpPr>
        <p:spPr>
          <a:xfrm>
            <a:off x="713225" y="177875"/>
            <a:ext cx="8115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Game of The Amazons</a:t>
            </a:r>
            <a:endParaRPr sz="2000"/>
          </a:p>
        </p:txBody>
      </p:sp>
      <p:pic>
        <p:nvPicPr>
          <p:cNvPr id="1442" name="Google Shape;14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9625" y="1083550"/>
            <a:ext cx="1119475" cy="112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3" name="Google Shape;144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1025" y="1083550"/>
            <a:ext cx="1119476" cy="112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4" name="Google Shape;144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9625" y="2257762"/>
            <a:ext cx="1119477" cy="112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5" name="Google Shape;144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9625" y="3477834"/>
            <a:ext cx="734825" cy="73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6" name="Google Shape;1446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01025" y="2265425"/>
            <a:ext cx="1127167" cy="112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7" name="Google Shape;1447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09475" y="3476135"/>
            <a:ext cx="734825" cy="738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89336" y="3475287"/>
            <a:ext cx="734814" cy="739887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25"/>
          <p:cNvSpPr txBox="1"/>
          <p:nvPr>
            <p:ph type="title"/>
          </p:nvPr>
        </p:nvSpPr>
        <p:spPr>
          <a:xfrm>
            <a:off x="6529625" y="584639"/>
            <a:ext cx="22986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Available</a:t>
            </a:r>
            <a:r>
              <a:rPr lang="en" sz="1300"/>
              <a:t> Board Styles</a:t>
            </a:r>
            <a:endParaRPr sz="1300"/>
          </a:p>
        </p:txBody>
      </p:sp>
      <p:sp>
        <p:nvSpPr>
          <p:cNvPr id="1450" name="Google Shape;1450;p25"/>
          <p:cNvSpPr txBox="1"/>
          <p:nvPr/>
        </p:nvSpPr>
        <p:spPr>
          <a:xfrm>
            <a:off x="175500" y="693750"/>
            <a:ext cx="5700600" cy="1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➔"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Each player have </a:t>
            </a:r>
            <a:r>
              <a:rPr b="1" lang="en" sz="11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two moves</a:t>
            </a: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to play(queen, arrow)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➔"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Once an arrow lands on tile, that tile is </a:t>
            </a:r>
            <a:r>
              <a:rPr b="1" lang="en" sz="11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permanently blocked</a:t>
            </a: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for the rest of the game.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➔"/>
            </a:pPr>
            <a:r>
              <a:rPr b="1" lang="en" sz="11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No one</a:t>
            </a: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can move or shoot through blocked tile.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chivo"/>
              <a:buChar char="➔"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The goal is to be the </a:t>
            </a:r>
            <a:r>
              <a:rPr b="1" lang="en" sz="11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last player able to make a move</a:t>
            </a: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You win when your opponent is </a:t>
            </a:r>
            <a:r>
              <a:rPr b="1" lang="en" sz="11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completely trapped</a:t>
            </a: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and has no legal moves left.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51" name="Google Shape;1451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8325" y="2550013"/>
            <a:ext cx="966603" cy="969627"/>
          </a:xfrm>
          <a:prstGeom prst="rect">
            <a:avLst/>
          </a:prstGeom>
          <a:noFill/>
          <a:ln cap="flat" cmpd="sng" w="8250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52" name="Google Shape;1452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08270" y="3604230"/>
            <a:ext cx="966602" cy="968107"/>
          </a:xfrm>
          <a:prstGeom prst="rect">
            <a:avLst/>
          </a:prstGeom>
          <a:noFill/>
          <a:ln cap="flat" cmpd="sng" w="8250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53" name="Google Shape;1453;p25"/>
          <p:cNvCxnSpPr/>
          <p:nvPr/>
        </p:nvCxnSpPr>
        <p:spPr>
          <a:xfrm flipH="1">
            <a:off x="1145888" y="2733213"/>
            <a:ext cx="383100" cy="258300"/>
          </a:xfrm>
          <a:prstGeom prst="curvedConnector3">
            <a:avLst>
              <a:gd fmla="val 42384" name="adj1"/>
            </a:avLst>
          </a:prstGeom>
          <a:noFill/>
          <a:ln cap="flat" cmpd="sng" w="12375">
            <a:solidFill>
              <a:srgbClr val="6A9955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454" name="Google Shape;1454;p25"/>
          <p:cNvCxnSpPr/>
          <p:nvPr/>
        </p:nvCxnSpPr>
        <p:spPr>
          <a:xfrm flipH="1" rot="5400000">
            <a:off x="471777" y="3695882"/>
            <a:ext cx="406800" cy="116700"/>
          </a:xfrm>
          <a:prstGeom prst="curvedConnector3">
            <a:avLst>
              <a:gd fmla="val 50000" name="adj1"/>
            </a:avLst>
          </a:prstGeom>
          <a:noFill/>
          <a:ln cap="flat" cmpd="sng" w="12375">
            <a:solidFill>
              <a:srgbClr val="9CDCFE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455" name="Google Shape;1455;p25"/>
          <p:cNvCxnSpPr/>
          <p:nvPr/>
        </p:nvCxnSpPr>
        <p:spPr>
          <a:xfrm flipH="1" rot="-5400000">
            <a:off x="1560336" y="3335642"/>
            <a:ext cx="368400" cy="106200"/>
          </a:xfrm>
          <a:prstGeom prst="curvedConnector3">
            <a:avLst>
              <a:gd fmla="val 50000" name="adj1"/>
            </a:avLst>
          </a:prstGeom>
          <a:noFill/>
          <a:ln cap="flat" cmpd="sng" w="12375">
            <a:solidFill>
              <a:srgbClr val="DD7E6B"/>
            </a:solidFill>
            <a:prstDash val="solid"/>
            <a:round/>
            <a:headEnd len="med" w="med" type="oval"/>
            <a:tailEnd len="med" w="med" type="stealth"/>
          </a:ln>
        </p:spPr>
      </p:cxnSp>
      <p:sp>
        <p:nvSpPr>
          <p:cNvPr id="1456" name="Google Shape;1456;p25"/>
          <p:cNvSpPr txBox="1"/>
          <p:nvPr/>
        </p:nvSpPr>
        <p:spPr>
          <a:xfrm>
            <a:off x="594298" y="4013095"/>
            <a:ext cx="3279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75" lIns="39575" spcFirstLastPara="1" rIns="39575" wrap="square" tIns="3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Current position</a:t>
            </a:r>
            <a:endParaRPr sz="476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57" name="Google Shape;1457;p25"/>
          <p:cNvSpPr txBox="1"/>
          <p:nvPr/>
        </p:nvSpPr>
        <p:spPr>
          <a:xfrm>
            <a:off x="1554766" y="2621663"/>
            <a:ext cx="6201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75" lIns="39575" spcFirstLastPara="1" rIns="39575" wrap="square" tIns="3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Legal moves for Amazon</a:t>
            </a:r>
            <a:endParaRPr sz="476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58" name="Google Shape;1458;p25"/>
          <p:cNvSpPr txBox="1"/>
          <p:nvPr/>
        </p:nvSpPr>
        <p:spPr>
          <a:xfrm>
            <a:off x="1554791" y="2964366"/>
            <a:ext cx="5142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75" lIns="39575" spcFirstLastPara="1" rIns="39575" wrap="square" tIns="3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Legal moves for the arrow</a:t>
            </a:r>
            <a:endParaRPr sz="476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59" name="Google Shape;1459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60950" y="3609776"/>
            <a:ext cx="977483" cy="977471"/>
          </a:xfrm>
          <a:prstGeom prst="rect">
            <a:avLst/>
          </a:prstGeom>
          <a:noFill/>
          <a:ln cap="flat" cmpd="sng" w="6975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60" name="Google Shape;1460;p25"/>
          <p:cNvCxnSpPr/>
          <p:nvPr/>
        </p:nvCxnSpPr>
        <p:spPr>
          <a:xfrm flipH="1">
            <a:off x="2717110" y="3379146"/>
            <a:ext cx="366300" cy="308700"/>
          </a:xfrm>
          <a:prstGeom prst="curvedConnector3">
            <a:avLst>
              <a:gd fmla="val 50000" name="adj1"/>
            </a:avLst>
          </a:prstGeom>
          <a:noFill/>
          <a:ln cap="flat" cmpd="sng" w="10500">
            <a:solidFill>
              <a:srgbClr val="9CDCFE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461" name="Google Shape;1461;p25"/>
          <p:cNvCxnSpPr/>
          <p:nvPr/>
        </p:nvCxnSpPr>
        <p:spPr>
          <a:xfrm flipH="1">
            <a:off x="3106522" y="3943042"/>
            <a:ext cx="413100" cy="117600"/>
          </a:xfrm>
          <a:prstGeom prst="curvedConnector3">
            <a:avLst>
              <a:gd fmla="val 50000" name="adj1"/>
            </a:avLst>
          </a:prstGeom>
          <a:noFill/>
          <a:ln cap="flat" cmpd="sng" w="10500">
            <a:solidFill>
              <a:srgbClr val="6A9955"/>
            </a:solidFill>
            <a:prstDash val="solid"/>
            <a:round/>
            <a:headEnd len="med" w="med" type="oval"/>
            <a:tailEnd len="med" w="med" type="stealth"/>
          </a:ln>
        </p:spPr>
      </p:cxnSp>
      <p:sp>
        <p:nvSpPr>
          <p:cNvPr id="1462" name="Google Shape;1462;p25"/>
          <p:cNvSpPr txBox="1"/>
          <p:nvPr/>
        </p:nvSpPr>
        <p:spPr>
          <a:xfrm>
            <a:off x="3083410" y="3312675"/>
            <a:ext cx="752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575" lIns="33575" spcFirstLastPara="1" rIns="33575" wrap="square" tIns="33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4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Old position of opponent</a:t>
            </a:r>
            <a:endParaRPr sz="404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63" name="Google Shape;1463;p25"/>
          <p:cNvSpPr txBox="1"/>
          <p:nvPr/>
        </p:nvSpPr>
        <p:spPr>
          <a:xfrm>
            <a:off x="3539646" y="3825376"/>
            <a:ext cx="390300" cy="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575" lIns="33575" spcFirstLastPara="1" rIns="33575" wrap="square" tIns="33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4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New position of opponent</a:t>
            </a:r>
            <a:endParaRPr sz="404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464" name="Google Shape;1464;p25"/>
          <p:cNvCxnSpPr/>
          <p:nvPr/>
        </p:nvCxnSpPr>
        <p:spPr>
          <a:xfrm rot="10800000">
            <a:off x="3249071" y="4174343"/>
            <a:ext cx="311700" cy="118500"/>
          </a:xfrm>
          <a:prstGeom prst="curvedConnector3">
            <a:avLst>
              <a:gd fmla="val 50000" name="adj1"/>
            </a:avLst>
          </a:prstGeom>
          <a:noFill/>
          <a:ln cap="flat" cmpd="sng" w="10500">
            <a:solidFill>
              <a:srgbClr val="CC0000"/>
            </a:solidFill>
            <a:prstDash val="solid"/>
            <a:round/>
            <a:headEnd len="med" w="med" type="oval"/>
            <a:tailEnd len="med" w="med" type="stealth"/>
          </a:ln>
        </p:spPr>
      </p:cxnSp>
      <p:sp>
        <p:nvSpPr>
          <p:cNvPr id="1465" name="Google Shape;1465;p25"/>
          <p:cNvSpPr txBox="1"/>
          <p:nvPr/>
        </p:nvSpPr>
        <p:spPr>
          <a:xfrm>
            <a:off x="3560771" y="4157035"/>
            <a:ext cx="3903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575" lIns="33575" spcFirstLastPara="1" rIns="33575" wrap="square" tIns="33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4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Opponent’s new fire position</a:t>
            </a:r>
            <a:endParaRPr sz="404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66" name="Google Shape;1466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51075" y="3601026"/>
            <a:ext cx="977475" cy="974448"/>
          </a:xfrm>
          <a:prstGeom prst="rect">
            <a:avLst/>
          </a:prstGeom>
          <a:noFill/>
          <a:ln cap="flat" cmpd="sng" w="19050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7" name="Google Shape;1467;p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693975" y="2550038"/>
            <a:ext cx="977475" cy="978986"/>
          </a:xfrm>
          <a:prstGeom prst="rect">
            <a:avLst/>
          </a:prstGeom>
          <a:noFill/>
          <a:ln cap="flat" cmpd="sng" w="19050">
            <a:solidFill>
              <a:srgbClr val="00785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26"/>
          <p:cNvSpPr txBox="1"/>
          <p:nvPr>
            <p:ph type="title"/>
          </p:nvPr>
        </p:nvSpPr>
        <p:spPr>
          <a:xfrm>
            <a:off x="713225" y="177875"/>
            <a:ext cx="81150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785A"/>
                </a:solidFill>
              </a:rPr>
              <a:t>Available</a:t>
            </a:r>
            <a:r>
              <a:rPr lang="en" sz="1500">
                <a:solidFill>
                  <a:srgbClr val="00785A"/>
                </a:solidFill>
              </a:rPr>
              <a:t> </a:t>
            </a:r>
            <a:r>
              <a:rPr lang="en" sz="1500"/>
              <a:t>Features and </a:t>
            </a:r>
            <a:r>
              <a:rPr lang="en" sz="1500">
                <a:solidFill>
                  <a:schemeClr val="accent3"/>
                </a:solidFill>
              </a:rPr>
              <a:t>Game </a:t>
            </a:r>
            <a:r>
              <a:rPr lang="en" sz="1500"/>
              <a:t>Controls</a:t>
            </a:r>
            <a:endParaRPr sz="1500"/>
          </a:p>
        </p:txBody>
      </p:sp>
      <p:sp>
        <p:nvSpPr>
          <p:cNvPr id="1473" name="Google Shape;1473;p26"/>
          <p:cNvSpPr txBox="1"/>
          <p:nvPr>
            <p:ph idx="1" type="body"/>
          </p:nvPr>
        </p:nvSpPr>
        <p:spPr>
          <a:xfrm>
            <a:off x="177675" y="776925"/>
            <a:ext cx="5441100" cy="41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Core Game Rules:</a:t>
            </a:r>
            <a:r>
              <a:rPr lang="en" sz="1100"/>
              <a:t> Queen and Arrow placement, Path logic.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Board Sizes:</a:t>
            </a:r>
            <a:r>
              <a:rPr lang="en" sz="1100"/>
              <a:t> Small (6x6), Medium (8x8), Large (10x10)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Board Styles:</a:t>
            </a:r>
            <a:r>
              <a:rPr lang="en" sz="1100"/>
              <a:t> 7 styles + custom theme creator tool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Game Modes: </a:t>
            </a:r>
            <a:r>
              <a:rPr lang="en" sz="1100"/>
              <a:t>PvP, PvAI, AIvAI(Spectator mode)</a:t>
            </a:r>
            <a:endParaRPr b="1" sz="1100">
              <a:solidFill>
                <a:srgbClr val="00785A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Difficulty Levels:</a:t>
            </a:r>
            <a:r>
              <a:rPr lang="en" sz="1100"/>
              <a:t> Easy, Medium, and Hard.</a:t>
            </a:r>
            <a:endParaRPr b="1" sz="1100">
              <a:solidFill>
                <a:srgbClr val="00785A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Languages: </a:t>
            </a:r>
            <a:r>
              <a:rPr lang="en" sz="1100"/>
              <a:t>6 available (Bosnian, English, German, Japanese…)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AI Engine:</a:t>
            </a:r>
            <a:r>
              <a:rPr lang="en" sz="1100"/>
              <a:t> Minimax with Alpha-Beta pruning (+ Selective Deepening)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Heuristics: </a:t>
            </a:r>
            <a:r>
              <a:rPr lang="en" sz="1100"/>
              <a:t>Spatial Influence &amp; Territory Score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Basic GUI:</a:t>
            </a:r>
            <a:r>
              <a:rPr lang="en" sz="1100"/>
              <a:t> Responsive interface, interactive Queens, move highlights.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Audio/Visuals:</a:t>
            </a:r>
            <a:r>
              <a:rPr lang="en" sz="1100"/>
              <a:t> Core animations for movement/explosions and basic sound effects.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785A"/>
              </a:buClr>
              <a:buSzPts val="1100"/>
              <a:buChar char="✓"/>
            </a:pPr>
            <a:r>
              <a:rPr b="1" lang="en" sz="1100">
                <a:solidFill>
                  <a:srgbClr val="00785A"/>
                </a:solidFill>
              </a:rPr>
              <a:t>Full Compatibility:</a:t>
            </a:r>
            <a:r>
              <a:rPr lang="en" sz="1100"/>
              <a:t> App is compatible with windows, mac-os and linux</a:t>
            </a:r>
            <a:endParaRPr sz="1100"/>
          </a:p>
        </p:txBody>
      </p:sp>
      <p:sp>
        <p:nvSpPr>
          <p:cNvPr id="1474" name="Google Shape;1474;p26"/>
          <p:cNvSpPr txBox="1"/>
          <p:nvPr>
            <p:ph idx="1" type="body"/>
          </p:nvPr>
        </p:nvSpPr>
        <p:spPr>
          <a:xfrm>
            <a:off x="5618875" y="776925"/>
            <a:ext cx="3209100" cy="4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Undo System:</a:t>
            </a:r>
            <a:r>
              <a:rPr lang="en" sz="1100"/>
              <a:t> A state-stack implementation that allows players to take back their last move.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Stop AI Functionality:</a:t>
            </a:r>
            <a:r>
              <a:rPr lang="en" sz="1100"/>
              <a:t> Safety feature to stop deep calculations safely.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New game: </a:t>
            </a:r>
            <a:r>
              <a:rPr lang="en" sz="1100"/>
              <a:t>Clears board state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Navigation:</a:t>
            </a:r>
            <a:r>
              <a:rPr b="1" lang="en" sz="1100">
                <a:solidFill>
                  <a:srgbClr val="00785A"/>
                </a:solidFill>
              </a:rPr>
              <a:t> </a:t>
            </a:r>
            <a:r>
              <a:rPr lang="en" sz="1100"/>
              <a:t>Three page system (game, history, rules)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✓"/>
            </a:pPr>
            <a:r>
              <a:rPr b="1" lang="en" sz="1100">
                <a:solidFill>
                  <a:schemeClr val="accent3"/>
                </a:solidFill>
              </a:rPr>
              <a:t>Animation speed slider for Spectator mode</a:t>
            </a:r>
            <a:endParaRPr sz="11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Retro Pixel Business Basic Template by Slidesgo">
  <a:themeElements>
    <a:clrScheme name="Simple Light">
      <a:dk1>
        <a:srgbClr val="F8F8F8"/>
      </a:dk1>
      <a:lt1>
        <a:srgbClr val="1B1B1B"/>
      </a:lt1>
      <a:dk2>
        <a:srgbClr val="595959"/>
      </a:dk2>
      <a:lt2>
        <a:srgbClr val="F1C232"/>
      </a:lt2>
      <a:accent1>
        <a:srgbClr val="FF9900"/>
      </a:accent1>
      <a:accent2>
        <a:srgbClr val="FFF2CC"/>
      </a:accent2>
      <a:accent3>
        <a:srgbClr val="CC0000"/>
      </a:accent3>
      <a:accent4>
        <a:srgbClr val="05349B"/>
      </a:accent4>
      <a:accent5>
        <a:srgbClr val="B1AAF2"/>
      </a:accent5>
      <a:accent6>
        <a:srgbClr val="FFFFFF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